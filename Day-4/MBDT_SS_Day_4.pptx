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8" r:id="rId5"/>
    <p:sldMasterId id="2147483705" r:id="rId6"/>
    <p:sldMasterId id="2147483710" r:id="rId7"/>
    <p:sldMasterId id="2147483737" r:id="rId8"/>
  </p:sldMasterIdLst>
  <p:sldIdLst>
    <p:sldId id="25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5" r:id="rId18"/>
    <p:sldId id="267" r:id="rId19"/>
    <p:sldId id="268" r:id="rId20"/>
    <p:sldId id="269" r:id="rId21"/>
    <p:sldId id="270" r:id="rId22"/>
    <p:sldId id="274" r:id="rId23"/>
    <p:sldId id="271" r:id="rId24"/>
    <p:sldId id="272" r:id="rId25"/>
    <p:sldId id="273" r:id="rId26"/>
    <p:sldId id="2147472388" r:id="rId27"/>
    <p:sldId id="25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E5BDB-8E52-4162-8C94-2E0B101F5F33}" v="2" dt="2026-09-24T11:33:26.248"/>
    <p1510:client id="{7354CBAC-63A5-60E0-CD99-868CE9A776F6}" v="5" dt="2026-09-24T10:20:52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</a:t>
            </a:r>
            <a:br>
              <a:rPr lang="en-GB"/>
            </a:br>
            <a:r>
              <a:rPr lang="en-GB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49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098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8501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104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7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961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28A98-A4AF-A265-70EA-A82E35D968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B92F9B-E6FB-0A22-91E7-5E1B2C56C9C5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8B9B8F1-41B0-48AB-1747-F71A0EC4309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EB8687C-1C5D-5DB1-5AE5-7DA6E4DB2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6DBD690-7FE4-A0C7-A98D-0449F9C13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1E65E2-8DE9-91B6-40AD-BEA84B8DE023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62" name="Rectangle 93">
              <a:extLst>
                <a:ext uri="{FF2B5EF4-FFF2-40B4-BE49-F238E27FC236}">
                  <a16:creationId xmlns:a16="http://schemas.microsoft.com/office/drawing/2014/main" id="{D2C4B7CC-6E25-ED14-EF1E-41D9C4FF3BCE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AC30D74E-BD99-56C5-0139-F2C8A52C42BA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133A4FC-E267-7E47-CFB0-770FA9F453E1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193" name="Rectangle 57">
                <a:extLst>
                  <a:ext uri="{FF2B5EF4-FFF2-40B4-BE49-F238E27FC236}">
                    <a16:creationId xmlns:a16="http://schemas.microsoft.com/office/drawing/2014/main" id="{D65DFA5F-046C-5C96-304D-7A67EDB48606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0CCE6B-BD53-692E-A012-D051CBCCD21B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CFA5E4C7-E4BF-E4C4-F60A-7C4149BB4AE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793FB9F-6918-86EA-B87F-7D3592C41C47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93C3BA8E-DAB9-D345-8CC0-588C7DF13462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C544C4-89FF-579A-27F1-B8BB752A6D25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4A162A33-0D42-660D-78DD-6970EEA177EE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2253EE1B-2B6C-46A1-2850-543EAC10E2F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0A7A98F-0E34-A7AF-E782-F08D7FF1F13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2FD81B5C-ADAE-7411-555D-0505B3DE4D7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8682B139-C1F8-158B-26A6-E33053AD4946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20EB8C2E-131D-A4F2-D42D-7B567FD86D78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838B711-71CF-4731-94DD-1BB12FAD40B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054713C2-66EF-6E19-8B86-8C2D726053F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410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604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49388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8574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320361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99203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0351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800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A005E92-D3AC-C136-D88B-4E4CAFF2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80539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B48F6D-14A5-635A-DC4D-89D0AA382D1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F97677-1386-DB8B-8AD4-E3A78A867485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9FA02D-A203-27C1-0EC4-1A02C504CC4F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190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F3BE122-47AE-F619-8C18-8F09842C51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A4932F7-4E15-7A95-6A37-BE437ADFA3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7183DBA-C322-F521-0FEA-D0705826F7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454434-B42A-EA15-7566-94C00AAC2C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14112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695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79937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4366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483E2-ADB0-033C-1F39-22DCD3B522CC}"/>
              </a:ext>
            </a:extLst>
          </p:cNvPr>
          <p:cNvSpPr/>
          <p:nvPr userDrawn="1"/>
        </p:nvSpPr>
        <p:spPr>
          <a:xfrm>
            <a:off x="5751676" y="0"/>
            <a:ext cx="64403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9CC07D-4BCD-9854-9272-3F05092B4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2F10693-95DC-E116-617D-95CC76059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92195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773468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53851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2878610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6636-D6A0-C337-4A05-2425732FF2B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A826A35-5634-6413-36C2-AEB0FFCA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5B9995-81AD-8AA9-683A-78DBE91BF8D1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CDFBD57-209D-51C7-4616-FF4C6F00C443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26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FF3C8D76-C793-E670-BDE5-146FB59F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3ABC-DF5B-7122-E497-8DAC3BDA3DF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28FE14-75D2-C23C-6FE7-530C1FD7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38326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BA229B9-D9CA-C3D4-0C1C-23040308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04275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7988"/>
            <a:ext cx="6078373" cy="2282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92086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9953E-1F03-B222-CC62-12EAF44E2EC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E9CC677-B687-DC73-8B66-FBAC46F9B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C9E828-1F1C-47CB-0CA6-96FD8BB6A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931AB8-713E-C852-8385-691C99CC0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06009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A78F56-3208-0B1B-F4D6-5D837A040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39C609-7056-CF23-8C8B-48A01C532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81573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69FB07F-BB62-D658-9816-1E1BD86A29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F12AD3F-EA62-0DBF-75E9-F16434EA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16805" y="6229255"/>
            <a:ext cx="517932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181324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5149C6-63EE-0A45-E5D3-310AF131E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here goes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40D0B0E0-4167-6A10-1CB8-CFFD4B3D3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7" y="6229255"/>
            <a:ext cx="5040861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20497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1CC271-180C-648D-087D-DEC613F81762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7604B72C-3E22-5D39-D192-EC4666871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025" y="1616532"/>
            <a:ext cx="5062539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en-US" sz="4200" dirty="0"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1000"/>
              </a:spcBef>
              <a:buFontTx/>
            </a:pPr>
            <a:r>
              <a:rPr lang="en-US"/>
              <a:t>The Presentation Title Goes Here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3503EB8-22AC-2652-541F-328652BFB8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2" y="4695137"/>
            <a:ext cx="5062539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2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8507CC8-D535-4BC6-E58E-11FA855D0C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5223518"/>
            <a:ext cx="5062539" cy="8476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If required goes here | speaker title, </a:t>
            </a:r>
            <a:br>
              <a:rPr lang="en-US"/>
            </a:br>
            <a:r>
              <a:rPr lang="en-US"/>
              <a:t>date and /or additional information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EB20A5-EF9D-B4CD-8327-7B9564DB7690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B8B0E0D-A07D-CED0-324D-F6B0BD7878E5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4B9C520-802F-607D-CD32-293B8F5FF939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CDBBF9-3E97-0881-79C2-B541C6F19CD2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824B6165-D02C-EB96-6C2E-DD015A12BAEA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65" name="Rectangle 261">
              <a:extLst>
                <a:ext uri="{FF2B5EF4-FFF2-40B4-BE49-F238E27FC236}">
                  <a16:creationId xmlns:a16="http://schemas.microsoft.com/office/drawing/2014/main" id="{03CD1AC5-6981-4E67-5263-0F100BDB77CC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6" name="Rectangle 260">
              <a:extLst>
                <a:ext uri="{FF2B5EF4-FFF2-40B4-BE49-F238E27FC236}">
                  <a16:creationId xmlns:a16="http://schemas.microsoft.com/office/drawing/2014/main" id="{4548090A-0DE4-470D-DA9F-C5D8D30230C9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7" name="Rectangle 259">
              <a:extLst>
                <a:ext uri="{FF2B5EF4-FFF2-40B4-BE49-F238E27FC236}">
                  <a16:creationId xmlns:a16="http://schemas.microsoft.com/office/drawing/2014/main" id="{7478D6D7-9F0B-B5B9-677E-6B2B1541B11F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990AC88-BC87-9DE1-B30F-F338F8830281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69" name="Isosceles Triangle 724">
              <a:extLst>
                <a:ext uri="{FF2B5EF4-FFF2-40B4-BE49-F238E27FC236}">
                  <a16:creationId xmlns:a16="http://schemas.microsoft.com/office/drawing/2014/main" id="{DDEFEC77-5F98-B3E5-5D6B-7BF6CF41C4EC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0" name="Isosceles Triangle 721">
              <a:extLst>
                <a:ext uri="{FF2B5EF4-FFF2-40B4-BE49-F238E27FC236}">
                  <a16:creationId xmlns:a16="http://schemas.microsoft.com/office/drawing/2014/main" id="{AB42F7B9-B9D2-71EE-A899-1EAD8193BC7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8632352-17A1-965C-47DB-DFEFB8792903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C694484-28CD-2629-4E45-BF327D85CF90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12276BA-9B06-79DF-F433-D8B134B00B13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B49E259-7A20-ACB0-C55F-25C0A15EA087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FFDA5B5-C063-3B10-B718-5A2BEABA43CD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A63AB3FB-0226-C2AA-717C-DA86E44E0788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F7E6732-7C27-19CF-3BB5-30400A81ACC9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6A916C59-D903-AE94-DB23-A8615F2A9A51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0" name="Graphic 613">
              <a:extLst>
                <a:ext uri="{FF2B5EF4-FFF2-40B4-BE49-F238E27FC236}">
                  <a16:creationId xmlns:a16="http://schemas.microsoft.com/office/drawing/2014/main" id="{54A50C0D-B0DA-BA20-749D-D32E70BCE906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834AA28-32C3-FF09-4E60-A9CB11B88378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C04A7BC7-1032-F429-D6E0-4BC6DC25DE90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1" name="Graphic 613">
              <a:extLst>
                <a:ext uri="{FF2B5EF4-FFF2-40B4-BE49-F238E27FC236}">
                  <a16:creationId xmlns:a16="http://schemas.microsoft.com/office/drawing/2014/main" id="{976E33D6-AE9E-8B62-BFD0-EF21CD820076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AA23B759-0189-0AA8-1FF7-ABC09CF3247C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5F353DE0-703C-C5EC-19C0-EC2A05B9C523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2" name="Graphic 613">
              <a:extLst>
                <a:ext uri="{FF2B5EF4-FFF2-40B4-BE49-F238E27FC236}">
                  <a16:creationId xmlns:a16="http://schemas.microsoft.com/office/drawing/2014/main" id="{052BE8C9-1F83-D564-B272-060E0867ADD6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6F8F309-2449-B9C0-3857-C780FD333BF1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5183DE6-6011-3654-0E24-9C9158CD8410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4E7FC01E-1A43-635F-EF41-2056C06E9527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E4C3C298-0E34-86E1-956E-72BA70D829A9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455CEC7-A637-69D0-67F6-EEBAE57643AB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7E9A95D4-237A-D0C0-C88A-9AA7EDB5F10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57F9B014-7D0A-0FF5-6269-3D12E91802BC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149BAE4-D98E-3F06-6B6B-2D026B412EE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86EB1460-444B-07EF-C50B-A97242B0369D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A3C2E29-A17C-353E-380F-FA93B262D948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12095E46-93F9-9A69-2532-572247913FE5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9D5E58A-C716-C789-1AB4-FB6F82CFF8A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9213E81A-E416-FAEC-70B5-30127049996D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4" name="Graphic 613">
              <a:extLst>
                <a:ext uri="{FF2B5EF4-FFF2-40B4-BE49-F238E27FC236}">
                  <a16:creationId xmlns:a16="http://schemas.microsoft.com/office/drawing/2014/main" id="{83EC16FD-782A-F58B-6083-A2F5180D6468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9869991-36F0-44A8-69B9-7D2602EEED2C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D92D112-5F67-06DD-1547-8E87E1E57873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5" name="Graphic 613">
              <a:extLst>
                <a:ext uri="{FF2B5EF4-FFF2-40B4-BE49-F238E27FC236}">
                  <a16:creationId xmlns:a16="http://schemas.microsoft.com/office/drawing/2014/main" id="{B1582B1F-7AC2-28FA-8EA9-5CE9105DE7FC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7446763-159E-F879-573A-D209FAE4ED3B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37C2AD9-C638-46B8-D081-864F17BE505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6" name="Graphic 613">
              <a:extLst>
                <a:ext uri="{FF2B5EF4-FFF2-40B4-BE49-F238E27FC236}">
                  <a16:creationId xmlns:a16="http://schemas.microsoft.com/office/drawing/2014/main" id="{4AF4ACD0-F47B-6931-8EDE-77CDC16570B6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8D4585CF-8D5B-46AF-3659-F41ED9F5181A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3EE5F515-EAC2-2C3A-6D9E-C8BBB8507DC9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29AAFAE4-0A02-5B9F-2A40-F425177BA9A8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811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0E20C2A2-7AA6-B5F7-298D-A81D64A664DD}"/>
              </a:ext>
            </a:extLst>
          </p:cNvPr>
          <p:cNvSpPr/>
          <p:nvPr userDrawn="1"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E5A13CC-41AD-B8D9-9E1B-73CEF87EF7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2650" y="4184148"/>
            <a:ext cx="5122488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FontTx/>
              <a:buNone/>
              <a:defRPr sz="2000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128669A-EC9C-6B64-81BD-C3297B926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2652" y="4685635"/>
            <a:ext cx="5122486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  <a:p>
            <a:pPr lvl="0"/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4C421D2-45C3-344D-F5A9-B20EDBE60D16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07169C-F128-91C7-AC49-586C9613B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EF5EDE-2021-9571-F58B-D3AF5A979807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5109736-310E-A974-DDC5-8F49907B1669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7413E9-6D3A-96D8-051C-13A354A5AA1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78B0F1-E317-7DC9-E5B0-502657A7FAD0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07DE27C-A204-5B0D-D4F0-8288A317245D}"/>
              </a:ext>
            </a:extLst>
          </p:cNvPr>
          <p:cNvGrpSpPr/>
          <p:nvPr userDrawn="1"/>
        </p:nvGrpSpPr>
        <p:grpSpPr>
          <a:xfrm>
            <a:off x="6473825" y="1"/>
            <a:ext cx="5818893" cy="6874913"/>
            <a:chOff x="6473825" y="1"/>
            <a:chExt cx="5818893" cy="6874913"/>
          </a:xfrm>
        </p:grpSpPr>
        <p:sp>
          <p:nvSpPr>
            <p:cNvPr id="271" name="Rectangle 261">
              <a:extLst>
                <a:ext uri="{FF2B5EF4-FFF2-40B4-BE49-F238E27FC236}">
                  <a16:creationId xmlns:a16="http://schemas.microsoft.com/office/drawing/2014/main" id="{B4E927DC-D2B2-7CD0-A18B-96EA502EAB6D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2" name="Rectangle 260">
              <a:extLst>
                <a:ext uri="{FF2B5EF4-FFF2-40B4-BE49-F238E27FC236}">
                  <a16:creationId xmlns:a16="http://schemas.microsoft.com/office/drawing/2014/main" id="{4B138A3A-03F8-0F97-AF33-096F17AC4DDA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3" name="Rectangle 259">
              <a:extLst>
                <a:ext uri="{FF2B5EF4-FFF2-40B4-BE49-F238E27FC236}">
                  <a16:creationId xmlns:a16="http://schemas.microsoft.com/office/drawing/2014/main" id="{213E3CAD-58AC-7FDD-88D0-5F0CBB6BB145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4B35D5F-5408-B569-A55A-318EB54E29BC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5" name="Isosceles Triangle 724">
              <a:extLst>
                <a:ext uri="{FF2B5EF4-FFF2-40B4-BE49-F238E27FC236}">
                  <a16:creationId xmlns:a16="http://schemas.microsoft.com/office/drawing/2014/main" id="{A7D0919E-4E09-5B28-C9A1-DD7528988673}"/>
                </a:ext>
              </a:extLst>
            </p:cNvPr>
            <p:cNvSpPr/>
            <p:nvPr userDrawn="1"/>
          </p:nvSpPr>
          <p:spPr>
            <a:xfrm>
              <a:off x="8308035" y="3532015"/>
              <a:ext cx="1605682" cy="3342899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  <a:gd name="connsiteX0" fmla="*/ 0 w 1605682"/>
                <a:gd name="connsiteY0" fmla="*/ 3330594 h 3338536"/>
                <a:gd name="connsiteX1" fmla="*/ 1318 w 1605682"/>
                <a:gd name="connsiteY1" fmla="*/ 0 h 3338536"/>
                <a:gd name="connsiteX2" fmla="*/ 1605682 w 1605682"/>
                <a:gd name="connsiteY2" fmla="*/ 3338536 h 3338536"/>
                <a:gd name="connsiteX3" fmla="*/ 0 w 1605682"/>
                <a:gd name="connsiteY3" fmla="*/ 3330594 h 333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5682" h="3338536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605682" y="3338536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6" name="Isosceles Triangle 721">
              <a:extLst>
                <a:ext uri="{FF2B5EF4-FFF2-40B4-BE49-F238E27FC236}">
                  <a16:creationId xmlns:a16="http://schemas.microsoft.com/office/drawing/2014/main" id="{F3B677F8-F081-D7E3-07C9-502F5AE55F5D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1A819530-FC41-DF39-1D69-418B59BC32CF}"/>
                </a:ext>
              </a:extLst>
            </p:cNvPr>
            <p:cNvSpPr/>
            <p:nvPr/>
          </p:nvSpPr>
          <p:spPr>
            <a:xfrm>
              <a:off x="8300084" y="3500879"/>
              <a:ext cx="1438592" cy="3366084"/>
            </a:xfrm>
            <a:custGeom>
              <a:avLst/>
              <a:gdLst>
                <a:gd name="connsiteX0" fmla="*/ 1438593 w 1438592"/>
                <a:gd name="connsiteY0" fmla="*/ 3361690 h 3361690"/>
                <a:gd name="connsiteX1" fmla="*/ 0 w 1438592"/>
                <a:gd name="connsiteY1" fmla="*/ 0 h 3361690"/>
                <a:gd name="connsiteX2" fmla="*/ 530543 w 1438592"/>
                <a:gd name="connsiteY2" fmla="*/ 3361690 h 3361690"/>
                <a:gd name="connsiteX3" fmla="*/ 1438593 w 143859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592" h="3361690">
                  <a:moveTo>
                    <a:pt x="1438593" y="3361690"/>
                  </a:moveTo>
                  <a:lnTo>
                    <a:pt x="0" y="0"/>
                  </a:lnTo>
                  <a:lnTo>
                    <a:pt x="530543" y="3361690"/>
                  </a:lnTo>
                  <a:lnTo>
                    <a:pt x="1438593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665007F-C8E9-31A8-8869-43FE02ADD851}"/>
                </a:ext>
              </a:extLst>
            </p:cNvPr>
            <p:cNvSpPr/>
            <p:nvPr/>
          </p:nvSpPr>
          <p:spPr>
            <a:xfrm>
              <a:off x="8300084" y="3500879"/>
              <a:ext cx="2147570" cy="3366084"/>
            </a:xfrm>
            <a:custGeom>
              <a:avLst/>
              <a:gdLst>
                <a:gd name="connsiteX0" fmla="*/ 2147571 w 2147570"/>
                <a:gd name="connsiteY0" fmla="*/ 3361690 h 3361690"/>
                <a:gd name="connsiteX1" fmla="*/ 0 w 2147570"/>
                <a:gd name="connsiteY1" fmla="*/ 0 h 3361690"/>
                <a:gd name="connsiteX2" fmla="*/ 1438593 w 2147570"/>
                <a:gd name="connsiteY2" fmla="*/ 3361690 h 3361690"/>
                <a:gd name="connsiteX3" fmla="*/ 2147571 w 2147570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7570" h="3361690">
                  <a:moveTo>
                    <a:pt x="2147571" y="3361690"/>
                  </a:moveTo>
                  <a:lnTo>
                    <a:pt x="0" y="0"/>
                  </a:lnTo>
                  <a:lnTo>
                    <a:pt x="1438593" y="3361690"/>
                  </a:lnTo>
                  <a:lnTo>
                    <a:pt x="2147571" y="3361690"/>
                  </a:lnTo>
                  <a:close/>
                </a:path>
              </a:pathLst>
            </a:custGeom>
            <a:solidFill>
              <a:srgbClr val="FFDD1F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225F8-2208-822E-CF89-56EF5C9BD762}"/>
                </a:ext>
              </a:extLst>
            </p:cNvPr>
            <p:cNvSpPr/>
            <p:nvPr/>
          </p:nvSpPr>
          <p:spPr>
            <a:xfrm>
              <a:off x="8300084" y="3500879"/>
              <a:ext cx="530542" cy="3366084"/>
            </a:xfrm>
            <a:custGeom>
              <a:avLst/>
              <a:gdLst>
                <a:gd name="connsiteX0" fmla="*/ 530543 w 530542"/>
                <a:gd name="connsiteY0" fmla="*/ 3361690 h 3361690"/>
                <a:gd name="connsiteX1" fmla="*/ 0 w 530542"/>
                <a:gd name="connsiteY1" fmla="*/ 0 h 3361690"/>
                <a:gd name="connsiteX2" fmla="*/ 240983 w 530542"/>
                <a:gd name="connsiteY2" fmla="*/ 3361690 h 3361690"/>
                <a:gd name="connsiteX3" fmla="*/ 530543 w 53054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542" h="3361690">
                  <a:moveTo>
                    <a:pt x="530543" y="3361690"/>
                  </a:moveTo>
                  <a:lnTo>
                    <a:pt x="0" y="0"/>
                  </a:lnTo>
                  <a:lnTo>
                    <a:pt x="240983" y="3361690"/>
                  </a:lnTo>
                  <a:lnTo>
                    <a:pt x="530543" y="3361690"/>
                  </a:lnTo>
                  <a:close/>
                </a:path>
              </a:pathLst>
            </a:custGeom>
            <a:solidFill>
              <a:srgbClr val="FFB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63D85A2-58A5-1A64-9E81-92B0434522D1}"/>
                </a:ext>
              </a:extLst>
            </p:cNvPr>
            <p:cNvSpPr/>
            <p:nvPr/>
          </p:nvSpPr>
          <p:spPr>
            <a:xfrm>
              <a:off x="8300084" y="3500879"/>
              <a:ext cx="240982" cy="3366084"/>
            </a:xfrm>
            <a:custGeom>
              <a:avLst/>
              <a:gdLst>
                <a:gd name="connsiteX0" fmla="*/ 240983 w 240982"/>
                <a:gd name="connsiteY0" fmla="*/ 3361690 h 3361690"/>
                <a:gd name="connsiteX1" fmla="*/ 0 w 240982"/>
                <a:gd name="connsiteY1" fmla="*/ 0 h 3361690"/>
                <a:gd name="connsiteX2" fmla="*/ 58420 w 240982"/>
                <a:gd name="connsiteY2" fmla="*/ 3361690 h 3361690"/>
                <a:gd name="connsiteX3" fmla="*/ 240983 w 24098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82" h="3361690">
                  <a:moveTo>
                    <a:pt x="240983" y="3361690"/>
                  </a:moveTo>
                  <a:lnTo>
                    <a:pt x="0" y="0"/>
                  </a:lnTo>
                  <a:lnTo>
                    <a:pt x="58420" y="3361690"/>
                  </a:lnTo>
                  <a:lnTo>
                    <a:pt x="240983" y="3361690"/>
                  </a:lnTo>
                  <a:close/>
                </a:path>
              </a:pathLst>
            </a:custGeom>
            <a:solidFill>
              <a:srgbClr val="FF91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B4A410EF-FA2C-0687-9E0D-FA04AA8BFD2A}"/>
                </a:ext>
              </a:extLst>
            </p:cNvPr>
            <p:cNvSpPr/>
            <p:nvPr/>
          </p:nvSpPr>
          <p:spPr>
            <a:xfrm>
              <a:off x="7504747" y="3500879"/>
              <a:ext cx="853757" cy="3366084"/>
            </a:xfrm>
            <a:custGeom>
              <a:avLst/>
              <a:gdLst>
                <a:gd name="connsiteX0" fmla="*/ 853758 w 853757"/>
                <a:gd name="connsiteY0" fmla="*/ 3361690 h 3361690"/>
                <a:gd name="connsiteX1" fmla="*/ 795338 w 853757"/>
                <a:gd name="connsiteY1" fmla="*/ 0 h 3361690"/>
                <a:gd name="connsiteX2" fmla="*/ 0 w 853757"/>
                <a:gd name="connsiteY2" fmla="*/ 3361690 h 3361690"/>
                <a:gd name="connsiteX3" fmla="*/ 853758 w 853757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757" h="3361690">
                  <a:moveTo>
                    <a:pt x="853758" y="3361690"/>
                  </a:moveTo>
                  <a:lnTo>
                    <a:pt x="795338" y="0"/>
                  </a:lnTo>
                  <a:lnTo>
                    <a:pt x="0" y="3361690"/>
                  </a:lnTo>
                  <a:lnTo>
                    <a:pt x="853758" y="3361690"/>
                  </a:lnTo>
                  <a:close/>
                </a:path>
              </a:pathLst>
            </a:custGeom>
            <a:gradFill>
              <a:gsLst>
                <a:gs pos="0">
                  <a:srgbClr val="FF7400">
                    <a:alpha val="89804"/>
                  </a:srgbClr>
                </a:gs>
                <a:gs pos="20000">
                  <a:srgbClr val="FD7F04">
                    <a:alpha val="89804"/>
                  </a:srgbClr>
                </a:gs>
                <a:gs pos="70000">
                  <a:srgbClr val="F99E0F"/>
                </a:gs>
                <a:gs pos="100000">
                  <a:srgbClr val="F7B518"/>
                </a:gs>
              </a:gsLst>
              <a:lin ang="0" scaled="1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3D5B9316-0DF4-69FB-D325-4CF77E8E724F}"/>
                </a:ext>
              </a:extLst>
            </p:cNvPr>
            <p:cNvSpPr/>
            <p:nvPr/>
          </p:nvSpPr>
          <p:spPr>
            <a:xfrm>
              <a:off x="8300084" y="3500879"/>
              <a:ext cx="3891915" cy="3366084"/>
            </a:xfrm>
            <a:custGeom>
              <a:avLst/>
              <a:gdLst>
                <a:gd name="connsiteX0" fmla="*/ 3891915 w 3891915"/>
                <a:gd name="connsiteY0" fmla="*/ 3361690 h 3361690"/>
                <a:gd name="connsiteX1" fmla="*/ 3306763 w 3891915"/>
                <a:gd name="connsiteY1" fmla="*/ 3361690 h 3361690"/>
                <a:gd name="connsiteX2" fmla="*/ 0 w 3891915"/>
                <a:gd name="connsiteY2" fmla="*/ 0 h 3361690"/>
                <a:gd name="connsiteX3" fmla="*/ 3891915 w 3891915"/>
                <a:gd name="connsiteY3" fmla="*/ 2713990 h 3361690"/>
                <a:gd name="connsiteX4" fmla="*/ 3891915 w 3891915"/>
                <a:gd name="connsiteY4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915" h="3361690">
                  <a:moveTo>
                    <a:pt x="3891915" y="3361690"/>
                  </a:moveTo>
                  <a:lnTo>
                    <a:pt x="3306763" y="3361690"/>
                  </a:lnTo>
                  <a:lnTo>
                    <a:pt x="0" y="0"/>
                  </a:lnTo>
                  <a:lnTo>
                    <a:pt x="3891915" y="2713990"/>
                  </a:lnTo>
                  <a:lnTo>
                    <a:pt x="3891915" y="3361690"/>
                  </a:lnTo>
                  <a:close/>
                </a:path>
              </a:pathLst>
            </a:custGeom>
            <a:solidFill>
              <a:srgbClr val="FF9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A6F4524-DC2F-D2DA-42FC-B69628B2B6A7}"/>
                </a:ext>
              </a:extLst>
            </p:cNvPr>
            <p:cNvSpPr/>
            <p:nvPr/>
          </p:nvSpPr>
          <p:spPr>
            <a:xfrm>
              <a:off x="8300084" y="3500879"/>
              <a:ext cx="3306762" cy="3366084"/>
            </a:xfrm>
            <a:custGeom>
              <a:avLst/>
              <a:gdLst>
                <a:gd name="connsiteX0" fmla="*/ 3306763 w 3306762"/>
                <a:gd name="connsiteY0" fmla="*/ 3361690 h 3361690"/>
                <a:gd name="connsiteX1" fmla="*/ 3012440 w 3306762"/>
                <a:gd name="connsiteY1" fmla="*/ 3361690 h 3361690"/>
                <a:gd name="connsiteX2" fmla="*/ 0 w 3306762"/>
                <a:gd name="connsiteY2" fmla="*/ 0 h 3361690"/>
                <a:gd name="connsiteX3" fmla="*/ 3306763 w 3306762"/>
                <a:gd name="connsiteY3" fmla="*/ 3361690 h 3361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762" h="3361690">
                  <a:moveTo>
                    <a:pt x="3306763" y="3361690"/>
                  </a:moveTo>
                  <a:lnTo>
                    <a:pt x="3012440" y="3361690"/>
                  </a:lnTo>
                  <a:lnTo>
                    <a:pt x="0" y="0"/>
                  </a:lnTo>
                  <a:lnTo>
                    <a:pt x="3306763" y="3361690"/>
                  </a:lnTo>
                  <a:close/>
                </a:path>
              </a:pathLst>
            </a:custGeom>
            <a:solidFill>
              <a:srgbClr val="FF80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6ECD80A-8878-8A47-9974-A1201EFB19E0}"/>
                </a:ext>
              </a:extLst>
            </p:cNvPr>
            <p:cNvSpPr/>
            <p:nvPr/>
          </p:nvSpPr>
          <p:spPr>
            <a:xfrm>
              <a:off x="7310119" y="1"/>
              <a:ext cx="989965" cy="3500878"/>
            </a:xfrm>
            <a:custGeom>
              <a:avLst/>
              <a:gdLst>
                <a:gd name="connsiteX0" fmla="*/ 0 w 989965"/>
                <a:gd name="connsiteY0" fmla="*/ 0 h 3496309"/>
                <a:gd name="connsiteX1" fmla="*/ 989965 w 989965"/>
                <a:gd name="connsiteY1" fmla="*/ 3496310 h 3496309"/>
                <a:gd name="connsiteX2" fmla="*/ 464186 w 989965"/>
                <a:gd name="connsiteY2" fmla="*/ 0 h 3496309"/>
                <a:gd name="connsiteX3" fmla="*/ 0 w 98996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9965" h="3496309">
                  <a:moveTo>
                    <a:pt x="0" y="0"/>
                  </a:moveTo>
                  <a:lnTo>
                    <a:pt x="989965" y="3496310"/>
                  </a:lnTo>
                  <a:lnTo>
                    <a:pt x="4641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85" name="Graphic 613">
              <a:extLst>
                <a:ext uri="{FF2B5EF4-FFF2-40B4-BE49-F238E27FC236}">
                  <a16:creationId xmlns:a16="http://schemas.microsoft.com/office/drawing/2014/main" id="{CE970705-D0E7-65BC-D39F-A78D9DC9116C}"/>
                </a:ext>
              </a:extLst>
            </p:cNvPr>
            <p:cNvGrpSpPr/>
            <p:nvPr/>
          </p:nvGrpSpPr>
          <p:grpSpPr>
            <a:xfrm>
              <a:off x="6473825" y="1"/>
              <a:ext cx="1826259" cy="3500878"/>
              <a:chOff x="6473825" y="0"/>
              <a:chExt cx="1826259" cy="3496309"/>
            </a:xfrm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73275D2-94DA-27F0-132D-1955F644AF6B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061583A-C4DD-60C8-4D91-9020DE515F53}"/>
                  </a:ext>
                </a:extLst>
              </p:cNvPr>
              <p:cNvSpPr/>
              <p:nvPr/>
            </p:nvSpPr>
            <p:spPr>
              <a:xfrm>
                <a:off x="6473825" y="0"/>
                <a:ext cx="1826259" cy="3496309"/>
              </a:xfrm>
              <a:custGeom>
                <a:avLst/>
                <a:gdLst>
                  <a:gd name="connsiteX0" fmla="*/ 0 w 1826259"/>
                  <a:gd name="connsiteY0" fmla="*/ 0 h 3496309"/>
                  <a:gd name="connsiteX1" fmla="*/ 1826260 w 1826259"/>
                  <a:gd name="connsiteY1" fmla="*/ 3496310 h 3496309"/>
                  <a:gd name="connsiteX2" fmla="*/ 180340 w 1826259"/>
                  <a:gd name="connsiteY2" fmla="*/ 0 h 3496309"/>
                  <a:gd name="connsiteX3" fmla="*/ 0 w 182625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259" h="3496309">
                    <a:moveTo>
                      <a:pt x="0" y="0"/>
                    </a:moveTo>
                    <a:lnTo>
                      <a:pt x="1826260" y="3496310"/>
                    </a:lnTo>
                    <a:lnTo>
                      <a:pt x="18034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B221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6" name="Graphic 613">
              <a:extLst>
                <a:ext uri="{FF2B5EF4-FFF2-40B4-BE49-F238E27FC236}">
                  <a16:creationId xmlns:a16="http://schemas.microsoft.com/office/drawing/2014/main" id="{4BA4F619-A8B9-DB6C-BCD4-B3D5E5D9DF2F}"/>
                </a:ext>
              </a:extLst>
            </p:cNvPr>
            <p:cNvGrpSpPr/>
            <p:nvPr/>
          </p:nvGrpSpPr>
          <p:grpSpPr>
            <a:xfrm>
              <a:off x="6654165" y="1"/>
              <a:ext cx="1645919" cy="3500878"/>
              <a:chOff x="6654165" y="0"/>
              <a:chExt cx="1645919" cy="3496309"/>
            </a:xfrm>
          </p:grpSpPr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35D8D8A5-DB5E-054E-CC8B-ACF16B4A709D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solidFill>
                <a:srgbClr val="80D226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BAD2941-3978-A407-974E-E7875FF4B7DF}"/>
                  </a:ext>
                </a:extLst>
              </p:cNvPr>
              <p:cNvSpPr/>
              <p:nvPr/>
            </p:nvSpPr>
            <p:spPr>
              <a:xfrm>
                <a:off x="6654165" y="0"/>
                <a:ext cx="1645919" cy="3496309"/>
              </a:xfrm>
              <a:custGeom>
                <a:avLst/>
                <a:gdLst>
                  <a:gd name="connsiteX0" fmla="*/ 655955 w 1645919"/>
                  <a:gd name="connsiteY0" fmla="*/ 0 h 3496309"/>
                  <a:gd name="connsiteX1" fmla="*/ 1645920 w 1645919"/>
                  <a:gd name="connsiteY1" fmla="*/ 3496310 h 3496309"/>
                  <a:gd name="connsiteX2" fmla="*/ 0 w 1645919"/>
                  <a:gd name="connsiteY2" fmla="*/ 0 h 3496309"/>
                  <a:gd name="connsiteX3" fmla="*/ 655955 w 1645919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5919" h="3496309">
                    <a:moveTo>
                      <a:pt x="655955" y="0"/>
                    </a:moveTo>
                    <a:lnTo>
                      <a:pt x="1645920" y="3496310"/>
                    </a:lnTo>
                    <a:lnTo>
                      <a:pt x="0" y="0"/>
                    </a:lnTo>
                    <a:lnTo>
                      <a:pt x="655955" y="0"/>
                    </a:lnTo>
                    <a:close/>
                  </a:path>
                </a:pathLst>
              </a:custGeom>
              <a:gradFill>
                <a:gsLst>
                  <a:gs pos="10000">
                    <a:srgbClr val="C6EB00"/>
                  </a:gs>
                  <a:gs pos="41000">
                    <a:srgbClr val="C6EB00"/>
                  </a:gs>
                  <a:gs pos="67000">
                    <a:srgbClr val="00A700">
                      <a:alpha val="49804"/>
                    </a:srgbClr>
                  </a:gs>
                  <a:gs pos="83000">
                    <a:schemeClr val="accent6"/>
                  </a:gs>
                </a:gsLst>
                <a:lin ang="204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7" name="Graphic 613">
              <a:extLst>
                <a:ext uri="{FF2B5EF4-FFF2-40B4-BE49-F238E27FC236}">
                  <a16:creationId xmlns:a16="http://schemas.microsoft.com/office/drawing/2014/main" id="{9585ED92-DBC1-19F9-04AA-E444C1EB9577}"/>
                </a:ext>
              </a:extLst>
            </p:cNvPr>
            <p:cNvGrpSpPr/>
            <p:nvPr/>
          </p:nvGrpSpPr>
          <p:grpSpPr>
            <a:xfrm>
              <a:off x="7774305" y="1"/>
              <a:ext cx="960437" cy="3500878"/>
              <a:chOff x="7774305" y="0"/>
              <a:chExt cx="960437" cy="3496309"/>
            </a:xfrm>
          </p:grpSpPr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D4EEC7D5-8C6D-48EE-F417-22296D0030BD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F29394D-4A89-FE0C-33E1-AACCD115876B}"/>
                  </a:ext>
                </a:extLst>
              </p:cNvPr>
              <p:cNvSpPr/>
              <p:nvPr/>
            </p:nvSpPr>
            <p:spPr>
              <a:xfrm>
                <a:off x="7774305" y="0"/>
                <a:ext cx="960437" cy="3496309"/>
              </a:xfrm>
              <a:custGeom>
                <a:avLst/>
                <a:gdLst>
                  <a:gd name="connsiteX0" fmla="*/ 960438 w 960437"/>
                  <a:gd name="connsiteY0" fmla="*/ 0 h 3496309"/>
                  <a:gd name="connsiteX1" fmla="*/ 525780 w 960437"/>
                  <a:gd name="connsiteY1" fmla="*/ 3496310 h 3496309"/>
                  <a:gd name="connsiteX2" fmla="*/ 0 w 960437"/>
                  <a:gd name="connsiteY2" fmla="*/ 0 h 3496309"/>
                  <a:gd name="connsiteX3" fmla="*/ 960438 w 96043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437" h="3496309">
                    <a:moveTo>
                      <a:pt x="960438" y="0"/>
                    </a:moveTo>
                    <a:lnTo>
                      <a:pt x="525780" y="3496310"/>
                    </a:lnTo>
                    <a:lnTo>
                      <a:pt x="0" y="0"/>
                    </a:lnTo>
                    <a:lnTo>
                      <a:pt x="960438" y="0"/>
                    </a:lnTo>
                    <a:close/>
                  </a:path>
                </a:pathLst>
              </a:custGeom>
              <a:gradFill>
                <a:gsLst>
                  <a:gs pos="22000">
                    <a:srgbClr val="C6EB00">
                      <a:alpha val="89804"/>
                    </a:srgbClr>
                  </a:gs>
                  <a:gs pos="35000">
                    <a:srgbClr val="C6EB00">
                      <a:alpha val="69804"/>
                    </a:srgbClr>
                  </a:gs>
                  <a:gs pos="60000">
                    <a:srgbClr val="C6EB00">
                      <a:alpha val="29804"/>
                    </a:srgbClr>
                  </a:gs>
                  <a:gs pos="90000">
                    <a:srgbClr val="C6EB00">
                      <a:alpha val="0"/>
                    </a:srgbClr>
                  </a:gs>
                </a:gsLst>
                <a:lin ang="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AAADA933-A7CB-5471-4826-CDF963AF8A73}"/>
                </a:ext>
              </a:extLst>
            </p:cNvPr>
            <p:cNvSpPr/>
            <p:nvPr/>
          </p:nvSpPr>
          <p:spPr>
            <a:xfrm>
              <a:off x="8300084" y="1"/>
              <a:ext cx="2220595" cy="3500878"/>
            </a:xfrm>
            <a:custGeom>
              <a:avLst/>
              <a:gdLst>
                <a:gd name="connsiteX0" fmla="*/ 2220596 w 2220595"/>
                <a:gd name="connsiteY0" fmla="*/ 0 h 3496309"/>
                <a:gd name="connsiteX1" fmla="*/ 0 w 2220595"/>
                <a:gd name="connsiteY1" fmla="*/ 3496310 h 3496309"/>
                <a:gd name="connsiteX2" fmla="*/ 1883093 w 2220595"/>
                <a:gd name="connsiteY2" fmla="*/ 0 h 3496309"/>
                <a:gd name="connsiteX3" fmla="*/ 2220596 w 222059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6309">
                  <a:moveTo>
                    <a:pt x="2220596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2220596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B4D848F1-CAD5-0DD3-8B0A-4C291C173D8B}"/>
                </a:ext>
              </a:extLst>
            </p:cNvPr>
            <p:cNvSpPr/>
            <p:nvPr/>
          </p:nvSpPr>
          <p:spPr>
            <a:xfrm>
              <a:off x="8300084" y="1"/>
              <a:ext cx="1398587" cy="3500878"/>
            </a:xfrm>
            <a:custGeom>
              <a:avLst/>
              <a:gdLst>
                <a:gd name="connsiteX0" fmla="*/ 1046163 w 1398587"/>
                <a:gd name="connsiteY0" fmla="*/ 0 h 3496309"/>
                <a:gd name="connsiteX1" fmla="*/ 0 w 1398587"/>
                <a:gd name="connsiteY1" fmla="*/ 3496310 h 3496309"/>
                <a:gd name="connsiteX2" fmla="*/ 1398588 w 1398587"/>
                <a:gd name="connsiteY2" fmla="*/ 0 h 3496309"/>
                <a:gd name="connsiteX3" fmla="*/ 1046163 w 1398587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8587" h="3496309">
                  <a:moveTo>
                    <a:pt x="1046163" y="0"/>
                  </a:moveTo>
                  <a:lnTo>
                    <a:pt x="0" y="3496310"/>
                  </a:lnTo>
                  <a:lnTo>
                    <a:pt x="1398588" y="0"/>
                  </a:lnTo>
                  <a:lnTo>
                    <a:pt x="1046163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7A43FF0-B0BF-1207-CEBC-B0F36C38C123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F96C9071-F0F7-BF68-0760-B1E4D827B5B9}"/>
                </a:ext>
              </a:extLst>
            </p:cNvPr>
            <p:cNvSpPr/>
            <p:nvPr/>
          </p:nvSpPr>
          <p:spPr>
            <a:xfrm>
              <a:off x="8300084" y="1"/>
              <a:ext cx="1046162" cy="3500878"/>
            </a:xfrm>
            <a:custGeom>
              <a:avLst/>
              <a:gdLst>
                <a:gd name="connsiteX0" fmla="*/ 434658 w 1046162"/>
                <a:gd name="connsiteY0" fmla="*/ 0 h 3496309"/>
                <a:gd name="connsiteX1" fmla="*/ 0 w 1046162"/>
                <a:gd name="connsiteY1" fmla="*/ 3496310 h 3496309"/>
                <a:gd name="connsiteX2" fmla="*/ 1046163 w 1046162"/>
                <a:gd name="connsiteY2" fmla="*/ 0 h 3496309"/>
                <a:gd name="connsiteX3" fmla="*/ 434658 w 104616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6162" h="3496309">
                  <a:moveTo>
                    <a:pt x="434658" y="0"/>
                  </a:moveTo>
                  <a:lnTo>
                    <a:pt x="0" y="3496310"/>
                  </a:lnTo>
                  <a:lnTo>
                    <a:pt x="1046163" y="0"/>
                  </a:lnTo>
                  <a:lnTo>
                    <a:pt x="434658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43000">
                  <a:srgbClr val="9EE545">
                    <a:alpha val="69804"/>
                  </a:srgbClr>
                </a:gs>
                <a:gs pos="100000">
                  <a:schemeClr val="accent1"/>
                </a:gs>
                <a:gs pos="53000">
                  <a:srgbClr val="4EDAD3">
                    <a:alpha val="0"/>
                  </a:srgbClr>
                </a:gs>
              </a:gsLst>
              <a:lin ang="78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08F78B0F-D404-F4B2-F333-0A29A402C6F8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C2E13307-B623-C467-FD4D-9B8942ECD934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3ED1ACAF-FAA8-C2E5-49AE-A8B8E4C6F103}"/>
                </a:ext>
              </a:extLst>
            </p:cNvPr>
            <p:cNvSpPr/>
            <p:nvPr/>
          </p:nvSpPr>
          <p:spPr>
            <a:xfrm>
              <a:off x="8300084" y="1"/>
              <a:ext cx="1883092" cy="3500878"/>
            </a:xfrm>
            <a:custGeom>
              <a:avLst/>
              <a:gdLst>
                <a:gd name="connsiteX0" fmla="*/ 1398588 w 1883092"/>
                <a:gd name="connsiteY0" fmla="*/ 0 h 3496309"/>
                <a:gd name="connsiteX1" fmla="*/ 0 w 1883092"/>
                <a:gd name="connsiteY1" fmla="*/ 3496310 h 3496309"/>
                <a:gd name="connsiteX2" fmla="*/ 1883093 w 1883092"/>
                <a:gd name="connsiteY2" fmla="*/ 0 h 3496309"/>
                <a:gd name="connsiteX3" fmla="*/ 1398588 w 1883092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3092" h="3496309">
                  <a:moveTo>
                    <a:pt x="1398588" y="0"/>
                  </a:moveTo>
                  <a:lnTo>
                    <a:pt x="0" y="3496310"/>
                  </a:lnTo>
                  <a:lnTo>
                    <a:pt x="1883093" y="0"/>
                  </a:lnTo>
                  <a:lnTo>
                    <a:pt x="1398588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0F0B80D-F0E8-B30E-46FF-C39179F09361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0EAFE0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52D49FC-DA0F-9DA8-A2B4-AF2D1A83A772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solidFill>
              <a:srgbClr val="3ECAFB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B794C530-2DE3-A9D5-0E55-EB9940ADEB99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gradFill>
              <a:gsLst>
                <a:gs pos="0">
                  <a:srgbClr val="3ECAFB">
                    <a:alpha val="0"/>
                  </a:srgbClr>
                </a:gs>
                <a:gs pos="40000">
                  <a:srgbClr val="3CC7FA">
                    <a:alpha val="52000"/>
                  </a:srgbClr>
                </a:gs>
                <a:gs pos="54000">
                  <a:srgbClr val="0068DF"/>
                </a:gs>
              </a:gsLst>
              <a:lin ang="2400000" scaled="0"/>
            </a:gra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0EB4D49-3517-277E-DB54-A4947144B8C0}"/>
                </a:ext>
              </a:extLst>
            </p:cNvPr>
            <p:cNvSpPr/>
            <p:nvPr/>
          </p:nvSpPr>
          <p:spPr>
            <a:xfrm>
              <a:off x="8300084" y="1"/>
              <a:ext cx="3284855" cy="3500878"/>
            </a:xfrm>
            <a:custGeom>
              <a:avLst/>
              <a:gdLst>
                <a:gd name="connsiteX0" fmla="*/ 3284855 w 3284855"/>
                <a:gd name="connsiteY0" fmla="*/ 0 h 3496309"/>
                <a:gd name="connsiteX1" fmla="*/ 0 w 3284855"/>
                <a:gd name="connsiteY1" fmla="*/ 3496310 h 3496309"/>
                <a:gd name="connsiteX2" fmla="*/ 2220596 w 3284855"/>
                <a:gd name="connsiteY2" fmla="*/ 0 h 3496309"/>
                <a:gd name="connsiteX3" fmla="*/ 3284855 w 3284855"/>
                <a:gd name="connsiteY3" fmla="*/ 0 h 349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4855" h="3496309">
                  <a:moveTo>
                    <a:pt x="3284855" y="0"/>
                  </a:moveTo>
                  <a:lnTo>
                    <a:pt x="0" y="3496310"/>
                  </a:lnTo>
                  <a:lnTo>
                    <a:pt x="2220596" y="0"/>
                  </a:lnTo>
                  <a:lnTo>
                    <a:pt x="3284855" y="0"/>
                  </a:lnTo>
                  <a:close/>
                </a:path>
              </a:pathLst>
            </a:custGeom>
            <a:no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9" name="Graphic 613">
              <a:extLst>
                <a:ext uri="{FF2B5EF4-FFF2-40B4-BE49-F238E27FC236}">
                  <a16:creationId xmlns:a16="http://schemas.microsoft.com/office/drawing/2014/main" id="{77A6F164-C859-3700-8E5E-8F76FB799086}"/>
                </a:ext>
              </a:extLst>
            </p:cNvPr>
            <p:cNvGrpSpPr/>
            <p:nvPr/>
          </p:nvGrpSpPr>
          <p:grpSpPr>
            <a:xfrm>
              <a:off x="8300084" y="1"/>
              <a:ext cx="3891915" cy="3500878"/>
              <a:chOff x="8300084" y="0"/>
              <a:chExt cx="3891915" cy="3496309"/>
            </a:xfrm>
          </p:grpSpPr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053F398-C062-108A-D474-FEBDCF412386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452EE8C4-4E9A-8FA7-20B2-8F725AAD1A40}"/>
                  </a:ext>
                </a:extLst>
              </p:cNvPr>
              <p:cNvSpPr/>
              <p:nvPr/>
            </p:nvSpPr>
            <p:spPr>
              <a:xfrm>
                <a:off x="8300084" y="0"/>
                <a:ext cx="3891915" cy="3496309"/>
              </a:xfrm>
              <a:custGeom>
                <a:avLst/>
                <a:gdLst>
                  <a:gd name="connsiteX0" fmla="*/ 3891915 w 3891915"/>
                  <a:gd name="connsiteY0" fmla="*/ 683895 h 3496309"/>
                  <a:gd name="connsiteX1" fmla="*/ 0 w 3891915"/>
                  <a:gd name="connsiteY1" fmla="*/ 3496310 h 3496309"/>
                  <a:gd name="connsiteX2" fmla="*/ 3284855 w 3891915"/>
                  <a:gd name="connsiteY2" fmla="*/ 0 h 3496309"/>
                  <a:gd name="connsiteX3" fmla="*/ 3891915 w 3891915"/>
                  <a:gd name="connsiteY3" fmla="*/ 0 h 3496309"/>
                  <a:gd name="connsiteX4" fmla="*/ 3891915 w 3891915"/>
                  <a:gd name="connsiteY4" fmla="*/ 683895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496309">
                    <a:moveTo>
                      <a:pt x="3891915" y="683895"/>
                    </a:moveTo>
                    <a:lnTo>
                      <a:pt x="0" y="3496310"/>
                    </a:lnTo>
                    <a:lnTo>
                      <a:pt x="3284855" y="0"/>
                    </a:lnTo>
                    <a:lnTo>
                      <a:pt x="3891915" y="0"/>
                    </a:lnTo>
                    <a:lnTo>
                      <a:pt x="3891915" y="683895"/>
                    </a:lnTo>
                    <a:close/>
                  </a:path>
                </a:pathLst>
              </a:custGeom>
              <a:gradFill>
                <a:gsLst>
                  <a:gs pos="46000">
                    <a:srgbClr val="0068DF"/>
                  </a:gs>
                  <a:gs pos="100000">
                    <a:srgbClr val="39C7F8"/>
                  </a:gs>
                  <a:gs pos="53000">
                    <a:srgbClr val="3ECAFB">
                      <a:alpha val="89804"/>
                    </a:srgbClr>
                  </a:gs>
                </a:gsLst>
                <a:lin ang="276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0" name="Graphic 613">
              <a:extLst>
                <a:ext uri="{FF2B5EF4-FFF2-40B4-BE49-F238E27FC236}">
                  <a16:creationId xmlns:a16="http://schemas.microsoft.com/office/drawing/2014/main" id="{59810255-E664-79BA-40D2-F2C2601BE972}"/>
                </a:ext>
              </a:extLst>
            </p:cNvPr>
            <p:cNvGrpSpPr/>
            <p:nvPr/>
          </p:nvGrpSpPr>
          <p:grpSpPr>
            <a:xfrm>
              <a:off x="8300084" y="684789"/>
              <a:ext cx="3930650" cy="2816090"/>
              <a:chOff x="8300084" y="683894"/>
              <a:chExt cx="3930650" cy="2812414"/>
            </a:xfrm>
          </p:grpSpPr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6F98B61E-7906-56B9-AD16-50ED7D684C37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C59ED0B-C029-A9DD-54AB-E329D6458E46}"/>
                  </a:ext>
                </a:extLst>
              </p:cNvPr>
              <p:cNvSpPr/>
              <p:nvPr/>
            </p:nvSpPr>
            <p:spPr>
              <a:xfrm>
                <a:off x="8300084" y="683894"/>
                <a:ext cx="3930650" cy="2812414"/>
              </a:xfrm>
              <a:custGeom>
                <a:avLst/>
                <a:gdLst>
                  <a:gd name="connsiteX0" fmla="*/ 3891915 w 3930650"/>
                  <a:gd name="connsiteY0" fmla="*/ 0 h 2812414"/>
                  <a:gd name="connsiteX1" fmla="*/ 0 w 3930650"/>
                  <a:gd name="connsiteY1" fmla="*/ 2812415 h 2812414"/>
                  <a:gd name="connsiteX2" fmla="*/ 3930650 w 3930650"/>
                  <a:gd name="connsiteY2" fmla="*/ 1133158 h 2812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30650" h="2812414">
                    <a:moveTo>
                      <a:pt x="3891915" y="0"/>
                    </a:moveTo>
                    <a:lnTo>
                      <a:pt x="0" y="2812415"/>
                    </a:lnTo>
                    <a:lnTo>
                      <a:pt x="3930650" y="1133158"/>
                    </a:lnTo>
                  </a:path>
                </a:pathLst>
              </a:custGeom>
              <a:gradFill>
                <a:gsLst>
                  <a:gs pos="47000">
                    <a:srgbClr val="0068DF">
                      <a:alpha val="89804"/>
                    </a:srgbClr>
                  </a:gs>
                  <a:gs pos="34000">
                    <a:srgbClr val="0068DF">
                      <a:alpha val="89804"/>
                    </a:srgbClr>
                  </a:gs>
                  <a:gs pos="58000">
                    <a:srgbClr val="0EAFE0"/>
                  </a:gs>
                </a:gsLst>
                <a:lin ang="36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01" name="Graphic 613">
              <a:extLst>
                <a:ext uri="{FF2B5EF4-FFF2-40B4-BE49-F238E27FC236}">
                  <a16:creationId xmlns:a16="http://schemas.microsoft.com/office/drawing/2014/main" id="{100605DC-4610-F7A6-DF53-D848F2BD49B8}"/>
                </a:ext>
              </a:extLst>
            </p:cNvPr>
            <p:cNvGrpSpPr/>
            <p:nvPr/>
          </p:nvGrpSpPr>
          <p:grpSpPr>
            <a:xfrm>
              <a:off x="8300084" y="1819428"/>
              <a:ext cx="3930650" cy="1681452"/>
              <a:chOff x="8300084" y="1817052"/>
              <a:chExt cx="3930650" cy="1679257"/>
            </a:xfrm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B4A838C9-16EA-4C4D-9259-B51E79ECC16B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8258A440-01BE-DAD4-9A28-338A876C016D}"/>
                  </a:ext>
                </a:extLst>
              </p:cNvPr>
              <p:cNvSpPr/>
              <p:nvPr/>
            </p:nvSpPr>
            <p:spPr>
              <a:xfrm>
                <a:off x="8300084" y="1817052"/>
                <a:ext cx="3930650" cy="1679257"/>
              </a:xfrm>
              <a:custGeom>
                <a:avLst/>
                <a:gdLst>
                  <a:gd name="connsiteX0" fmla="*/ 3930650 w 3930650"/>
                  <a:gd name="connsiteY0" fmla="*/ 0 h 1679257"/>
                  <a:gd name="connsiteX1" fmla="*/ 0 w 3930650"/>
                  <a:gd name="connsiteY1" fmla="*/ 1679257 h 1679257"/>
                  <a:gd name="connsiteX2" fmla="*/ 3928746 w 3930650"/>
                  <a:gd name="connsiteY2" fmla="*/ 279400 h 1679257"/>
                  <a:gd name="connsiteX3" fmla="*/ 3930650 w 3930650"/>
                  <a:gd name="connsiteY3" fmla="*/ 0 h 167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0650" h="1679257">
                    <a:moveTo>
                      <a:pt x="3930650" y="0"/>
                    </a:moveTo>
                    <a:lnTo>
                      <a:pt x="0" y="1679257"/>
                    </a:lnTo>
                    <a:lnTo>
                      <a:pt x="3928746" y="279400"/>
                    </a:lnTo>
                    <a:lnTo>
                      <a:pt x="3930650" y="0"/>
                    </a:lnTo>
                    <a:close/>
                  </a:path>
                </a:pathLst>
              </a:custGeom>
              <a:solidFill>
                <a:srgbClr val="26BCE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85376B0-2813-EEAE-6FA7-67C3F3D53D26}"/>
                </a:ext>
              </a:extLst>
            </p:cNvPr>
            <p:cNvSpPr/>
            <p:nvPr userDrawn="1"/>
          </p:nvSpPr>
          <p:spPr>
            <a:xfrm>
              <a:off x="12200310" y="1"/>
              <a:ext cx="92408" cy="6866963"/>
            </a:xfrm>
            <a:prstGeom prst="rect">
              <a:avLst/>
            </a:prstGeom>
            <a:solidFill>
              <a:srgbClr val="E9E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53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91696F-04D1-9B06-1237-744CE5322B6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2B66B9-7611-B714-8794-C580ADF153EF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B59CCC-1A5B-6EE8-1831-4D7D0F91EA95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A97240-CCE8-5488-76AC-CF0E9B0356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1553C3-C302-B768-18B7-85711337DE99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A4036E-2DF9-8C64-DE1E-DAEFFDE15D0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BED6A4E-F6E8-9D63-83E2-4C94049BDCB0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EF2BA1-C922-85EE-6AB8-53B1877C16F7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89949BD-CEF8-2E38-DB65-994A515B835C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B866CA-4D7B-D458-D16A-CF01E01505D1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6F84751-33C6-336B-571E-4C8E686718D7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F64EEB-CDD9-9801-05F4-E3C3275F2004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D76B76A-4FB8-E6E7-D3F1-8C150930EAD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33D91F8-AC7F-7131-A323-5F2FE3EEE67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76651C1-ED4D-7D63-761B-68C1C10BB8BE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2734A54-18D2-9E9F-5435-5E7D01086192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4EC1ED-B7E5-F639-1991-DB2A240C75C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2618B8-658D-901C-5B62-CD9F778AC1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9B53495-2369-8233-E2D5-456661DA5DE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678E99-5A39-5241-4EFC-658BC1B3F0BC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F773990-489B-E79F-0E86-BD94953FA8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C8E97EB-6D9E-078D-430B-2C9144FE0BF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F968B10-8EDB-15E0-4752-812334B68CC5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3FE36BA-5263-0E9D-D6DF-AADFFC855FFA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BF8A9AE-3288-266C-81E4-EB36BF777818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CC90F00-A389-F1CF-DF50-87D61ABF955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FF2031D9-0B50-1AD1-E5A1-7941BF56B3AF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364531C-644D-3C42-D60F-3CB805DA7761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6C15462-5DC2-4892-842B-9AEC15EFE4E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86CDE4F-C7A2-32ED-B8BD-DD306E7809C8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70EACA0-112E-2BF7-55C2-6B20B205A46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38EF964-C6D0-5BE7-BC1A-DAE052D6F39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8447992-0020-4B2D-0C92-479235B1336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F9998D2-6765-3F9B-BC1F-1881458AECF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23B2460-5287-09E8-CDCD-F1103D32E21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65CBB63-BD32-612E-62DF-0DD48A6A1B16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98FBBD2-5FAE-E093-70BE-0FAA50493BCB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786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2">
                    <a:lumMod val="10000"/>
                    <a:lumOff val="90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30BA5F-BFE6-F50D-6334-D0BC11439464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bg2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D45665-BD65-75C9-E7F2-FA36AF660C81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59E6AF1-5A65-F20E-815C-DEE7A913EA3E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A043C17-2791-3884-44DA-C50478F3A6A7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5001727-9A29-E926-E9CA-2F4D11DB43BB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157208-80A9-F240-4D7E-40221D8B6202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9B1AE8-9041-2D9D-1D20-82F25EAE5EED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E85F7-81F4-0C70-F3A8-F938D308486E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276053A-D626-053D-B078-7CBD1577FFBD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70F47DD-4A4B-75E4-D952-DBCC03F97A3B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DF59EB8-FBA9-D30A-EDB5-3074E28A19DD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740D46D-B357-C122-8A77-B328771B638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D0CE0F6-6372-4135-24B7-A6F99B57E62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C8A72F8-33BD-BA9C-432E-FF787FCDD621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ACC1D85-0132-4746-4D52-0FB5F3A4B483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5559F9-FC85-C68A-2187-88C5F36A8065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0455335-E8EB-5404-BFC8-18BA9DF22B4A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F32CA7E-E27D-967F-2156-9F88D8B3B84D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A108644-4343-00EE-6A49-9842A1B98C8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78D3D81-0CF0-5DF9-AB46-27DDF6E822A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E2954F3-C724-47F9-FB65-AA4C10EB95DC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46D66BC-E4BE-1EC8-D636-BEA2ACE433B0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70425FE-AC72-E284-8C4E-AF17E1647587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3" name="Graphic 57">
              <a:extLst>
                <a:ext uri="{FF2B5EF4-FFF2-40B4-BE49-F238E27FC236}">
                  <a16:creationId xmlns:a16="http://schemas.microsoft.com/office/drawing/2014/main" id="{C21F0111-0BC2-6296-E9F6-4050D2313AC6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D3F6082-7386-FB99-3E3E-B3656920AC87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F87FE6A-B6AE-D1B6-A602-A0629FC01772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4DFA87-E202-E037-4BAE-44A3DA297912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13B89D5-4EE8-F03D-BCC6-0652B77AA4D3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298A01E-8844-2BBC-B9BF-B0264C471407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B74BDD4-ED8D-BC7D-4908-656DF65B395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09FCD9A-97C1-7823-8D88-BDF6CD93B55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AB6B5BD-5E59-AED7-10A2-A0F56B629BF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C104295-16A6-DDB9-4146-C6C0E856F7E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CC47724-C4AE-2D12-25FC-57E59185E13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C8BD51-99FC-03F8-7EB3-8AB0999A5FD3}"/>
              </a:ext>
            </a:extLst>
          </p:cNvPr>
          <p:cNvGrpSpPr/>
          <p:nvPr userDrawn="1"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F2A1C519-BE9F-CD46-5DDF-5CA511BF3F2F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  <a:solidFill>
              <a:schemeClr val="tx1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275B79F-4783-EF24-8F6F-1B868A35B611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EB2B1E8-C7C2-785D-DF1C-553C34085C1D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A075B41-2696-33A3-82D7-FCB44E74E7A7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09CEEDB-66E2-A3A0-98A3-E1B02DA164B4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1EAB3E2-25CA-DD19-033F-E5E94A7C3C70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306B53-E5F0-032B-AE56-C0B5A6D90F4B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C7426B8-6869-E476-4FD6-5A905DDF4486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256BF87-5E08-15DB-CCBA-50B7D009D91D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4F0DD09-9B26-6DDA-9CEF-0B77E9E7C97E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D6B2B9-3943-854B-F3C1-90F623E8D35A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324CB79-CEA3-5155-3854-94FE55E85696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B67A194-51C5-345A-7624-3058FB808ED0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B17FAFA-04CF-D9C4-932F-23634900BE96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D53B3DC-50AE-7683-29C8-B214DDD6052E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EB6A0DC-A903-F9BD-ADA2-D758EE0F8AA2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53F8860-81F3-2E50-DDC5-33F9E89E775A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C09F61-E382-D981-06D1-6268A10F859E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1D1E8AF-7AA3-D831-81DB-14A20046B55C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847E46E-498A-BEC3-5037-C9EC051502AB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574364D-F516-9734-E8D4-A1A92051B6C9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672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8611E8-2A99-51CF-0406-11504A28D8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DD939FD6-7900-9BF1-E007-980EAA410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F625206-8EC0-F346-26E8-1D3C64F07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19CE444-1E20-BC10-EB52-FA0A7FBF352F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B0137DC-0A13-B2A7-7BD7-481F29140477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E29BA0B-32DE-D114-8B66-DEB733B060CE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2348AC-15FB-B52A-8D79-D06040BBF52F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64" name="Rectangle 57">
                <a:extLst>
                  <a:ext uri="{FF2B5EF4-FFF2-40B4-BE49-F238E27FC236}">
                    <a16:creationId xmlns:a16="http://schemas.microsoft.com/office/drawing/2014/main" id="{8D6B6138-4631-A738-81FA-7B720C2E5EDB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785116-2A75-5C21-198D-6B93767D82F4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874D2C6-8CF0-4BD4-20FE-B9C0A206E88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E54D9D3-C010-1DDD-E056-677CDE82F3B6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1416E4E-C43D-FFE2-FBBE-562A2C1BFD17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B1CEAA0-A035-EFDD-A298-D686EAF9623A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AAAB3FF-3F4B-DA15-A47D-12B9DC10C1A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A6B9D6-FFEF-B3D1-2C7A-1605F2D2C01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02D599-C6F9-9A51-D4F8-74409D44825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5183F6D-5EC9-1C56-B19E-D634E3F23EB3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D5CB4C5-1FDC-6793-46C3-86D6667B8C7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F42512D-4A2B-C686-17DC-52467C8DC550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AFF5C48-A44A-A9D1-CCA8-DA3CD1FE544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CDBA68C-FA70-22B2-C709-3F6EF70E24D1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542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6F4DAE-6FA9-F587-560D-0669A5EC086F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616F50-FFFA-28DD-FAAC-BFE320B80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AFE2D78-CAEC-0B0E-1654-64661C5FB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66D53C-CFF6-8F3E-0319-03AABB6E5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355717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5639739A-31D0-FE65-C933-0C49124C4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749878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B4A12A3-E68B-B5F9-ECD4-384E6D7D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513644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89462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AF38828-6081-4C3A-2DD3-B22FC328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82506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A855893-2639-83FD-38A0-E8FDCF1A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4698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3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B64443A-120A-C698-0B12-196C4D589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30614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B2D6F07-9B0E-549D-BBFE-AA93E1F03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FD9AB6-FF46-01F9-652C-2D9FC9D15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228EF09-8E57-C2CC-B793-565FED72C0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26CF5C1-649B-88BF-6A75-227309B989C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A99A06D-BAB2-8CCE-BFE3-23F117AD327D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BCD6A5-3544-1C5F-3D4D-230ED5EF936C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1499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5309F-0EB8-12D7-C5F0-0B3DD3A0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757A7F-A06F-BD29-B262-6E60E244B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0F607D-A85B-7100-34BB-D854B9E85D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55DF262-18AB-6874-1D10-A93587E94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42AF305-B078-622A-386E-B7208B044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6F36683-D877-58F5-F47A-1992BE7489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D7C3C5-FB5F-DD84-5D21-842EBC55A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6BDD1E7-6359-07B6-A6A3-4F56BC2F4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12698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3778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9156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329588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E305DC-0F8F-0D07-0119-6D6146541934}"/>
              </a:ext>
            </a:extLst>
          </p:cNvPr>
          <p:cNvSpPr/>
          <p:nvPr userDrawn="1"/>
        </p:nvSpPr>
        <p:spPr>
          <a:xfrm>
            <a:off x="5749925" y="0"/>
            <a:ext cx="64420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D007F8A-9F07-EC1B-CBDC-4AC0B31CF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878F7B6-F89E-2106-EE45-FAF6654634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DC2AB5-EB2D-A40E-EB58-C9E35D99D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7809B83-6C93-C9EF-7A62-25E509B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69251" y="0"/>
            <a:ext cx="3222749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69251" y="3429000"/>
            <a:ext cx="3222749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D12CC19-50A2-A36F-6422-E9BE131E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529156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6A2E74-AC57-AF7E-7DC0-69BEAD40D52D}"/>
              </a:ext>
            </a:extLst>
          </p:cNvPr>
          <p:cNvSpPr/>
          <p:nvPr userDrawn="1"/>
        </p:nvSpPr>
        <p:spPr>
          <a:xfrm>
            <a:off x="3476625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E2214D4-13C2-A3B3-B673-6C90FB5CD0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6C03DDC9-1215-58A7-966E-1F225C5E5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5" y="1"/>
            <a:ext cx="2903970" cy="3429002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8066613-8544-14DA-CE5B-A0653A86E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565187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2E06AA-C604-B254-0548-842563B995CE}"/>
              </a:ext>
            </a:extLst>
          </p:cNvPr>
          <p:cNvSpPr/>
          <p:nvPr userDrawn="1"/>
        </p:nvSpPr>
        <p:spPr>
          <a:xfrm>
            <a:off x="3476624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0CA601A-B2F8-3621-C7A6-74F05BD40A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861F4E7-707B-6EAB-0166-74548368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F8D3E6-BB80-8FF2-511F-2702C5F3F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4086344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248DE-1B33-702A-19EE-36BD47456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2AC6E4-E155-A422-F772-AF6A8D3DE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353F30A-956E-6F05-EF51-ED2E85383C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4BF05-4B90-51C7-13D2-008DB9110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B93A6B-D323-B374-BBF9-45B3A349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69555E3-3700-CDC2-01FE-CDE5F1EF916E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DC0077-BAD4-0229-4E1A-2E7B4B30A6D0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4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C6999-857C-3B9C-1BA1-40386C14E84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4B8D96-22BA-0C1F-5162-2AC5105DDF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E087739-C541-8865-EA98-5C2F15B5C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18DDFC6-3BD8-E99E-B3E1-EEF133BD7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14FD709-AB27-B41E-E4BB-293B59377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AF60DD6-FFC3-0965-E53C-A4DA65843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838400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6209300-539C-8152-5982-7DA48EAEC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58361DA-1C1F-7622-FED8-6465D492B7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A473332-A069-A755-63D0-8559BB4E5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6245C49-A606-4225-6F82-7EA58D2F6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201265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0FAEFE-DCEA-C11E-9CD8-5BAE7ECD0A8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2023"/>
            <a:ext cx="6078373" cy="2294813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D790FE4-BFEC-9756-BEB4-6B96B0DF6E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2FD68F5-B296-0C2B-59DB-54BBD7D001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3D111EC-D128-EB01-30D0-3F5DA8E36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595F731-0F02-28C1-AF72-7799DA7D7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0471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90E8F-3F86-019E-7259-C5DF5D006B8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6B57A2-10F0-6C44-3C29-83B0D5577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AE77CD-9E4A-7D74-E4B4-4AD390F68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6EFC393-F3E0-61E8-169E-22AB3A81B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D3881B2-2CB5-BFB7-3D69-DB30616B86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0AB17C-2820-B52E-E6A5-744B267555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FF29363-7825-3F5A-BEA2-C9B0A923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249748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EB4605-05A5-FFF7-6BEB-8F2A1CCAFFA1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AB0D92D-86F3-7AF3-45BC-19114C142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2447" y="6229255"/>
            <a:ext cx="3606401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73902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3876A-96D1-F0AE-F0F2-8AF6DB2F3681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5EC604-C69A-8891-1B53-E11149E2F5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0AE43D4D-B5C0-4755-F0CF-B819394BD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8E4A644-9CDA-47FD-DDA4-9911AA1D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8" y="6229255"/>
            <a:ext cx="5059388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68668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</a:t>
            </a:r>
            <a:br>
              <a:rPr lang="en-GB"/>
            </a:br>
            <a:r>
              <a:rPr lang="en-GB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9011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2055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5031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0618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544113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2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8C5959-5865-DB24-5DF2-A323BD521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8" y="6222906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601079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GB"/>
              <a:t>Insert image over here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076D58-FC00-5EE0-5C7E-BDA17369F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914" y="1611832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Slide title goes </a:t>
            </a:r>
            <a:br>
              <a:rPr lang="en-GB"/>
            </a:br>
            <a:r>
              <a:rPr lang="en-GB"/>
              <a:t>here over three lines </a:t>
            </a:r>
            <a:br>
              <a:rPr lang="en-GB"/>
            </a:br>
            <a:r>
              <a:rPr lang="en-GB"/>
              <a:t>if required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4E251DE-F8A8-0B55-6962-7DF6C87F13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3988" y="5589451"/>
            <a:ext cx="5040860" cy="352675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800" b="0" i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GB">
                <a:solidFill>
                  <a:srgbClr val="2D2D2D"/>
                </a:solidFill>
                <a:effectLst/>
                <a:latin typeface="Poppins" pitchFamily="2" charset="77"/>
              </a:rPr>
              <a:t>Notes section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r>
              <a:rPr lang="en-US"/>
              <a:t> </a:t>
            </a:r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62735095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900" name="SlideNumberText"/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1" name="ClassificationText"/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9996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6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73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6DBEC6-2685-F2FC-298D-5F4CBBF49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b="0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b="0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b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itle Placeholder 16">
            <a:extLst>
              <a:ext uri="{FF2B5EF4-FFF2-40B4-BE49-F238E27FC236}">
                <a16:creationId xmlns:a16="http://schemas.microsoft.com/office/drawing/2014/main" id="{F57F4805-F012-B4DF-F69C-5B6FDD5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5E28841-3942-0C14-E018-4E1A6C0C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687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379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2A1F4-FB15-0B2D-7DFF-4AC1873B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5319E7-8948-378F-DF8C-7C80D60C07CA}"/>
              </a:ext>
            </a:extLst>
          </p:cNvPr>
          <p:cNvSpPr txBox="1">
            <a:spLocks/>
          </p:cNvSpPr>
          <p:nvPr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D39AA8-A244-DB56-42EC-193BDAB2C610}"/>
              </a:ext>
            </a:extLst>
          </p:cNvPr>
          <p:cNvSpPr txBox="1">
            <a:spLocks/>
          </p:cNvSpPr>
          <p:nvPr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Placeholder 16">
            <a:extLst>
              <a:ext uri="{FF2B5EF4-FFF2-40B4-BE49-F238E27FC236}">
                <a16:creationId xmlns:a16="http://schemas.microsoft.com/office/drawing/2014/main" id="{3D2DD0E2-8C1E-EA89-DB65-8934D25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1BEE7E3-E75B-96AC-2D17-FB238CFE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787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dirty="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80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9B5CE-86F0-2132-D1DE-512D935CF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249E02-7FE1-C7C0-35C4-2942DE4DF1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5EEAF9-54D4-B055-3301-069AB63B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oppins SemiBold"/>
                <a:cs typeface="Poppins SemiBold"/>
              </a:rPr>
              <a:t>Day 4 – NXP MBDT Bootcamp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0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39B122-54BB-A63E-35E3-D0CAAFD9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1828800"/>
            <a:ext cx="4585878" cy="524563"/>
          </a:xfrm>
        </p:spPr>
        <p:txBody>
          <a:bodyPr>
            <a:normAutofit fontScale="90000"/>
          </a:bodyPr>
          <a:lstStyle/>
          <a:p>
            <a:r>
              <a:rPr lang="en-US"/>
              <a:t>What you will learn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3F96E-4679-7407-D298-85C3B07B3D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9412" y="2428569"/>
            <a:ext cx="4792663" cy="2923688"/>
          </a:xfrm>
        </p:spPr>
        <p:txBody>
          <a:bodyPr>
            <a:normAutofit/>
          </a:bodyPr>
          <a:lstStyle/>
          <a:p>
            <a:r>
              <a:rPr lang="en-US" b="1">
                <a:latin typeface="Poppins"/>
                <a:cs typeface="Poppins"/>
              </a:rPr>
              <a:t>Part 1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PWM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How to use PWM in Simulink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Control fan speed</a:t>
            </a:r>
          </a:p>
          <a:p>
            <a:endParaRPr lang="en-US"/>
          </a:p>
          <a:p>
            <a:pPr marL="342900" indent="-342900">
              <a:buChar char="•"/>
            </a:pPr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F9E94F-FE07-395A-4923-4906FE4BD4D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5" r="625"/>
          <a:stretch>
            <a:fillRect/>
          </a:stretch>
        </p:blipFill>
        <p:spPr>
          <a:xfrm>
            <a:off x="5753100" y="0"/>
            <a:ext cx="82677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944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1D5C31-71FB-7344-8D14-18D4B5C8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Pulse Width Modulation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8E6BD0-92AC-293D-33CB-044842DC7B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Precision Control through Pulse Timing</a:t>
            </a:r>
          </a:p>
        </p:txBody>
      </p:sp>
    </p:spTree>
    <p:extLst>
      <p:ext uri="{BB962C8B-B14F-4D97-AF65-F5344CB8AC3E}">
        <p14:creationId xmlns:p14="http://schemas.microsoft.com/office/powerpoint/2010/main" val="94749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8B5CA5-BF34-1C4B-EA1B-7C1DDFD4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Pulse Width Modulation – in a “nutshell”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19BCA-7E34-423F-FA78-E98BB890391D}"/>
              </a:ext>
            </a:extLst>
          </p:cNvPr>
          <p:cNvSpPr txBox="1"/>
          <p:nvPr/>
        </p:nvSpPr>
        <p:spPr>
          <a:xfrm>
            <a:off x="379411" y="1054251"/>
            <a:ext cx="516413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/>
              <a:t>Why do we need PWM?</a:t>
            </a:r>
          </a:p>
          <a:p>
            <a:pPr algn="l"/>
            <a:r>
              <a:rPr lang="en-US"/>
              <a:t>DIO can output only 2 states, but real loads need variable power</a:t>
            </a:r>
          </a:p>
          <a:p>
            <a:pPr algn="l"/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B81B539C-2EEB-6495-3117-15C40F281141}"/>
              </a:ext>
            </a:extLst>
          </p:cNvPr>
          <p:cNvSpPr/>
          <p:nvPr/>
        </p:nvSpPr>
        <p:spPr>
          <a:xfrm>
            <a:off x="379411" y="21854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00">
                <a:solidFill>
                  <a:srgbClr val="E5484D"/>
                </a:solidFill>
              </a:rPr>
              <a:t>THE LIMIT</a:t>
            </a:r>
            <a:endParaRPr lang="en-US" sz="110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80C34DD-787E-0483-0379-EBEA34DD0F07}"/>
              </a:ext>
            </a:extLst>
          </p:cNvPr>
          <p:cNvSpPr/>
          <p:nvPr/>
        </p:nvSpPr>
        <p:spPr>
          <a:xfrm>
            <a:off x="379411" y="25511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>
                <a:solidFill>
                  <a:srgbClr val="102A43"/>
                </a:solidFill>
              </a:rPr>
              <a:t>Digital output</a:t>
            </a:r>
            <a:endParaRPr lang="en-US" sz="23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D43934F7-AA7C-749B-8E07-15D982A1EC94}"/>
              </a:ext>
            </a:extLst>
          </p:cNvPr>
          <p:cNvSpPr/>
          <p:nvPr/>
        </p:nvSpPr>
        <p:spPr>
          <a:xfrm flipV="1">
            <a:off x="379411" y="3255264"/>
            <a:ext cx="1" cy="658368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0C782CCD-EF86-BF8F-D5F1-7F6690F8539A}"/>
              </a:ext>
            </a:extLst>
          </p:cNvPr>
          <p:cNvSpPr/>
          <p:nvPr/>
        </p:nvSpPr>
        <p:spPr>
          <a:xfrm>
            <a:off x="379411" y="3255264"/>
            <a:ext cx="685800" cy="1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06A5F91-F077-44EB-83F2-9D95BE9B17AC}"/>
              </a:ext>
            </a:extLst>
          </p:cNvPr>
          <p:cNvSpPr/>
          <p:nvPr/>
        </p:nvSpPr>
        <p:spPr>
          <a:xfrm>
            <a:off x="1065211" y="3255264"/>
            <a:ext cx="1" cy="658368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39C67AC-9869-AB44-2E6C-5AAF63DD934E}"/>
              </a:ext>
            </a:extLst>
          </p:cNvPr>
          <p:cNvSpPr/>
          <p:nvPr/>
        </p:nvSpPr>
        <p:spPr>
          <a:xfrm>
            <a:off x="1065211" y="3913632"/>
            <a:ext cx="685800" cy="1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8B51164-A0E9-CB2B-A3CA-D24AC61E4742}"/>
              </a:ext>
            </a:extLst>
          </p:cNvPr>
          <p:cNvSpPr/>
          <p:nvPr/>
        </p:nvSpPr>
        <p:spPr>
          <a:xfrm>
            <a:off x="1751011" y="3913632"/>
            <a:ext cx="1" cy="1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528E6D6-AE6F-5DEC-3832-8BE58A0A8283}"/>
              </a:ext>
            </a:extLst>
          </p:cNvPr>
          <p:cNvSpPr/>
          <p:nvPr/>
        </p:nvSpPr>
        <p:spPr>
          <a:xfrm flipV="1">
            <a:off x="1751011" y="3255264"/>
            <a:ext cx="1" cy="658368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5A071694-C867-FD05-D49F-E1912352EE7E}"/>
              </a:ext>
            </a:extLst>
          </p:cNvPr>
          <p:cNvSpPr/>
          <p:nvPr/>
        </p:nvSpPr>
        <p:spPr>
          <a:xfrm>
            <a:off x="1751011" y="3255264"/>
            <a:ext cx="685800" cy="1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915668A-770C-52DC-5EBC-30C7E3EBDC6B}"/>
              </a:ext>
            </a:extLst>
          </p:cNvPr>
          <p:cNvSpPr/>
          <p:nvPr/>
        </p:nvSpPr>
        <p:spPr>
          <a:xfrm>
            <a:off x="2436811" y="3255264"/>
            <a:ext cx="1" cy="658368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5E4B9CD-F05D-7833-F7CF-F830F57E55C1}"/>
              </a:ext>
            </a:extLst>
          </p:cNvPr>
          <p:cNvSpPr/>
          <p:nvPr/>
        </p:nvSpPr>
        <p:spPr>
          <a:xfrm>
            <a:off x="2436811" y="3913632"/>
            <a:ext cx="685800" cy="1"/>
          </a:xfrm>
          <a:prstGeom prst="line">
            <a:avLst/>
          </a:prstGeom>
          <a:noFill/>
          <a:ln w="27940">
            <a:solidFill>
              <a:srgbClr val="4B64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97772EFF-5A9A-1A90-A73B-66516325E51D}"/>
              </a:ext>
            </a:extLst>
          </p:cNvPr>
          <p:cNvSpPr/>
          <p:nvPr/>
        </p:nvSpPr>
        <p:spPr>
          <a:xfrm>
            <a:off x="379411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4B6475"/>
                </a:solidFill>
              </a:rPr>
              <a:t>LOW  or  HIGH</a:t>
            </a:r>
            <a:endParaRPr lang="en-US" sz="160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D52C4C9-DFB8-0EAB-B9BB-BBEC0CE976C3}"/>
              </a:ext>
            </a:extLst>
          </p:cNvPr>
          <p:cNvSpPr/>
          <p:nvPr/>
        </p:nvSpPr>
        <p:spPr>
          <a:xfrm>
            <a:off x="379411" y="4654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/>
              <a:t>No direct “half power” state exists on the pin.</a:t>
            </a: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DB10020-2494-5BF2-B847-97EBD52C26EF}"/>
              </a:ext>
            </a:extLst>
          </p:cNvPr>
          <p:cNvSpPr/>
          <p:nvPr/>
        </p:nvSpPr>
        <p:spPr>
          <a:xfrm>
            <a:off x="5642612" y="2163901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00">
                <a:solidFill>
                  <a:srgbClr val="00A4A6"/>
                </a:solidFill>
              </a:rPr>
              <a:t>THE PWM SOLUTION</a:t>
            </a:r>
            <a:endParaRPr lang="en-US" sz="110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FEAE599-C5B6-5BB4-7590-5B47B886D4E8}"/>
              </a:ext>
            </a:extLst>
          </p:cNvPr>
          <p:cNvSpPr/>
          <p:nvPr/>
        </p:nvSpPr>
        <p:spPr>
          <a:xfrm flipV="1">
            <a:off x="567004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8A14D287-32D8-DEBE-374E-2A6C7EDD3257}"/>
              </a:ext>
            </a:extLst>
          </p:cNvPr>
          <p:cNvSpPr/>
          <p:nvPr/>
        </p:nvSpPr>
        <p:spPr>
          <a:xfrm>
            <a:off x="567004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3479CAEC-0E90-9AF1-9D2C-AD5F485FE6DE}"/>
              </a:ext>
            </a:extLst>
          </p:cNvPr>
          <p:cNvSpPr/>
          <p:nvPr/>
        </p:nvSpPr>
        <p:spPr>
          <a:xfrm>
            <a:off x="588767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BDCA57BA-C8DF-8637-258C-1CB222E033D9}"/>
              </a:ext>
            </a:extLst>
          </p:cNvPr>
          <p:cNvSpPr/>
          <p:nvPr/>
        </p:nvSpPr>
        <p:spPr>
          <a:xfrm>
            <a:off x="588767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9FAE2778-96A0-FA0E-DCDC-67DE9356D76B}"/>
              </a:ext>
            </a:extLst>
          </p:cNvPr>
          <p:cNvSpPr/>
          <p:nvPr/>
        </p:nvSpPr>
        <p:spPr>
          <a:xfrm>
            <a:off x="644728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31FBBCFA-EC84-F930-6814-425A34F5E207}"/>
              </a:ext>
            </a:extLst>
          </p:cNvPr>
          <p:cNvSpPr/>
          <p:nvPr/>
        </p:nvSpPr>
        <p:spPr>
          <a:xfrm flipV="1">
            <a:off x="644728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FCE34E4D-F497-49A3-5A19-E2A31C46C201}"/>
              </a:ext>
            </a:extLst>
          </p:cNvPr>
          <p:cNvSpPr/>
          <p:nvPr/>
        </p:nvSpPr>
        <p:spPr>
          <a:xfrm>
            <a:off x="644728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2812940C-FBC5-8E73-CA61-5764C8AC6285}"/>
              </a:ext>
            </a:extLst>
          </p:cNvPr>
          <p:cNvSpPr/>
          <p:nvPr/>
        </p:nvSpPr>
        <p:spPr>
          <a:xfrm>
            <a:off x="666491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013C99C2-ADC2-311B-CDE5-997C2ED2B7E5}"/>
              </a:ext>
            </a:extLst>
          </p:cNvPr>
          <p:cNvSpPr/>
          <p:nvPr/>
        </p:nvSpPr>
        <p:spPr>
          <a:xfrm>
            <a:off x="666491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DC0EF6C8-9982-6BE6-56B9-B6F5D695B1DF}"/>
              </a:ext>
            </a:extLst>
          </p:cNvPr>
          <p:cNvSpPr/>
          <p:nvPr/>
        </p:nvSpPr>
        <p:spPr>
          <a:xfrm>
            <a:off x="722452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D8190E75-AF4D-7F2D-6089-AAAEE4CB88D2}"/>
              </a:ext>
            </a:extLst>
          </p:cNvPr>
          <p:cNvSpPr/>
          <p:nvPr/>
        </p:nvSpPr>
        <p:spPr>
          <a:xfrm flipV="1">
            <a:off x="722452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6D6E15C0-5286-25BC-DE73-3995C37F39C6}"/>
              </a:ext>
            </a:extLst>
          </p:cNvPr>
          <p:cNvSpPr/>
          <p:nvPr/>
        </p:nvSpPr>
        <p:spPr>
          <a:xfrm>
            <a:off x="722452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E96E8E8-4031-3883-4B79-2F0C9C5E4A22}"/>
              </a:ext>
            </a:extLst>
          </p:cNvPr>
          <p:cNvSpPr/>
          <p:nvPr/>
        </p:nvSpPr>
        <p:spPr>
          <a:xfrm>
            <a:off x="744215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78CB7B6C-E5ED-AF83-B8C8-2F2911C88DC7}"/>
              </a:ext>
            </a:extLst>
          </p:cNvPr>
          <p:cNvSpPr/>
          <p:nvPr/>
        </p:nvSpPr>
        <p:spPr>
          <a:xfrm>
            <a:off x="744215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6FADDBBA-AFA1-EA7A-D2DD-6D515BA94F8B}"/>
              </a:ext>
            </a:extLst>
          </p:cNvPr>
          <p:cNvSpPr/>
          <p:nvPr/>
        </p:nvSpPr>
        <p:spPr>
          <a:xfrm>
            <a:off x="800176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96158023-AE7B-CAE0-EF24-0B06BF34DCBA}"/>
              </a:ext>
            </a:extLst>
          </p:cNvPr>
          <p:cNvSpPr/>
          <p:nvPr/>
        </p:nvSpPr>
        <p:spPr>
          <a:xfrm flipV="1">
            <a:off x="800176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001B9FAF-350F-BCBB-CE45-FE5B4AF4D8A1}"/>
              </a:ext>
            </a:extLst>
          </p:cNvPr>
          <p:cNvSpPr/>
          <p:nvPr/>
        </p:nvSpPr>
        <p:spPr>
          <a:xfrm>
            <a:off x="800176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127037F1-8B7B-D533-283B-20520B3C3D1C}"/>
              </a:ext>
            </a:extLst>
          </p:cNvPr>
          <p:cNvSpPr/>
          <p:nvPr/>
        </p:nvSpPr>
        <p:spPr>
          <a:xfrm>
            <a:off x="821939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4B69A6BC-687A-5F14-43F6-3A39BB5F1ABC}"/>
              </a:ext>
            </a:extLst>
          </p:cNvPr>
          <p:cNvSpPr/>
          <p:nvPr/>
        </p:nvSpPr>
        <p:spPr>
          <a:xfrm>
            <a:off x="821939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605F4992-9891-8437-9C5A-2047D2783299}"/>
              </a:ext>
            </a:extLst>
          </p:cNvPr>
          <p:cNvSpPr/>
          <p:nvPr/>
        </p:nvSpPr>
        <p:spPr>
          <a:xfrm>
            <a:off x="877900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7F8CE032-AA82-A819-1524-57D6EE147695}"/>
              </a:ext>
            </a:extLst>
          </p:cNvPr>
          <p:cNvSpPr/>
          <p:nvPr/>
        </p:nvSpPr>
        <p:spPr>
          <a:xfrm flipV="1">
            <a:off x="877900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0">
            <a:extLst>
              <a:ext uri="{FF2B5EF4-FFF2-40B4-BE49-F238E27FC236}">
                <a16:creationId xmlns:a16="http://schemas.microsoft.com/office/drawing/2014/main" id="{E68E12F5-A65D-F7C8-D40E-2D75BEA445CB}"/>
              </a:ext>
            </a:extLst>
          </p:cNvPr>
          <p:cNvSpPr/>
          <p:nvPr/>
        </p:nvSpPr>
        <p:spPr>
          <a:xfrm>
            <a:off x="877900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368A10C-79E3-BB09-A6EC-2C38C62B4A05}"/>
              </a:ext>
            </a:extLst>
          </p:cNvPr>
          <p:cNvSpPr/>
          <p:nvPr/>
        </p:nvSpPr>
        <p:spPr>
          <a:xfrm>
            <a:off x="899663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2">
            <a:extLst>
              <a:ext uri="{FF2B5EF4-FFF2-40B4-BE49-F238E27FC236}">
                <a16:creationId xmlns:a16="http://schemas.microsoft.com/office/drawing/2014/main" id="{D9753C2A-7EC6-5F77-3495-E486C881E0FA}"/>
              </a:ext>
            </a:extLst>
          </p:cNvPr>
          <p:cNvSpPr/>
          <p:nvPr/>
        </p:nvSpPr>
        <p:spPr>
          <a:xfrm>
            <a:off x="899663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A098050E-6359-ADD3-E0CC-4827B82C430F}"/>
              </a:ext>
            </a:extLst>
          </p:cNvPr>
          <p:cNvSpPr/>
          <p:nvPr/>
        </p:nvSpPr>
        <p:spPr>
          <a:xfrm>
            <a:off x="955624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16635D8A-87EC-6E25-888F-C8FBB2F5D68C}"/>
              </a:ext>
            </a:extLst>
          </p:cNvPr>
          <p:cNvSpPr/>
          <p:nvPr/>
        </p:nvSpPr>
        <p:spPr>
          <a:xfrm flipV="1">
            <a:off x="955624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4B93F521-369C-68B0-C2A8-D7CEF0CF81DA}"/>
              </a:ext>
            </a:extLst>
          </p:cNvPr>
          <p:cNvSpPr/>
          <p:nvPr/>
        </p:nvSpPr>
        <p:spPr>
          <a:xfrm>
            <a:off x="955624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6">
            <a:extLst>
              <a:ext uri="{FF2B5EF4-FFF2-40B4-BE49-F238E27FC236}">
                <a16:creationId xmlns:a16="http://schemas.microsoft.com/office/drawing/2014/main" id="{20599935-4114-C54D-4F37-5022F9467019}"/>
              </a:ext>
            </a:extLst>
          </p:cNvPr>
          <p:cNvSpPr/>
          <p:nvPr/>
        </p:nvSpPr>
        <p:spPr>
          <a:xfrm>
            <a:off x="977387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D8E07997-9B4E-73A3-FFEC-0D252DC93DCF}"/>
              </a:ext>
            </a:extLst>
          </p:cNvPr>
          <p:cNvSpPr/>
          <p:nvPr/>
        </p:nvSpPr>
        <p:spPr>
          <a:xfrm>
            <a:off x="977387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8">
            <a:extLst>
              <a:ext uri="{FF2B5EF4-FFF2-40B4-BE49-F238E27FC236}">
                <a16:creationId xmlns:a16="http://schemas.microsoft.com/office/drawing/2014/main" id="{02390DF1-E631-B641-4800-85338D56FA49}"/>
              </a:ext>
            </a:extLst>
          </p:cNvPr>
          <p:cNvSpPr/>
          <p:nvPr/>
        </p:nvSpPr>
        <p:spPr>
          <a:xfrm>
            <a:off x="10333484" y="3392424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0DECCD2A-4492-76F6-FB2E-8794333484D0}"/>
              </a:ext>
            </a:extLst>
          </p:cNvPr>
          <p:cNvSpPr/>
          <p:nvPr/>
        </p:nvSpPr>
        <p:spPr>
          <a:xfrm flipV="1">
            <a:off x="10333484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0">
            <a:extLst>
              <a:ext uri="{FF2B5EF4-FFF2-40B4-BE49-F238E27FC236}">
                <a16:creationId xmlns:a16="http://schemas.microsoft.com/office/drawing/2014/main" id="{931DDCEB-BCD2-4B6F-4FF5-BE45EAAFC00D}"/>
              </a:ext>
            </a:extLst>
          </p:cNvPr>
          <p:cNvSpPr/>
          <p:nvPr/>
        </p:nvSpPr>
        <p:spPr>
          <a:xfrm>
            <a:off x="10333484" y="2660904"/>
            <a:ext cx="21762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52A9209B-3720-DCC5-4F8C-25EF3D2B6622}"/>
              </a:ext>
            </a:extLst>
          </p:cNvPr>
          <p:cNvSpPr/>
          <p:nvPr/>
        </p:nvSpPr>
        <p:spPr>
          <a:xfrm>
            <a:off x="10551111" y="2660904"/>
            <a:ext cx="1" cy="7315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102F95AA-2F82-DB24-1BBA-FAB9590B7092}"/>
              </a:ext>
            </a:extLst>
          </p:cNvPr>
          <p:cNvSpPr/>
          <p:nvPr/>
        </p:nvSpPr>
        <p:spPr>
          <a:xfrm>
            <a:off x="10551111" y="3392424"/>
            <a:ext cx="55961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3">
            <a:extLst>
              <a:ext uri="{FF2B5EF4-FFF2-40B4-BE49-F238E27FC236}">
                <a16:creationId xmlns:a16="http://schemas.microsoft.com/office/drawing/2014/main" id="{EB876CF4-8AC7-41E6-0CF0-2FBBCC035515}"/>
              </a:ext>
            </a:extLst>
          </p:cNvPr>
          <p:cNvSpPr/>
          <p:nvPr/>
        </p:nvSpPr>
        <p:spPr>
          <a:xfrm>
            <a:off x="5642612" y="36393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>
                <a:solidFill>
                  <a:srgbClr val="102A43"/>
                </a:solidFill>
              </a:rPr>
              <a:t>Switch rapidly and control the ON-time ratio</a:t>
            </a:r>
            <a:endParaRPr lang="en-US" sz="2200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DB192DE8-E2E0-798F-CB3C-CF3E17D0180B}"/>
              </a:ext>
            </a:extLst>
          </p:cNvPr>
          <p:cNvSpPr/>
          <p:nvPr/>
        </p:nvSpPr>
        <p:spPr>
          <a:xfrm>
            <a:off x="5916932" y="430682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/>
              <a:t>The load responds to the delivered average energy, enabling smooth control of brightness, speed, torque, or heat.</a:t>
            </a:r>
          </a:p>
        </p:txBody>
      </p:sp>
    </p:spTree>
    <p:extLst>
      <p:ext uri="{BB962C8B-B14F-4D97-AF65-F5344CB8AC3E}">
        <p14:creationId xmlns:p14="http://schemas.microsoft.com/office/powerpoint/2010/main" val="276311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192F-5A74-5C72-0A55-809FBF74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parameters for PWM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AFCC4-0A8F-D5B8-5A88-405E03E0089A}"/>
              </a:ext>
            </a:extLst>
          </p:cNvPr>
          <p:cNvSpPr txBox="1"/>
          <p:nvPr/>
        </p:nvSpPr>
        <p:spPr>
          <a:xfrm>
            <a:off x="379411" y="844701"/>
            <a:ext cx="52593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One waveform, three essential parameters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2FE7D047-8429-EF3B-5870-CA791DF92C41}"/>
              </a:ext>
            </a:extLst>
          </p:cNvPr>
          <p:cNvSpPr/>
          <p:nvPr/>
        </p:nvSpPr>
        <p:spPr>
          <a:xfrm flipV="1">
            <a:off x="998220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98F73D6-CA8C-4F41-BC8F-C4C7D0D7D311}"/>
              </a:ext>
            </a:extLst>
          </p:cNvPr>
          <p:cNvSpPr/>
          <p:nvPr/>
        </p:nvSpPr>
        <p:spPr>
          <a:xfrm>
            <a:off x="998220" y="1934718"/>
            <a:ext cx="138257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4C13BA7-6B03-71EE-EF1F-D6B500161950}"/>
              </a:ext>
            </a:extLst>
          </p:cNvPr>
          <p:cNvSpPr/>
          <p:nvPr/>
        </p:nvSpPr>
        <p:spPr>
          <a:xfrm>
            <a:off x="2380793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75BB9F2F-59EC-2520-4D08-24F904FAE59C}"/>
              </a:ext>
            </a:extLst>
          </p:cNvPr>
          <p:cNvSpPr/>
          <p:nvPr/>
        </p:nvSpPr>
        <p:spPr>
          <a:xfrm>
            <a:off x="2380793" y="3260598"/>
            <a:ext cx="190926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4AA01EB8-18F6-8BFE-CB1F-56360FB6B1EC}"/>
              </a:ext>
            </a:extLst>
          </p:cNvPr>
          <p:cNvSpPr/>
          <p:nvPr/>
        </p:nvSpPr>
        <p:spPr>
          <a:xfrm>
            <a:off x="4290060" y="3260598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D4DE9A-7482-F06D-D6C2-664CB7489C04}"/>
              </a:ext>
            </a:extLst>
          </p:cNvPr>
          <p:cNvSpPr/>
          <p:nvPr/>
        </p:nvSpPr>
        <p:spPr>
          <a:xfrm flipV="1">
            <a:off x="4290060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CEB7703-BBB1-3B4F-D947-46DC520ECF89}"/>
              </a:ext>
            </a:extLst>
          </p:cNvPr>
          <p:cNvSpPr/>
          <p:nvPr/>
        </p:nvSpPr>
        <p:spPr>
          <a:xfrm>
            <a:off x="4290060" y="1934718"/>
            <a:ext cx="138257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D4C317F-4A0C-C02A-7EFC-CA25F9135EC8}"/>
              </a:ext>
            </a:extLst>
          </p:cNvPr>
          <p:cNvSpPr/>
          <p:nvPr/>
        </p:nvSpPr>
        <p:spPr>
          <a:xfrm>
            <a:off x="5672633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1241CD5-068D-7AFE-128D-9889D47DC4E4}"/>
              </a:ext>
            </a:extLst>
          </p:cNvPr>
          <p:cNvSpPr/>
          <p:nvPr/>
        </p:nvSpPr>
        <p:spPr>
          <a:xfrm>
            <a:off x="5672633" y="3260598"/>
            <a:ext cx="190926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F3EF1FC7-D1CA-E23E-CF88-613921885764}"/>
              </a:ext>
            </a:extLst>
          </p:cNvPr>
          <p:cNvSpPr/>
          <p:nvPr/>
        </p:nvSpPr>
        <p:spPr>
          <a:xfrm>
            <a:off x="7581900" y="3260598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F1359D26-CC14-B179-A854-D6778D53C33A}"/>
              </a:ext>
            </a:extLst>
          </p:cNvPr>
          <p:cNvSpPr/>
          <p:nvPr/>
        </p:nvSpPr>
        <p:spPr>
          <a:xfrm flipV="1">
            <a:off x="7581900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0A1EA278-4719-79DF-B200-C7870F62B3B0}"/>
              </a:ext>
            </a:extLst>
          </p:cNvPr>
          <p:cNvSpPr/>
          <p:nvPr/>
        </p:nvSpPr>
        <p:spPr>
          <a:xfrm>
            <a:off x="7581900" y="1934718"/>
            <a:ext cx="1382573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EE080BF2-507A-28A7-3B12-C3692335BB20}"/>
              </a:ext>
            </a:extLst>
          </p:cNvPr>
          <p:cNvSpPr/>
          <p:nvPr/>
        </p:nvSpPr>
        <p:spPr>
          <a:xfrm>
            <a:off x="8964473" y="1934718"/>
            <a:ext cx="1" cy="132588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4D31A01-F42D-05D0-9364-EA3CBF91B44A}"/>
              </a:ext>
            </a:extLst>
          </p:cNvPr>
          <p:cNvSpPr/>
          <p:nvPr/>
        </p:nvSpPr>
        <p:spPr>
          <a:xfrm>
            <a:off x="8964473" y="3260598"/>
            <a:ext cx="1909267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44081C1-4B37-7249-4FF2-07E11BC5ABFA}"/>
              </a:ext>
            </a:extLst>
          </p:cNvPr>
          <p:cNvSpPr/>
          <p:nvPr/>
        </p:nvSpPr>
        <p:spPr>
          <a:xfrm>
            <a:off x="998220" y="3736086"/>
            <a:ext cx="3291840" cy="1"/>
          </a:xfrm>
          <a:prstGeom prst="line">
            <a:avLst/>
          </a:prstGeom>
          <a:noFill/>
          <a:ln w="21590">
            <a:solidFill>
              <a:srgbClr val="00A4A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4BBFF71-9971-95D4-5257-0FADD27246B1}"/>
              </a:ext>
            </a:extLst>
          </p:cNvPr>
          <p:cNvSpPr/>
          <p:nvPr/>
        </p:nvSpPr>
        <p:spPr>
          <a:xfrm>
            <a:off x="1958340" y="384581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>
                <a:solidFill>
                  <a:srgbClr val="00A4A6"/>
                </a:solidFill>
              </a:rPr>
              <a:t>Period (T)</a:t>
            </a:r>
            <a:endParaRPr lang="en-US" sz="150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22C3E438-AD78-98E4-A478-484778A34828}"/>
              </a:ext>
            </a:extLst>
          </p:cNvPr>
          <p:cNvSpPr/>
          <p:nvPr/>
        </p:nvSpPr>
        <p:spPr>
          <a:xfrm>
            <a:off x="998220" y="1669542"/>
            <a:ext cx="1371600" cy="1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91F2212-6F4A-5096-A2E8-92F9EF479813}"/>
              </a:ext>
            </a:extLst>
          </p:cNvPr>
          <p:cNvSpPr/>
          <p:nvPr/>
        </p:nvSpPr>
        <p:spPr>
          <a:xfrm>
            <a:off x="1235964" y="138607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>
                <a:solidFill>
                  <a:srgbClr val="F59E0B"/>
                </a:solidFill>
              </a:rPr>
              <a:t>ON time</a:t>
            </a:r>
            <a:endParaRPr lang="en-US" sz="13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EEE51A12-29F3-25C7-C067-8A47B4BC4EDA}"/>
              </a:ext>
            </a:extLst>
          </p:cNvPr>
          <p:cNvSpPr/>
          <p:nvPr/>
        </p:nvSpPr>
        <p:spPr>
          <a:xfrm>
            <a:off x="998220" y="47327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0A4A6"/>
                </a:solidFill>
              </a:rPr>
              <a:t>PERIOD</a:t>
            </a:r>
            <a:endParaRPr lang="en-US" sz="11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BAF7CA57-763B-48F2-AC80-39A7F32A422D}"/>
              </a:ext>
            </a:extLst>
          </p:cNvPr>
          <p:cNvSpPr/>
          <p:nvPr/>
        </p:nvSpPr>
        <p:spPr>
          <a:xfrm>
            <a:off x="2004060" y="467791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/>
              <a:t>Time for one complete cycle</a:t>
            </a: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F940B1EC-7899-A258-5F0E-CF32A495D2B5}"/>
              </a:ext>
            </a:extLst>
          </p:cNvPr>
          <p:cNvSpPr/>
          <p:nvPr/>
        </p:nvSpPr>
        <p:spPr>
          <a:xfrm>
            <a:off x="4655820" y="47327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077C8"/>
                </a:solidFill>
              </a:rPr>
              <a:t>FREQUENCY</a:t>
            </a:r>
            <a:endParaRPr lang="en-US" sz="110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50B356F9-04A4-EFA1-DE69-1835C83985C3}"/>
              </a:ext>
            </a:extLst>
          </p:cNvPr>
          <p:cNvSpPr/>
          <p:nvPr/>
        </p:nvSpPr>
        <p:spPr>
          <a:xfrm>
            <a:off x="5661660" y="467791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/>
              <a:t>Cycles generated each second</a:t>
            </a:r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24199243-C505-D911-F66A-4BB691A2474A}"/>
              </a:ext>
            </a:extLst>
          </p:cNvPr>
          <p:cNvSpPr/>
          <p:nvPr/>
        </p:nvSpPr>
        <p:spPr>
          <a:xfrm>
            <a:off x="8313420" y="473278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</a:rPr>
              <a:t>DUTY CYCLE</a:t>
            </a:r>
            <a:endParaRPr lang="en-US" sz="110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FA1D10C-0D2F-C1B7-511D-431CF94D938A}"/>
              </a:ext>
            </a:extLst>
          </p:cNvPr>
          <p:cNvSpPr/>
          <p:nvPr/>
        </p:nvSpPr>
        <p:spPr>
          <a:xfrm>
            <a:off x="9319260" y="467791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/>
              <a:t>Percentage of the period spent HIGH</a:t>
            </a: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35CD5BF-9A0F-FE5F-EBE0-F5D1A4B08D4F}"/>
              </a:ext>
            </a:extLst>
          </p:cNvPr>
          <p:cNvSpPr/>
          <p:nvPr/>
        </p:nvSpPr>
        <p:spPr>
          <a:xfrm>
            <a:off x="4448175" y="5329784"/>
            <a:ext cx="2533650" cy="122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f = 1 / T [Hz]</a:t>
            </a:r>
          </a:p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d = </a:t>
            </a:r>
            <a:r>
              <a:rPr lang="en-US" sz="2000" b="1" err="1">
                <a:solidFill>
                  <a:srgbClr val="102A43"/>
                </a:solidFill>
              </a:rPr>
              <a:t>tON</a:t>
            </a:r>
            <a:r>
              <a:rPr lang="en-US" sz="2000" b="1">
                <a:solidFill>
                  <a:srgbClr val="102A43"/>
                </a:solidFill>
              </a:rPr>
              <a:t>/T * 100 [%]</a:t>
            </a:r>
          </a:p>
          <a:p>
            <a:pPr marL="0" indent="0" algn="ctr">
              <a:buNone/>
            </a:pPr>
            <a:r>
              <a:rPr lang="en-US" sz="2000" b="1">
                <a:solidFill>
                  <a:srgbClr val="102A43"/>
                </a:solidFill>
              </a:rPr>
              <a:t>T = </a:t>
            </a:r>
            <a:r>
              <a:rPr lang="en-US" sz="2000" b="1" err="1">
                <a:solidFill>
                  <a:srgbClr val="102A43"/>
                </a:solidFill>
              </a:rPr>
              <a:t>tON</a:t>
            </a:r>
            <a:r>
              <a:rPr lang="en-US" sz="2000" b="1">
                <a:solidFill>
                  <a:srgbClr val="102A43"/>
                </a:solidFill>
              </a:rPr>
              <a:t> + </a:t>
            </a:r>
            <a:r>
              <a:rPr lang="en-US" sz="2000" b="1" err="1">
                <a:solidFill>
                  <a:srgbClr val="102A43"/>
                </a:solidFill>
              </a:rPr>
              <a:t>tOFF</a:t>
            </a:r>
            <a:r>
              <a:rPr lang="en-US" sz="2000" b="1">
                <a:solidFill>
                  <a:srgbClr val="102A43"/>
                </a:solidFill>
              </a:rPr>
              <a:t> [s]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0647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D360-0018-4C7C-3E1D-FCCCCFFE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Duty Cycle – the control knob for delivered power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A066281-2179-2DD1-149C-667BE2EFB427}"/>
              </a:ext>
            </a:extLst>
          </p:cNvPr>
          <p:cNvSpPr/>
          <p:nvPr/>
        </p:nvSpPr>
        <p:spPr>
          <a:xfrm>
            <a:off x="884301" y="1632203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>
                <a:solidFill>
                  <a:srgbClr val="0077C8"/>
                </a:solidFill>
              </a:rPr>
              <a:t>10%</a:t>
            </a:r>
            <a:endParaRPr lang="en-US" sz="140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E7E8C7E-67E8-D1FA-5F80-B58ACCC69C1D}"/>
              </a:ext>
            </a:extLst>
          </p:cNvPr>
          <p:cNvSpPr/>
          <p:nvPr/>
        </p:nvSpPr>
        <p:spPr>
          <a:xfrm flipV="1">
            <a:off x="1725549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6B86F71-7251-8942-4D45-37699932C5CC}"/>
              </a:ext>
            </a:extLst>
          </p:cNvPr>
          <p:cNvSpPr/>
          <p:nvPr/>
        </p:nvSpPr>
        <p:spPr>
          <a:xfrm>
            <a:off x="1725549" y="1476755"/>
            <a:ext cx="146304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415DF754-F6B1-6B40-615B-D9A3F9C4E260}"/>
              </a:ext>
            </a:extLst>
          </p:cNvPr>
          <p:cNvSpPr/>
          <p:nvPr/>
        </p:nvSpPr>
        <p:spPr>
          <a:xfrm>
            <a:off x="1871853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A3ABB344-FFB7-FEB4-B5E8-A6A8009FCEF0}"/>
              </a:ext>
            </a:extLst>
          </p:cNvPr>
          <p:cNvSpPr/>
          <p:nvPr/>
        </p:nvSpPr>
        <p:spPr>
          <a:xfrm>
            <a:off x="1871853" y="1979675"/>
            <a:ext cx="1316736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E380DC1-8AB2-9077-D3E4-615487D85809}"/>
              </a:ext>
            </a:extLst>
          </p:cNvPr>
          <p:cNvSpPr/>
          <p:nvPr/>
        </p:nvSpPr>
        <p:spPr>
          <a:xfrm>
            <a:off x="3188589" y="1979675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B4D9456-10AD-5556-CE16-8C942722EB13}"/>
              </a:ext>
            </a:extLst>
          </p:cNvPr>
          <p:cNvSpPr/>
          <p:nvPr/>
        </p:nvSpPr>
        <p:spPr>
          <a:xfrm flipV="1">
            <a:off x="3188589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A2320A5-780C-231E-DFA2-1B4260E90BC5}"/>
              </a:ext>
            </a:extLst>
          </p:cNvPr>
          <p:cNvSpPr/>
          <p:nvPr/>
        </p:nvSpPr>
        <p:spPr>
          <a:xfrm>
            <a:off x="3188589" y="1476755"/>
            <a:ext cx="146304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523A62E5-DE93-1C05-C040-52FFDD2B81DF}"/>
              </a:ext>
            </a:extLst>
          </p:cNvPr>
          <p:cNvSpPr/>
          <p:nvPr/>
        </p:nvSpPr>
        <p:spPr>
          <a:xfrm>
            <a:off x="3334893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C0E68FE2-C6BE-663D-BB71-ACCCD77EFC40}"/>
              </a:ext>
            </a:extLst>
          </p:cNvPr>
          <p:cNvSpPr/>
          <p:nvPr/>
        </p:nvSpPr>
        <p:spPr>
          <a:xfrm>
            <a:off x="3334893" y="1979675"/>
            <a:ext cx="1316736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37B729D-B027-3B59-5F1A-9F129B99ADC5}"/>
              </a:ext>
            </a:extLst>
          </p:cNvPr>
          <p:cNvSpPr/>
          <p:nvPr/>
        </p:nvSpPr>
        <p:spPr>
          <a:xfrm>
            <a:off x="4651629" y="1979675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EC7B2D7-1C07-6119-01E1-5EBEA4012367}"/>
              </a:ext>
            </a:extLst>
          </p:cNvPr>
          <p:cNvSpPr/>
          <p:nvPr/>
        </p:nvSpPr>
        <p:spPr>
          <a:xfrm flipV="1">
            <a:off x="4651629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1E8699B1-1C94-5DBD-0C5F-2205E41054AC}"/>
              </a:ext>
            </a:extLst>
          </p:cNvPr>
          <p:cNvSpPr/>
          <p:nvPr/>
        </p:nvSpPr>
        <p:spPr>
          <a:xfrm>
            <a:off x="4651629" y="1476755"/>
            <a:ext cx="146304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3546390E-C967-2BA7-ACFE-61E5B4BD6EA1}"/>
              </a:ext>
            </a:extLst>
          </p:cNvPr>
          <p:cNvSpPr/>
          <p:nvPr/>
        </p:nvSpPr>
        <p:spPr>
          <a:xfrm>
            <a:off x="4797933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937BA5A-EBDF-78DD-EFB1-CB58F02E6EBC}"/>
              </a:ext>
            </a:extLst>
          </p:cNvPr>
          <p:cNvSpPr/>
          <p:nvPr/>
        </p:nvSpPr>
        <p:spPr>
          <a:xfrm>
            <a:off x="4797933" y="1979675"/>
            <a:ext cx="1316736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F5232BCC-6382-D9C9-8354-05B8F6369750}"/>
              </a:ext>
            </a:extLst>
          </p:cNvPr>
          <p:cNvSpPr/>
          <p:nvPr/>
        </p:nvSpPr>
        <p:spPr>
          <a:xfrm>
            <a:off x="6114669" y="1979675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59EC8FA-6DCC-AF44-4145-24B537ED0ECB}"/>
              </a:ext>
            </a:extLst>
          </p:cNvPr>
          <p:cNvSpPr/>
          <p:nvPr/>
        </p:nvSpPr>
        <p:spPr>
          <a:xfrm flipV="1">
            <a:off x="6114669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D3AA51F3-614E-F91F-A806-A5D18A1F5C6E}"/>
              </a:ext>
            </a:extLst>
          </p:cNvPr>
          <p:cNvSpPr/>
          <p:nvPr/>
        </p:nvSpPr>
        <p:spPr>
          <a:xfrm>
            <a:off x="6114669" y="1476755"/>
            <a:ext cx="146304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BE9E49D2-784D-2BDD-763E-7A1EEF69F367}"/>
              </a:ext>
            </a:extLst>
          </p:cNvPr>
          <p:cNvSpPr/>
          <p:nvPr/>
        </p:nvSpPr>
        <p:spPr>
          <a:xfrm>
            <a:off x="6260973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20676370-F2CE-2543-989D-91191E45D355}"/>
              </a:ext>
            </a:extLst>
          </p:cNvPr>
          <p:cNvSpPr/>
          <p:nvPr/>
        </p:nvSpPr>
        <p:spPr>
          <a:xfrm>
            <a:off x="6260973" y="1979675"/>
            <a:ext cx="1316736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8F3B70B7-77E6-1DB3-8665-8E32C365C822}"/>
              </a:ext>
            </a:extLst>
          </p:cNvPr>
          <p:cNvSpPr/>
          <p:nvPr/>
        </p:nvSpPr>
        <p:spPr>
          <a:xfrm>
            <a:off x="7577709" y="1979675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6A6E65A-639C-F328-22A0-88BD68736927}"/>
              </a:ext>
            </a:extLst>
          </p:cNvPr>
          <p:cNvSpPr/>
          <p:nvPr/>
        </p:nvSpPr>
        <p:spPr>
          <a:xfrm flipV="1">
            <a:off x="7577709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03A0300-11A7-E098-6C17-FCA3FCFC15D8}"/>
              </a:ext>
            </a:extLst>
          </p:cNvPr>
          <p:cNvSpPr/>
          <p:nvPr/>
        </p:nvSpPr>
        <p:spPr>
          <a:xfrm>
            <a:off x="7577709" y="1476755"/>
            <a:ext cx="146304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043EE9DD-FF1B-D10E-48F8-57133EFF77FD}"/>
              </a:ext>
            </a:extLst>
          </p:cNvPr>
          <p:cNvSpPr/>
          <p:nvPr/>
        </p:nvSpPr>
        <p:spPr>
          <a:xfrm>
            <a:off x="7724013" y="1476755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3C02045F-D3BA-1AC2-C843-C5CC742F534E}"/>
              </a:ext>
            </a:extLst>
          </p:cNvPr>
          <p:cNvSpPr/>
          <p:nvPr/>
        </p:nvSpPr>
        <p:spPr>
          <a:xfrm>
            <a:off x="7724013" y="1979675"/>
            <a:ext cx="1316736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400190EA-8F16-D3C9-70AA-9F0D7E5300F4}"/>
              </a:ext>
            </a:extLst>
          </p:cNvPr>
          <p:cNvSpPr/>
          <p:nvPr/>
        </p:nvSpPr>
        <p:spPr>
          <a:xfrm>
            <a:off x="884301" y="2482595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>
                <a:solidFill>
                  <a:srgbClr val="0077C8"/>
                </a:solidFill>
              </a:rPr>
              <a:t>25%</a:t>
            </a:r>
            <a:endParaRPr lang="en-US" sz="1400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2FAA40B8-9868-CF6A-5CFE-8FF13EB560A6}"/>
              </a:ext>
            </a:extLst>
          </p:cNvPr>
          <p:cNvSpPr/>
          <p:nvPr/>
        </p:nvSpPr>
        <p:spPr>
          <a:xfrm flipV="1">
            <a:off x="172554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E9B3F35B-B4C7-62AE-A4F6-AAA6F630EFAA}"/>
              </a:ext>
            </a:extLst>
          </p:cNvPr>
          <p:cNvSpPr/>
          <p:nvPr/>
        </p:nvSpPr>
        <p:spPr>
          <a:xfrm>
            <a:off x="1725549" y="2327147"/>
            <a:ext cx="36576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6280EC57-16DC-ACFC-CA4B-E94DDB0C10DC}"/>
              </a:ext>
            </a:extLst>
          </p:cNvPr>
          <p:cNvSpPr/>
          <p:nvPr/>
        </p:nvSpPr>
        <p:spPr>
          <a:xfrm>
            <a:off x="209130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C92BAC1C-F9FD-044B-F8A6-087CB2271A8C}"/>
              </a:ext>
            </a:extLst>
          </p:cNvPr>
          <p:cNvSpPr/>
          <p:nvPr/>
        </p:nvSpPr>
        <p:spPr>
          <a:xfrm>
            <a:off x="2091309" y="2830067"/>
            <a:ext cx="109728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A58905B4-1EB8-0F2D-B7C4-B13B347D89AC}"/>
              </a:ext>
            </a:extLst>
          </p:cNvPr>
          <p:cNvSpPr/>
          <p:nvPr/>
        </p:nvSpPr>
        <p:spPr>
          <a:xfrm>
            <a:off x="3188589" y="2830067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7159ADDE-FB7A-2139-6BC6-85FE74A4838C}"/>
              </a:ext>
            </a:extLst>
          </p:cNvPr>
          <p:cNvSpPr/>
          <p:nvPr/>
        </p:nvSpPr>
        <p:spPr>
          <a:xfrm flipV="1">
            <a:off x="318858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9ED0E47B-A3A4-3933-42C5-F6B8B623E543}"/>
              </a:ext>
            </a:extLst>
          </p:cNvPr>
          <p:cNvSpPr/>
          <p:nvPr/>
        </p:nvSpPr>
        <p:spPr>
          <a:xfrm>
            <a:off x="3188589" y="2327147"/>
            <a:ext cx="36576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17C5B74C-D2EA-CAA8-2481-1A39AB5485C3}"/>
              </a:ext>
            </a:extLst>
          </p:cNvPr>
          <p:cNvSpPr/>
          <p:nvPr/>
        </p:nvSpPr>
        <p:spPr>
          <a:xfrm>
            <a:off x="355434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E4E6E6D2-C880-B895-DD5E-B526AF713580}"/>
              </a:ext>
            </a:extLst>
          </p:cNvPr>
          <p:cNvSpPr/>
          <p:nvPr/>
        </p:nvSpPr>
        <p:spPr>
          <a:xfrm>
            <a:off x="3554349" y="2830067"/>
            <a:ext cx="109728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9">
            <a:extLst>
              <a:ext uri="{FF2B5EF4-FFF2-40B4-BE49-F238E27FC236}">
                <a16:creationId xmlns:a16="http://schemas.microsoft.com/office/drawing/2014/main" id="{177F947A-A40A-A014-1C54-D55FF046EC0D}"/>
              </a:ext>
            </a:extLst>
          </p:cNvPr>
          <p:cNvSpPr/>
          <p:nvPr/>
        </p:nvSpPr>
        <p:spPr>
          <a:xfrm>
            <a:off x="4651629" y="2830067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46F90440-CDDF-B430-FB19-87F763D455A7}"/>
              </a:ext>
            </a:extLst>
          </p:cNvPr>
          <p:cNvSpPr/>
          <p:nvPr/>
        </p:nvSpPr>
        <p:spPr>
          <a:xfrm flipV="1">
            <a:off x="465162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180054CE-3125-7AB9-0FE5-E03406AFD0AE}"/>
              </a:ext>
            </a:extLst>
          </p:cNvPr>
          <p:cNvSpPr/>
          <p:nvPr/>
        </p:nvSpPr>
        <p:spPr>
          <a:xfrm>
            <a:off x="4651629" y="2327147"/>
            <a:ext cx="36576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7D4E90FB-C3FF-BAB6-D91D-F9576B2EE5D3}"/>
              </a:ext>
            </a:extLst>
          </p:cNvPr>
          <p:cNvSpPr/>
          <p:nvPr/>
        </p:nvSpPr>
        <p:spPr>
          <a:xfrm>
            <a:off x="501738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1EC1FF30-8E57-4912-F098-320699055273}"/>
              </a:ext>
            </a:extLst>
          </p:cNvPr>
          <p:cNvSpPr/>
          <p:nvPr/>
        </p:nvSpPr>
        <p:spPr>
          <a:xfrm>
            <a:off x="5017389" y="2830067"/>
            <a:ext cx="109728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FA3DB157-30FE-BCC3-8729-308C390CC4E7}"/>
              </a:ext>
            </a:extLst>
          </p:cNvPr>
          <p:cNvSpPr/>
          <p:nvPr/>
        </p:nvSpPr>
        <p:spPr>
          <a:xfrm>
            <a:off x="6114669" y="2830067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5">
            <a:extLst>
              <a:ext uri="{FF2B5EF4-FFF2-40B4-BE49-F238E27FC236}">
                <a16:creationId xmlns:a16="http://schemas.microsoft.com/office/drawing/2014/main" id="{2D2A4936-1069-0312-3F1C-AD502F591085}"/>
              </a:ext>
            </a:extLst>
          </p:cNvPr>
          <p:cNvSpPr/>
          <p:nvPr/>
        </p:nvSpPr>
        <p:spPr>
          <a:xfrm flipV="1">
            <a:off x="611466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9A75D7C0-1671-13D7-8422-7387945B988D}"/>
              </a:ext>
            </a:extLst>
          </p:cNvPr>
          <p:cNvSpPr/>
          <p:nvPr/>
        </p:nvSpPr>
        <p:spPr>
          <a:xfrm>
            <a:off x="6114669" y="2327147"/>
            <a:ext cx="36576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2CB3C968-4B49-37D3-E167-09C840A881B1}"/>
              </a:ext>
            </a:extLst>
          </p:cNvPr>
          <p:cNvSpPr/>
          <p:nvPr/>
        </p:nvSpPr>
        <p:spPr>
          <a:xfrm>
            <a:off x="648042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D708DE16-F218-9512-CACD-BF20B9307AF4}"/>
              </a:ext>
            </a:extLst>
          </p:cNvPr>
          <p:cNvSpPr/>
          <p:nvPr/>
        </p:nvSpPr>
        <p:spPr>
          <a:xfrm>
            <a:off x="6480429" y="2830067"/>
            <a:ext cx="109728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9">
            <a:extLst>
              <a:ext uri="{FF2B5EF4-FFF2-40B4-BE49-F238E27FC236}">
                <a16:creationId xmlns:a16="http://schemas.microsoft.com/office/drawing/2014/main" id="{C5597572-E226-D282-501A-94941F840EF4}"/>
              </a:ext>
            </a:extLst>
          </p:cNvPr>
          <p:cNvSpPr/>
          <p:nvPr/>
        </p:nvSpPr>
        <p:spPr>
          <a:xfrm>
            <a:off x="7577709" y="2830067"/>
            <a:ext cx="1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054A11E4-FAD9-6705-FD2D-0161D99637EC}"/>
              </a:ext>
            </a:extLst>
          </p:cNvPr>
          <p:cNvSpPr/>
          <p:nvPr/>
        </p:nvSpPr>
        <p:spPr>
          <a:xfrm flipV="1">
            <a:off x="757770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3D6C4D11-97F9-7E62-B22D-8F9E316F4157}"/>
              </a:ext>
            </a:extLst>
          </p:cNvPr>
          <p:cNvSpPr/>
          <p:nvPr/>
        </p:nvSpPr>
        <p:spPr>
          <a:xfrm>
            <a:off x="7577709" y="2327147"/>
            <a:ext cx="36576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52">
            <a:extLst>
              <a:ext uri="{FF2B5EF4-FFF2-40B4-BE49-F238E27FC236}">
                <a16:creationId xmlns:a16="http://schemas.microsoft.com/office/drawing/2014/main" id="{BF1B1C3C-AC7F-4B42-04F0-5DD567B9BD7F}"/>
              </a:ext>
            </a:extLst>
          </p:cNvPr>
          <p:cNvSpPr/>
          <p:nvPr/>
        </p:nvSpPr>
        <p:spPr>
          <a:xfrm>
            <a:off x="7943469" y="2327147"/>
            <a:ext cx="1" cy="502920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3">
            <a:extLst>
              <a:ext uri="{FF2B5EF4-FFF2-40B4-BE49-F238E27FC236}">
                <a16:creationId xmlns:a16="http://schemas.microsoft.com/office/drawing/2014/main" id="{703D0E21-A86E-9E25-13EE-9C41234AFFFB}"/>
              </a:ext>
            </a:extLst>
          </p:cNvPr>
          <p:cNvSpPr/>
          <p:nvPr/>
        </p:nvSpPr>
        <p:spPr>
          <a:xfrm>
            <a:off x="7943469" y="2830067"/>
            <a:ext cx="1097280" cy="1"/>
          </a:xfrm>
          <a:prstGeom prst="line">
            <a:avLst/>
          </a:prstGeom>
          <a:noFill/>
          <a:ln w="27940">
            <a:solidFill>
              <a:srgbClr val="0077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6">
            <a:extLst>
              <a:ext uri="{FF2B5EF4-FFF2-40B4-BE49-F238E27FC236}">
                <a16:creationId xmlns:a16="http://schemas.microsoft.com/office/drawing/2014/main" id="{DD1880AB-DFD3-429B-E306-2F77D5108E0B}"/>
              </a:ext>
            </a:extLst>
          </p:cNvPr>
          <p:cNvSpPr/>
          <p:nvPr/>
        </p:nvSpPr>
        <p:spPr>
          <a:xfrm>
            <a:off x="884301" y="3332987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>
                <a:solidFill>
                  <a:srgbClr val="00A4A6"/>
                </a:solidFill>
              </a:rPr>
              <a:t>50%</a:t>
            </a:r>
            <a:endParaRPr lang="en-US" sz="1400"/>
          </a:p>
        </p:txBody>
      </p:sp>
      <p:sp>
        <p:nvSpPr>
          <p:cNvPr id="54" name="Shape 57">
            <a:extLst>
              <a:ext uri="{FF2B5EF4-FFF2-40B4-BE49-F238E27FC236}">
                <a16:creationId xmlns:a16="http://schemas.microsoft.com/office/drawing/2014/main" id="{4FE937FF-2297-6FF2-E0D8-C861A56D2578}"/>
              </a:ext>
            </a:extLst>
          </p:cNvPr>
          <p:cNvSpPr/>
          <p:nvPr/>
        </p:nvSpPr>
        <p:spPr>
          <a:xfrm flipV="1">
            <a:off x="172554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8">
            <a:extLst>
              <a:ext uri="{FF2B5EF4-FFF2-40B4-BE49-F238E27FC236}">
                <a16:creationId xmlns:a16="http://schemas.microsoft.com/office/drawing/2014/main" id="{94F505FA-68C1-351C-E9E1-7A872F118B8D}"/>
              </a:ext>
            </a:extLst>
          </p:cNvPr>
          <p:cNvSpPr/>
          <p:nvPr/>
        </p:nvSpPr>
        <p:spPr>
          <a:xfrm>
            <a:off x="1725549" y="317753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9">
            <a:extLst>
              <a:ext uri="{FF2B5EF4-FFF2-40B4-BE49-F238E27FC236}">
                <a16:creationId xmlns:a16="http://schemas.microsoft.com/office/drawing/2014/main" id="{E0309E8E-54AF-185F-5012-E98F9DC3298A}"/>
              </a:ext>
            </a:extLst>
          </p:cNvPr>
          <p:cNvSpPr/>
          <p:nvPr/>
        </p:nvSpPr>
        <p:spPr>
          <a:xfrm>
            <a:off x="245706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60">
            <a:extLst>
              <a:ext uri="{FF2B5EF4-FFF2-40B4-BE49-F238E27FC236}">
                <a16:creationId xmlns:a16="http://schemas.microsoft.com/office/drawing/2014/main" id="{794F47B5-E1E9-7D9F-C178-D566DAD2D763}"/>
              </a:ext>
            </a:extLst>
          </p:cNvPr>
          <p:cNvSpPr/>
          <p:nvPr/>
        </p:nvSpPr>
        <p:spPr>
          <a:xfrm>
            <a:off x="2457069" y="368045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61">
            <a:extLst>
              <a:ext uri="{FF2B5EF4-FFF2-40B4-BE49-F238E27FC236}">
                <a16:creationId xmlns:a16="http://schemas.microsoft.com/office/drawing/2014/main" id="{BE73C7CE-66A0-DD6F-3D81-1DFA0FF832BF}"/>
              </a:ext>
            </a:extLst>
          </p:cNvPr>
          <p:cNvSpPr/>
          <p:nvPr/>
        </p:nvSpPr>
        <p:spPr>
          <a:xfrm>
            <a:off x="3188589" y="3680459"/>
            <a:ext cx="1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62">
            <a:extLst>
              <a:ext uri="{FF2B5EF4-FFF2-40B4-BE49-F238E27FC236}">
                <a16:creationId xmlns:a16="http://schemas.microsoft.com/office/drawing/2014/main" id="{28D1CAEA-5A12-2A79-D7F0-901A26882D9D}"/>
              </a:ext>
            </a:extLst>
          </p:cNvPr>
          <p:cNvSpPr/>
          <p:nvPr/>
        </p:nvSpPr>
        <p:spPr>
          <a:xfrm flipV="1">
            <a:off x="318858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63">
            <a:extLst>
              <a:ext uri="{FF2B5EF4-FFF2-40B4-BE49-F238E27FC236}">
                <a16:creationId xmlns:a16="http://schemas.microsoft.com/office/drawing/2014/main" id="{1BB4AFCE-D0F7-0BE6-7E36-24490A6DD646}"/>
              </a:ext>
            </a:extLst>
          </p:cNvPr>
          <p:cNvSpPr/>
          <p:nvPr/>
        </p:nvSpPr>
        <p:spPr>
          <a:xfrm>
            <a:off x="3188589" y="317753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64">
            <a:extLst>
              <a:ext uri="{FF2B5EF4-FFF2-40B4-BE49-F238E27FC236}">
                <a16:creationId xmlns:a16="http://schemas.microsoft.com/office/drawing/2014/main" id="{CDD9EC17-67B2-576C-E0B9-E4269ADF1099}"/>
              </a:ext>
            </a:extLst>
          </p:cNvPr>
          <p:cNvSpPr/>
          <p:nvPr/>
        </p:nvSpPr>
        <p:spPr>
          <a:xfrm>
            <a:off x="392010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5">
            <a:extLst>
              <a:ext uri="{FF2B5EF4-FFF2-40B4-BE49-F238E27FC236}">
                <a16:creationId xmlns:a16="http://schemas.microsoft.com/office/drawing/2014/main" id="{97B65DFF-D2A5-96DB-4E9A-06E4EDFE7A72}"/>
              </a:ext>
            </a:extLst>
          </p:cNvPr>
          <p:cNvSpPr/>
          <p:nvPr/>
        </p:nvSpPr>
        <p:spPr>
          <a:xfrm>
            <a:off x="3920109" y="368045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6">
            <a:extLst>
              <a:ext uri="{FF2B5EF4-FFF2-40B4-BE49-F238E27FC236}">
                <a16:creationId xmlns:a16="http://schemas.microsoft.com/office/drawing/2014/main" id="{2BFED6F0-3F74-FA11-7359-DE058ECF3850}"/>
              </a:ext>
            </a:extLst>
          </p:cNvPr>
          <p:cNvSpPr/>
          <p:nvPr/>
        </p:nvSpPr>
        <p:spPr>
          <a:xfrm>
            <a:off x="4651629" y="3680459"/>
            <a:ext cx="1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7">
            <a:extLst>
              <a:ext uri="{FF2B5EF4-FFF2-40B4-BE49-F238E27FC236}">
                <a16:creationId xmlns:a16="http://schemas.microsoft.com/office/drawing/2014/main" id="{3DFCC023-93FA-CDC5-8723-BBCC1BC1AF41}"/>
              </a:ext>
            </a:extLst>
          </p:cNvPr>
          <p:cNvSpPr/>
          <p:nvPr/>
        </p:nvSpPr>
        <p:spPr>
          <a:xfrm flipV="1">
            <a:off x="465162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8">
            <a:extLst>
              <a:ext uri="{FF2B5EF4-FFF2-40B4-BE49-F238E27FC236}">
                <a16:creationId xmlns:a16="http://schemas.microsoft.com/office/drawing/2014/main" id="{B436BF3D-B214-B1C5-76AB-9AD60DDB8941}"/>
              </a:ext>
            </a:extLst>
          </p:cNvPr>
          <p:cNvSpPr/>
          <p:nvPr/>
        </p:nvSpPr>
        <p:spPr>
          <a:xfrm>
            <a:off x="4651629" y="317753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9">
            <a:extLst>
              <a:ext uri="{FF2B5EF4-FFF2-40B4-BE49-F238E27FC236}">
                <a16:creationId xmlns:a16="http://schemas.microsoft.com/office/drawing/2014/main" id="{6B5A927C-0F9E-7EB2-F82B-DF588F00B828}"/>
              </a:ext>
            </a:extLst>
          </p:cNvPr>
          <p:cNvSpPr/>
          <p:nvPr/>
        </p:nvSpPr>
        <p:spPr>
          <a:xfrm>
            <a:off x="538314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70">
            <a:extLst>
              <a:ext uri="{FF2B5EF4-FFF2-40B4-BE49-F238E27FC236}">
                <a16:creationId xmlns:a16="http://schemas.microsoft.com/office/drawing/2014/main" id="{1A11FC9B-112C-4F32-0821-26E5F82705C8}"/>
              </a:ext>
            </a:extLst>
          </p:cNvPr>
          <p:cNvSpPr/>
          <p:nvPr/>
        </p:nvSpPr>
        <p:spPr>
          <a:xfrm>
            <a:off x="5383149" y="368045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71">
            <a:extLst>
              <a:ext uri="{FF2B5EF4-FFF2-40B4-BE49-F238E27FC236}">
                <a16:creationId xmlns:a16="http://schemas.microsoft.com/office/drawing/2014/main" id="{51CE6364-A248-2DA7-6BB5-07CE8F756EB8}"/>
              </a:ext>
            </a:extLst>
          </p:cNvPr>
          <p:cNvSpPr/>
          <p:nvPr/>
        </p:nvSpPr>
        <p:spPr>
          <a:xfrm>
            <a:off x="6114669" y="3680459"/>
            <a:ext cx="1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72">
            <a:extLst>
              <a:ext uri="{FF2B5EF4-FFF2-40B4-BE49-F238E27FC236}">
                <a16:creationId xmlns:a16="http://schemas.microsoft.com/office/drawing/2014/main" id="{2142E0B1-C1CC-4238-3D34-15D6BEF5F1CC}"/>
              </a:ext>
            </a:extLst>
          </p:cNvPr>
          <p:cNvSpPr/>
          <p:nvPr/>
        </p:nvSpPr>
        <p:spPr>
          <a:xfrm flipV="1">
            <a:off x="611466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73">
            <a:extLst>
              <a:ext uri="{FF2B5EF4-FFF2-40B4-BE49-F238E27FC236}">
                <a16:creationId xmlns:a16="http://schemas.microsoft.com/office/drawing/2014/main" id="{997ABACE-B39F-1EF9-2751-ABE174783B17}"/>
              </a:ext>
            </a:extLst>
          </p:cNvPr>
          <p:cNvSpPr/>
          <p:nvPr/>
        </p:nvSpPr>
        <p:spPr>
          <a:xfrm>
            <a:off x="6114669" y="317753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74">
            <a:extLst>
              <a:ext uri="{FF2B5EF4-FFF2-40B4-BE49-F238E27FC236}">
                <a16:creationId xmlns:a16="http://schemas.microsoft.com/office/drawing/2014/main" id="{4373311D-B51B-13CC-FE1C-AF8DA765C149}"/>
              </a:ext>
            </a:extLst>
          </p:cNvPr>
          <p:cNvSpPr/>
          <p:nvPr/>
        </p:nvSpPr>
        <p:spPr>
          <a:xfrm>
            <a:off x="684618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5">
            <a:extLst>
              <a:ext uri="{FF2B5EF4-FFF2-40B4-BE49-F238E27FC236}">
                <a16:creationId xmlns:a16="http://schemas.microsoft.com/office/drawing/2014/main" id="{977474FD-091B-37CF-F487-8344783575DB}"/>
              </a:ext>
            </a:extLst>
          </p:cNvPr>
          <p:cNvSpPr/>
          <p:nvPr/>
        </p:nvSpPr>
        <p:spPr>
          <a:xfrm>
            <a:off x="6846189" y="368045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6">
            <a:extLst>
              <a:ext uri="{FF2B5EF4-FFF2-40B4-BE49-F238E27FC236}">
                <a16:creationId xmlns:a16="http://schemas.microsoft.com/office/drawing/2014/main" id="{24666A0A-CC4B-B4D5-630A-613DB8F043D7}"/>
              </a:ext>
            </a:extLst>
          </p:cNvPr>
          <p:cNvSpPr/>
          <p:nvPr/>
        </p:nvSpPr>
        <p:spPr>
          <a:xfrm>
            <a:off x="7577709" y="3680459"/>
            <a:ext cx="1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7">
            <a:extLst>
              <a:ext uri="{FF2B5EF4-FFF2-40B4-BE49-F238E27FC236}">
                <a16:creationId xmlns:a16="http://schemas.microsoft.com/office/drawing/2014/main" id="{1E01CA91-1870-679C-0900-0A6396E922EF}"/>
              </a:ext>
            </a:extLst>
          </p:cNvPr>
          <p:cNvSpPr/>
          <p:nvPr/>
        </p:nvSpPr>
        <p:spPr>
          <a:xfrm flipV="1">
            <a:off x="757770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8">
            <a:extLst>
              <a:ext uri="{FF2B5EF4-FFF2-40B4-BE49-F238E27FC236}">
                <a16:creationId xmlns:a16="http://schemas.microsoft.com/office/drawing/2014/main" id="{6809BE14-292C-6596-2EB8-7A8A474515E0}"/>
              </a:ext>
            </a:extLst>
          </p:cNvPr>
          <p:cNvSpPr/>
          <p:nvPr/>
        </p:nvSpPr>
        <p:spPr>
          <a:xfrm>
            <a:off x="7577709" y="317753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9">
            <a:extLst>
              <a:ext uri="{FF2B5EF4-FFF2-40B4-BE49-F238E27FC236}">
                <a16:creationId xmlns:a16="http://schemas.microsoft.com/office/drawing/2014/main" id="{BB18F2D8-44EC-8029-603A-E0E8F5E14FAF}"/>
              </a:ext>
            </a:extLst>
          </p:cNvPr>
          <p:cNvSpPr/>
          <p:nvPr/>
        </p:nvSpPr>
        <p:spPr>
          <a:xfrm>
            <a:off x="8309229" y="3177539"/>
            <a:ext cx="1" cy="502920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80">
            <a:extLst>
              <a:ext uri="{FF2B5EF4-FFF2-40B4-BE49-F238E27FC236}">
                <a16:creationId xmlns:a16="http://schemas.microsoft.com/office/drawing/2014/main" id="{5C13717B-F4E0-8C47-A075-5252EB8D973B}"/>
              </a:ext>
            </a:extLst>
          </p:cNvPr>
          <p:cNvSpPr/>
          <p:nvPr/>
        </p:nvSpPr>
        <p:spPr>
          <a:xfrm>
            <a:off x="8309229" y="3680459"/>
            <a:ext cx="731520" cy="1"/>
          </a:xfrm>
          <a:prstGeom prst="line">
            <a:avLst/>
          </a:prstGeom>
          <a:noFill/>
          <a:ln w="27940">
            <a:solidFill>
              <a:srgbClr val="00A4A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83">
            <a:extLst>
              <a:ext uri="{FF2B5EF4-FFF2-40B4-BE49-F238E27FC236}">
                <a16:creationId xmlns:a16="http://schemas.microsoft.com/office/drawing/2014/main" id="{539C7B0E-9F25-AA63-1E9D-1BE2F5849778}"/>
              </a:ext>
            </a:extLst>
          </p:cNvPr>
          <p:cNvSpPr/>
          <p:nvPr/>
        </p:nvSpPr>
        <p:spPr>
          <a:xfrm>
            <a:off x="884301" y="4183379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>
                <a:solidFill>
                  <a:srgbClr val="F59E0B"/>
                </a:solidFill>
              </a:rPr>
              <a:t>75%</a:t>
            </a:r>
            <a:endParaRPr lang="en-US" sz="1400"/>
          </a:p>
        </p:txBody>
      </p:sp>
      <p:sp>
        <p:nvSpPr>
          <p:cNvPr id="79" name="Shape 84">
            <a:extLst>
              <a:ext uri="{FF2B5EF4-FFF2-40B4-BE49-F238E27FC236}">
                <a16:creationId xmlns:a16="http://schemas.microsoft.com/office/drawing/2014/main" id="{5CDB2B0E-8EE8-3D36-F4AF-39394C980692}"/>
              </a:ext>
            </a:extLst>
          </p:cNvPr>
          <p:cNvSpPr/>
          <p:nvPr/>
        </p:nvSpPr>
        <p:spPr>
          <a:xfrm flipV="1">
            <a:off x="172554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85">
            <a:extLst>
              <a:ext uri="{FF2B5EF4-FFF2-40B4-BE49-F238E27FC236}">
                <a16:creationId xmlns:a16="http://schemas.microsoft.com/office/drawing/2014/main" id="{0F3A22A5-7CC8-9BB4-4726-CC08C67EB8AB}"/>
              </a:ext>
            </a:extLst>
          </p:cNvPr>
          <p:cNvSpPr/>
          <p:nvPr/>
        </p:nvSpPr>
        <p:spPr>
          <a:xfrm>
            <a:off x="1725549" y="4027931"/>
            <a:ext cx="109728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86">
            <a:extLst>
              <a:ext uri="{FF2B5EF4-FFF2-40B4-BE49-F238E27FC236}">
                <a16:creationId xmlns:a16="http://schemas.microsoft.com/office/drawing/2014/main" id="{866FC171-A3E3-A5B5-CD5F-DDEB2A979974}"/>
              </a:ext>
            </a:extLst>
          </p:cNvPr>
          <p:cNvSpPr/>
          <p:nvPr/>
        </p:nvSpPr>
        <p:spPr>
          <a:xfrm>
            <a:off x="282282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7">
            <a:extLst>
              <a:ext uri="{FF2B5EF4-FFF2-40B4-BE49-F238E27FC236}">
                <a16:creationId xmlns:a16="http://schemas.microsoft.com/office/drawing/2014/main" id="{2B15BE92-80DF-8C25-EBDA-A47E1B89F177}"/>
              </a:ext>
            </a:extLst>
          </p:cNvPr>
          <p:cNvSpPr/>
          <p:nvPr/>
        </p:nvSpPr>
        <p:spPr>
          <a:xfrm>
            <a:off x="2822829" y="4530851"/>
            <a:ext cx="36576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8">
            <a:extLst>
              <a:ext uri="{FF2B5EF4-FFF2-40B4-BE49-F238E27FC236}">
                <a16:creationId xmlns:a16="http://schemas.microsoft.com/office/drawing/2014/main" id="{B5A8EA3F-C34D-C596-880F-1B8903EA23B2}"/>
              </a:ext>
            </a:extLst>
          </p:cNvPr>
          <p:cNvSpPr/>
          <p:nvPr/>
        </p:nvSpPr>
        <p:spPr>
          <a:xfrm>
            <a:off x="3188589" y="4530851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9">
            <a:extLst>
              <a:ext uri="{FF2B5EF4-FFF2-40B4-BE49-F238E27FC236}">
                <a16:creationId xmlns:a16="http://schemas.microsoft.com/office/drawing/2014/main" id="{96BE05D1-7A20-93FA-F040-6B73BB183424}"/>
              </a:ext>
            </a:extLst>
          </p:cNvPr>
          <p:cNvSpPr/>
          <p:nvPr/>
        </p:nvSpPr>
        <p:spPr>
          <a:xfrm flipV="1">
            <a:off x="318858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90">
            <a:extLst>
              <a:ext uri="{FF2B5EF4-FFF2-40B4-BE49-F238E27FC236}">
                <a16:creationId xmlns:a16="http://schemas.microsoft.com/office/drawing/2014/main" id="{12555DE2-9E6F-93C6-871D-12DCE63F96D6}"/>
              </a:ext>
            </a:extLst>
          </p:cNvPr>
          <p:cNvSpPr/>
          <p:nvPr/>
        </p:nvSpPr>
        <p:spPr>
          <a:xfrm>
            <a:off x="3188589" y="4027931"/>
            <a:ext cx="109728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91">
            <a:extLst>
              <a:ext uri="{FF2B5EF4-FFF2-40B4-BE49-F238E27FC236}">
                <a16:creationId xmlns:a16="http://schemas.microsoft.com/office/drawing/2014/main" id="{0FAD4477-28F2-0C91-9A2A-6FA2DB141FA8}"/>
              </a:ext>
            </a:extLst>
          </p:cNvPr>
          <p:cNvSpPr/>
          <p:nvPr/>
        </p:nvSpPr>
        <p:spPr>
          <a:xfrm>
            <a:off x="428586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92">
            <a:extLst>
              <a:ext uri="{FF2B5EF4-FFF2-40B4-BE49-F238E27FC236}">
                <a16:creationId xmlns:a16="http://schemas.microsoft.com/office/drawing/2014/main" id="{BB048379-3507-7B26-8EF3-186B7B03FC4C}"/>
              </a:ext>
            </a:extLst>
          </p:cNvPr>
          <p:cNvSpPr/>
          <p:nvPr/>
        </p:nvSpPr>
        <p:spPr>
          <a:xfrm>
            <a:off x="4285869" y="4530851"/>
            <a:ext cx="36576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93">
            <a:extLst>
              <a:ext uri="{FF2B5EF4-FFF2-40B4-BE49-F238E27FC236}">
                <a16:creationId xmlns:a16="http://schemas.microsoft.com/office/drawing/2014/main" id="{BAEA0E22-D81C-5288-D7CA-E8481F2FCA01}"/>
              </a:ext>
            </a:extLst>
          </p:cNvPr>
          <p:cNvSpPr/>
          <p:nvPr/>
        </p:nvSpPr>
        <p:spPr>
          <a:xfrm>
            <a:off x="4651629" y="4530851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94">
            <a:extLst>
              <a:ext uri="{FF2B5EF4-FFF2-40B4-BE49-F238E27FC236}">
                <a16:creationId xmlns:a16="http://schemas.microsoft.com/office/drawing/2014/main" id="{EFFA9402-7764-A5D0-DE04-68F905FD3BD1}"/>
              </a:ext>
            </a:extLst>
          </p:cNvPr>
          <p:cNvSpPr/>
          <p:nvPr/>
        </p:nvSpPr>
        <p:spPr>
          <a:xfrm flipV="1">
            <a:off x="465162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95">
            <a:extLst>
              <a:ext uri="{FF2B5EF4-FFF2-40B4-BE49-F238E27FC236}">
                <a16:creationId xmlns:a16="http://schemas.microsoft.com/office/drawing/2014/main" id="{9D5C0F92-6AF5-CEB4-CD16-BCC880FFE2A0}"/>
              </a:ext>
            </a:extLst>
          </p:cNvPr>
          <p:cNvSpPr/>
          <p:nvPr/>
        </p:nvSpPr>
        <p:spPr>
          <a:xfrm>
            <a:off x="4651629" y="4027931"/>
            <a:ext cx="109728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96">
            <a:extLst>
              <a:ext uri="{FF2B5EF4-FFF2-40B4-BE49-F238E27FC236}">
                <a16:creationId xmlns:a16="http://schemas.microsoft.com/office/drawing/2014/main" id="{37833558-9A91-8113-B3ED-F9633B74A595}"/>
              </a:ext>
            </a:extLst>
          </p:cNvPr>
          <p:cNvSpPr/>
          <p:nvPr/>
        </p:nvSpPr>
        <p:spPr>
          <a:xfrm>
            <a:off x="574890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7">
            <a:extLst>
              <a:ext uri="{FF2B5EF4-FFF2-40B4-BE49-F238E27FC236}">
                <a16:creationId xmlns:a16="http://schemas.microsoft.com/office/drawing/2014/main" id="{210C28AC-0A4B-CF06-9FCF-CF6FE98A1E4D}"/>
              </a:ext>
            </a:extLst>
          </p:cNvPr>
          <p:cNvSpPr/>
          <p:nvPr/>
        </p:nvSpPr>
        <p:spPr>
          <a:xfrm>
            <a:off x="5748909" y="4530851"/>
            <a:ext cx="36576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8">
            <a:extLst>
              <a:ext uri="{FF2B5EF4-FFF2-40B4-BE49-F238E27FC236}">
                <a16:creationId xmlns:a16="http://schemas.microsoft.com/office/drawing/2014/main" id="{37478408-873B-AB3A-34E0-8EBBD79FFAB4}"/>
              </a:ext>
            </a:extLst>
          </p:cNvPr>
          <p:cNvSpPr/>
          <p:nvPr/>
        </p:nvSpPr>
        <p:spPr>
          <a:xfrm>
            <a:off x="6114669" y="4530851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9">
            <a:extLst>
              <a:ext uri="{FF2B5EF4-FFF2-40B4-BE49-F238E27FC236}">
                <a16:creationId xmlns:a16="http://schemas.microsoft.com/office/drawing/2014/main" id="{2D038EAC-DF6A-0DE3-1644-6367BCD1A298}"/>
              </a:ext>
            </a:extLst>
          </p:cNvPr>
          <p:cNvSpPr/>
          <p:nvPr/>
        </p:nvSpPr>
        <p:spPr>
          <a:xfrm flipV="1">
            <a:off x="611466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100">
            <a:extLst>
              <a:ext uri="{FF2B5EF4-FFF2-40B4-BE49-F238E27FC236}">
                <a16:creationId xmlns:a16="http://schemas.microsoft.com/office/drawing/2014/main" id="{0EA606E7-8846-E99E-89E3-B18D02CCDD16}"/>
              </a:ext>
            </a:extLst>
          </p:cNvPr>
          <p:cNvSpPr/>
          <p:nvPr/>
        </p:nvSpPr>
        <p:spPr>
          <a:xfrm>
            <a:off x="6114669" y="4027931"/>
            <a:ext cx="109728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101">
            <a:extLst>
              <a:ext uri="{FF2B5EF4-FFF2-40B4-BE49-F238E27FC236}">
                <a16:creationId xmlns:a16="http://schemas.microsoft.com/office/drawing/2014/main" id="{3581879E-6040-DFC6-D905-66771978FF6D}"/>
              </a:ext>
            </a:extLst>
          </p:cNvPr>
          <p:cNvSpPr/>
          <p:nvPr/>
        </p:nvSpPr>
        <p:spPr>
          <a:xfrm>
            <a:off x="721194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102">
            <a:extLst>
              <a:ext uri="{FF2B5EF4-FFF2-40B4-BE49-F238E27FC236}">
                <a16:creationId xmlns:a16="http://schemas.microsoft.com/office/drawing/2014/main" id="{A974253F-AABF-6F97-9EBE-083DDEBE33E2}"/>
              </a:ext>
            </a:extLst>
          </p:cNvPr>
          <p:cNvSpPr/>
          <p:nvPr/>
        </p:nvSpPr>
        <p:spPr>
          <a:xfrm>
            <a:off x="7211949" y="4530851"/>
            <a:ext cx="36576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103">
            <a:extLst>
              <a:ext uri="{FF2B5EF4-FFF2-40B4-BE49-F238E27FC236}">
                <a16:creationId xmlns:a16="http://schemas.microsoft.com/office/drawing/2014/main" id="{0764A752-A8FA-3197-4687-F7BEF26A8496}"/>
              </a:ext>
            </a:extLst>
          </p:cNvPr>
          <p:cNvSpPr/>
          <p:nvPr/>
        </p:nvSpPr>
        <p:spPr>
          <a:xfrm>
            <a:off x="7577709" y="4530851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104">
            <a:extLst>
              <a:ext uri="{FF2B5EF4-FFF2-40B4-BE49-F238E27FC236}">
                <a16:creationId xmlns:a16="http://schemas.microsoft.com/office/drawing/2014/main" id="{CACCE6C0-C30F-E718-862F-375D5F2DB3AB}"/>
              </a:ext>
            </a:extLst>
          </p:cNvPr>
          <p:cNvSpPr/>
          <p:nvPr/>
        </p:nvSpPr>
        <p:spPr>
          <a:xfrm flipV="1">
            <a:off x="757770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105">
            <a:extLst>
              <a:ext uri="{FF2B5EF4-FFF2-40B4-BE49-F238E27FC236}">
                <a16:creationId xmlns:a16="http://schemas.microsoft.com/office/drawing/2014/main" id="{815FFF9C-49FE-CBD7-DD05-76541CFACDCE}"/>
              </a:ext>
            </a:extLst>
          </p:cNvPr>
          <p:cNvSpPr/>
          <p:nvPr/>
        </p:nvSpPr>
        <p:spPr>
          <a:xfrm>
            <a:off x="7577709" y="4027931"/>
            <a:ext cx="109728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106">
            <a:extLst>
              <a:ext uri="{FF2B5EF4-FFF2-40B4-BE49-F238E27FC236}">
                <a16:creationId xmlns:a16="http://schemas.microsoft.com/office/drawing/2014/main" id="{E6E4DB55-8E2A-350B-3459-DE976B15CD87}"/>
              </a:ext>
            </a:extLst>
          </p:cNvPr>
          <p:cNvSpPr/>
          <p:nvPr/>
        </p:nvSpPr>
        <p:spPr>
          <a:xfrm>
            <a:off x="8674989" y="4027931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7">
            <a:extLst>
              <a:ext uri="{FF2B5EF4-FFF2-40B4-BE49-F238E27FC236}">
                <a16:creationId xmlns:a16="http://schemas.microsoft.com/office/drawing/2014/main" id="{3CEA2D1A-C467-7C6C-AC65-168ECE10D6A4}"/>
              </a:ext>
            </a:extLst>
          </p:cNvPr>
          <p:cNvSpPr/>
          <p:nvPr/>
        </p:nvSpPr>
        <p:spPr>
          <a:xfrm>
            <a:off x="8674989" y="4530851"/>
            <a:ext cx="365760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10">
            <a:extLst>
              <a:ext uri="{FF2B5EF4-FFF2-40B4-BE49-F238E27FC236}">
                <a16:creationId xmlns:a16="http://schemas.microsoft.com/office/drawing/2014/main" id="{0AAA3F6E-537B-4AE2-8B0C-96476330677D}"/>
              </a:ext>
            </a:extLst>
          </p:cNvPr>
          <p:cNvSpPr/>
          <p:nvPr/>
        </p:nvSpPr>
        <p:spPr>
          <a:xfrm>
            <a:off x="884301" y="5033771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b="1">
                <a:solidFill>
                  <a:srgbClr val="F59E0B"/>
                </a:solidFill>
              </a:rPr>
              <a:t>90%</a:t>
            </a:r>
            <a:endParaRPr lang="en-US" sz="1400"/>
          </a:p>
        </p:txBody>
      </p:sp>
      <p:sp>
        <p:nvSpPr>
          <p:cNvPr id="104" name="Shape 111">
            <a:extLst>
              <a:ext uri="{FF2B5EF4-FFF2-40B4-BE49-F238E27FC236}">
                <a16:creationId xmlns:a16="http://schemas.microsoft.com/office/drawing/2014/main" id="{4E082555-7BFD-65FD-8B2B-0C0C450F4D76}"/>
              </a:ext>
            </a:extLst>
          </p:cNvPr>
          <p:cNvSpPr/>
          <p:nvPr/>
        </p:nvSpPr>
        <p:spPr>
          <a:xfrm flipV="1">
            <a:off x="1725549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12">
            <a:extLst>
              <a:ext uri="{FF2B5EF4-FFF2-40B4-BE49-F238E27FC236}">
                <a16:creationId xmlns:a16="http://schemas.microsoft.com/office/drawing/2014/main" id="{D9B49705-C53A-E453-1B90-F88B2B5943F6}"/>
              </a:ext>
            </a:extLst>
          </p:cNvPr>
          <p:cNvSpPr/>
          <p:nvPr/>
        </p:nvSpPr>
        <p:spPr>
          <a:xfrm>
            <a:off x="1725549" y="4878323"/>
            <a:ext cx="1316736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13">
            <a:extLst>
              <a:ext uri="{FF2B5EF4-FFF2-40B4-BE49-F238E27FC236}">
                <a16:creationId xmlns:a16="http://schemas.microsoft.com/office/drawing/2014/main" id="{CDD40424-EDB7-D02C-0C98-FBDD93E2407C}"/>
              </a:ext>
            </a:extLst>
          </p:cNvPr>
          <p:cNvSpPr/>
          <p:nvPr/>
        </p:nvSpPr>
        <p:spPr>
          <a:xfrm>
            <a:off x="3042285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14">
            <a:extLst>
              <a:ext uri="{FF2B5EF4-FFF2-40B4-BE49-F238E27FC236}">
                <a16:creationId xmlns:a16="http://schemas.microsoft.com/office/drawing/2014/main" id="{0723D988-064D-8760-5E72-0FB77111442B}"/>
              </a:ext>
            </a:extLst>
          </p:cNvPr>
          <p:cNvSpPr/>
          <p:nvPr/>
        </p:nvSpPr>
        <p:spPr>
          <a:xfrm>
            <a:off x="3042285" y="5381243"/>
            <a:ext cx="146304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15">
            <a:extLst>
              <a:ext uri="{FF2B5EF4-FFF2-40B4-BE49-F238E27FC236}">
                <a16:creationId xmlns:a16="http://schemas.microsoft.com/office/drawing/2014/main" id="{46263523-EF50-820D-D03F-E5ADA05ADAF4}"/>
              </a:ext>
            </a:extLst>
          </p:cNvPr>
          <p:cNvSpPr/>
          <p:nvPr/>
        </p:nvSpPr>
        <p:spPr>
          <a:xfrm>
            <a:off x="3188589" y="5381243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16">
            <a:extLst>
              <a:ext uri="{FF2B5EF4-FFF2-40B4-BE49-F238E27FC236}">
                <a16:creationId xmlns:a16="http://schemas.microsoft.com/office/drawing/2014/main" id="{02AA51CC-186D-4722-B25B-8211A295524F}"/>
              </a:ext>
            </a:extLst>
          </p:cNvPr>
          <p:cNvSpPr/>
          <p:nvPr/>
        </p:nvSpPr>
        <p:spPr>
          <a:xfrm flipV="1">
            <a:off x="3188589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17">
            <a:extLst>
              <a:ext uri="{FF2B5EF4-FFF2-40B4-BE49-F238E27FC236}">
                <a16:creationId xmlns:a16="http://schemas.microsoft.com/office/drawing/2014/main" id="{C1D60C27-7CDD-149D-8C79-27E7B99D09DD}"/>
              </a:ext>
            </a:extLst>
          </p:cNvPr>
          <p:cNvSpPr/>
          <p:nvPr/>
        </p:nvSpPr>
        <p:spPr>
          <a:xfrm>
            <a:off x="3188589" y="4878323"/>
            <a:ext cx="1316736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18">
            <a:extLst>
              <a:ext uri="{FF2B5EF4-FFF2-40B4-BE49-F238E27FC236}">
                <a16:creationId xmlns:a16="http://schemas.microsoft.com/office/drawing/2014/main" id="{77987DC7-4233-3194-015E-A74125A6DD50}"/>
              </a:ext>
            </a:extLst>
          </p:cNvPr>
          <p:cNvSpPr/>
          <p:nvPr/>
        </p:nvSpPr>
        <p:spPr>
          <a:xfrm>
            <a:off x="4505325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9">
            <a:extLst>
              <a:ext uri="{FF2B5EF4-FFF2-40B4-BE49-F238E27FC236}">
                <a16:creationId xmlns:a16="http://schemas.microsoft.com/office/drawing/2014/main" id="{080F7390-76F4-D1EF-2628-4D4A6C36B51E}"/>
              </a:ext>
            </a:extLst>
          </p:cNvPr>
          <p:cNvSpPr/>
          <p:nvPr/>
        </p:nvSpPr>
        <p:spPr>
          <a:xfrm>
            <a:off x="4505325" y="5381243"/>
            <a:ext cx="146304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20">
            <a:extLst>
              <a:ext uri="{FF2B5EF4-FFF2-40B4-BE49-F238E27FC236}">
                <a16:creationId xmlns:a16="http://schemas.microsoft.com/office/drawing/2014/main" id="{29D30B03-961F-7D7F-E131-963AA45C2E44}"/>
              </a:ext>
            </a:extLst>
          </p:cNvPr>
          <p:cNvSpPr/>
          <p:nvPr/>
        </p:nvSpPr>
        <p:spPr>
          <a:xfrm>
            <a:off x="4651629" y="5381243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21">
            <a:extLst>
              <a:ext uri="{FF2B5EF4-FFF2-40B4-BE49-F238E27FC236}">
                <a16:creationId xmlns:a16="http://schemas.microsoft.com/office/drawing/2014/main" id="{CB22CD74-FBFB-4886-07DE-A69B7DB21F23}"/>
              </a:ext>
            </a:extLst>
          </p:cNvPr>
          <p:cNvSpPr/>
          <p:nvPr/>
        </p:nvSpPr>
        <p:spPr>
          <a:xfrm flipV="1">
            <a:off x="4651629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22">
            <a:extLst>
              <a:ext uri="{FF2B5EF4-FFF2-40B4-BE49-F238E27FC236}">
                <a16:creationId xmlns:a16="http://schemas.microsoft.com/office/drawing/2014/main" id="{A0D32DC3-6112-ECC7-30BC-F42F2DC36EED}"/>
              </a:ext>
            </a:extLst>
          </p:cNvPr>
          <p:cNvSpPr/>
          <p:nvPr/>
        </p:nvSpPr>
        <p:spPr>
          <a:xfrm>
            <a:off x="4651629" y="4878323"/>
            <a:ext cx="1316736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23">
            <a:extLst>
              <a:ext uri="{FF2B5EF4-FFF2-40B4-BE49-F238E27FC236}">
                <a16:creationId xmlns:a16="http://schemas.microsoft.com/office/drawing/2014/main" id="{E89C39F2-CCC0-ECFC-2FFE-F951FC58B563}"/>
              </a:ext>
            </a:extLst>
          </p:cNvPr>
          <p:cNvSpPr/>
          <p:nvPr/>
        </p:nvSpPr>
        <p:spPr>
          <a:xfrm>
            <a:off x="5968365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24">
            <a:extLst>
              <a:ext uri="{FF2B5EF4-FFF2-40B4-BE49-F238E27FC236}">
                <a16:creationId xmlns:a16="http://schemas.microsoft.com/office/drawing/2014/main" id="{91FE93FF-238B-5666-0DB7-3BA321A54981}"/>
              </a:ext>
            </a:extLst>
          </p:cNvPr>
          <p:cNvSpPr/>
          <p:nvPr/>
        </p:nvSpPr>
        <p:spPr>
          <a:xfrm>
            <a:off x="5968365" y="5381243"/>
            <a:ext cx="146304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25">
            <a:extLst>
              <a:ext uri="{FF2B5EF4-FFF2-40B4-BE49-F238E27FC236}">
                <a16:creationId xmlns:a16="http://schemas.microsoft.com/office/drawing/2014/main" id="{67B5A111-8C72-D2E4-B395-B86FE6BB319D}"/>
              </a:ext>
            </a:extLst>
          </p:cNvPr>
          <p:cNvSpPr/>
          <p:nvPr/>
        </p:nvSpPr>
        <p:spPr>
          <a:xfrm>
            <a:off x="6114669" y="5381243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26">
            <a:extLst>
              <a:ext uri="{FF2B5EF4-FFF2-40B4-BE49-F238E27FC236}">
                <a16:creationId xmlns:a16="http://schemas.microsoft.com/office/drawing/2014/main" id="{BB8709F4-E979-165E-E0E5-582F791D72FB}"/>
              </a:ext>
            </a:extLst>
          </p:cNvPr>
          <p:cNvSpPr/>
          <p:nvPr/>
        </p:nvSpPr>
        <p:spPr>
          <a:xfrm flipV="1">
            <a:off x="6114669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27">
            <a:extLst>
              <a:ext uri="{FF2B5EF4-FFF2-40B4-BE49-F238E27FC236}">
                <a16:creationId xmlns:a16="http://schemas.microsoft.com/office/drawing/2014/main" id="{F9910275-DDBF-1338-94C4-3F9A0D7E6CDC}"/>
              </a:ext>
            </a:extLst>
          </p:cNvPr>
          <p:cNvSpPr/>
          <p:nvPr/>
        </p:nvSpPr>
        <p:spPr>
          <a:xfrm>
            <a:off x="6114669" y="4878323"/>
            <a:ext cx="1316736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28">
            <a:extLst>
              <a:ext uri="{FF2B5EF4-FFF2-40B4-BE49-F238E27FC236}">
                <a16:creationId xmlns:a16="http://schemas.microsoft.com/office/drawing/2014/main" id="{CD2926E5-E980-B273-BE5D-5AD25F438913}"/>
              </a:ext>
            </a:extLst>
          </p:cNvPr>
          <p:cNvSpPr/>
          <p:nvPr/>
        </p:nvSpPr>
        <p:spPr>
          <a:xfrm>
            <a:off x="7431405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9">
            <a:extLst>
              <a:ext uri="{FF2B5EF4-FFF2-40B4-BE49-F238E27FC236}">
                <a16:creationId xmlns:a16="http://schemas.microsoft.com/office/drawing/2014/main" id="{78544B64-0C84-5832-9C3C-2D8A87A011DF}"/>
              </a:ext>
            </a:extLst>
          </p:cNvPr>
          <p:cNvSpPr/>
          <p:nvPr/>
        </p:nvSpPr>
        <p:spPr>
          <a:xfrm>
            <a:off x="7431405" y="5381243"/>
            <a:ext cx="146304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30">
            <a:extLst>
              <a:ext uri="{FF2B5EF4-FFF2-40B4-BE49-F238E27FC236}">
                <a16:creationId xmlns:a16="http://schemas.microsoft.com/office/drawing/2014/main" id="{6C02836C-35A1-4384-1B01-9AB66F6F25B3}"/>
              </a:ext>
            </a:extLst>
          </p:cNvPr>
          <p:cNvSpPr/>
          <p:nvPr/>
        </p:nvSpPr>
        <p:spPr>
          <a:xfrm>
            <a:off x="7577709" y="5381243"/>
            <a:ext cx="1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31">
            <a:extLst>
              <a:ext uri="{FF2B5EF4-FFF2-40B4-BE49-F238E27FC236}">
                <a16:creationId xmlns:a16="http://schemas.microsoft.com/office/drawing/2014/main" id="{37B62217-1024-CEA9-5496-32BEE70879BB}"/>
              </a:ext>
            </a:extLst>
          </p:cNvPr>
          <p:cNvSpPr/>
          <p:nvPr/>
        </p:nvSpPr>
        <p:spPr>
          <a:xfrm flipV="1">
            <a:off x="7577709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32">
            <a:extLst>
              <a:ext uri="{FF2B5EF4-FFF2-40B4-BE49-F238E27FC236}">
                <a16:creationId xmlns:a16="http://schemas.microsoft.com/office/drawing/2014/main" id="{34E7D36A-A56F-C30D-785F-4EC8DB47148F}"/>
              </a:ext>
            </a:extLst>
          </p:cNvPr>
          <p:cNvSpPr/>
          <p:nvPr/>
        </p:nvSpPr>
        <p:spPr>
          <a:xfrm>
            <a:off x="7577709" y="4878323"/>
            <a:ext cx="1316736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33">
            <a:extLst>
              <a:ext uri="{FF2B5EF4-FFF2-40B4-BE49-F238E27FC236}">
                <a16:creationId xmlns:a16="http://schemas.microsoft.com/office/drawing/2014/main" id="{4B2C3022-CBF4-CA82-A830-E975C48188F2}"/>
              </a:ext>
            </a:extLst>
          </p:cNvPr>
          <p:cNvSpPr/>
          <p:nvPr/>
        </p:nvSpPr>
        <p:spPr>
          <a:xfrm>
            <a:off x="8894445" y="4878323"/>
            <a:ext cx="1" cy="5029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34">
            <a:extLst>
              <a:ext uri="{FF2B5EF4-FFF2-40B4-BE49-F238E27FC236}">
                <a16:creationId xmlns:a16="http://schemas.microsoft.com/office/drawing/2014/main" id="{1DF91897-314C-64C7-3F82-94555978991A}"/>
              </a:ext>
            </a:extLst>
          </p:cNvPr>
          <p:cNvSpPr/>
          <p:nvPr/>
        </p:nvSpPr>
        <p:spPr>
          <a:xfrm>
            <a:off x="8894445" y="5381243"/>
            <a:ext cx="146304" cy="1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27">
            <a:extLst>
              <a:ext uri="{FF2B5EF4-FFF2-40B4-BE49-F238E27FC236}">
                <a16:creationId xmlns:a16="http://schemas.microsoft.com/office/drawing/2014/main" id="{3FD8E635-367A-7155-4816-858F53A40CC7}"/>
              </a:ext>
            </a:extLst>
          </p:cNvPr>
          <p:cNvSpPr/>
          <p:nvPr/>
        </p:nvSpPr>
        <p:spPr>
          <a:xfrm>
            <a:off x="9361170" y="1490472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 w="12700">
            <a:solidFill>
              <a:srgbClr val="D7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28">
            <a:extLst>
              <a:ext uri="{FF2B5EF4-FFF2-40B4-BE49-F238E27FC236}">
                <a16:creationId xmlns:a16="http://schemas.microsoft.com/office/drawing/2014/main" id="{CB460210-D230-AF62-7A12-575D89087ABF}"/>
              </a:ext>
            </a:extLst>
          </p:cNvPr>
          <p:cNvSpPr/>
          <p:nvPr/>
        </p:nvSpPr>
        <p:spPr>
          <a:xfrm>
            <a:off x="9361170" y="1490472"/>
            <a:ext cx="182880" cy="384048"/>
          </a:xfrm>
          <a:prstGeom prst="rect">
            <a:avLst/>
          </a:prstGeom>
          <a:solidFill>
            <a:srgbClr val="0077C8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54">
            <a:extLst>
              <a:ext uri="{FF2B5EF4-FFF2-40B4-BE49-F238E27FC236}">
                <a16:creationId xmlns:a16="http://schemas.microsoft.com/office/drawing/2014/main" id="{F0A8D436-3B79-825B-938B-4F7F3927D75D}"/>
              </a:ext>
            </a:extLst>
          </p:cNvPr>
          <p:cNvSpPr/>
          <p:nvPr/>
        </p:nvSpPr>
        <p:spPr>
          <a:xfrm>
            <a:off x="9361170" y="2340864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 w="12700">
            <a:solidFill>
              <a:srgbClr val="D7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55">
            <a:extLst>
              <a:ext uri="{FF2B5EF4-FFF2-40B4-BE49-F238E27FC236}">
                <a16:creationId xmlns:a16="http://schemas.microsoft.com/office/drawing/2014/main" id="{2B8A9D68-CEE9-821E-683C-F14E71E3DE3A}"/>
              </a:ext>
            </a:extLst>
          </p:cNvPr>
          <p:cNvSpPr/>
          <p:nvPr/>
        </p:nvSpPr>
        <p:spPr>
          <a:xfrm>
            <a:off x="9361170" y="2340864"/>
            <a:ext cx="457200" cy="384048"/>
          </a:xfrm>
          <a:prstGeom prst="rect">
            <a:avLst/>
          </a:prstGeom>
          <a:solidFill>
            <a:srgbClr val="0077C8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81">
            <a:extLst>
              <a:ext uri="{FF2B5EF4-FFF2-40B4-BE49-F238E27FC236}">
                <a16:creationId xmlns:a16="http://schemas.microsoft.com/office/drawing/2014/main" id="{3468FC1B-C3F2-FE56-D5DE-CB6E952ED01D}"/>
              </a:ext>
            </a:extLst>
          </p:cNvPr>
          <p:cNvSpPr/>
          <p:nvPr/>
        </p:nvSpPr>
        <p:spPr>
          <a:xfrm>
            <a:off x="9361170" y="3191256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 w="12700">
            <a:solidFill>
              <a:srgbClr val="D7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82">
            <a:extLst>
              <a:ext uri="{FF2B5EF4-FFF2-40B4-BE49-F238E27FC236}">
                <a16:creationId xmlns:a16="http://schemas.microsoft.com/office/drawing/2014/main" id="{10D31CA9-B273-C649-CBD9-79739DA4A847}"/>
              </a:ext>
            </a:extLst>
          </p:cNvPr>
          <p:cNvSpPr/>
          <p:nvPr/>
        </p:nvSpPr>
        <p:spPr>
          <a:xfrm>
            <a:off x="9361170" y="3191256"/>
            <a:ext cx="914400" cy="384048"/>
          </a:xfrm>
          <a:prstGeom prst="rect">
            <a:avLst/>
          </a:prstGeom>
          <a:solidFill>
            <a:srgbClr val="00A4A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08">
            <a:extLst>
              <a:ext uri="{FF2B5EF4-FFF2-40B4-BE49-F238E27FC236}">
                <a16:creationId xmlns:a16="http://schemas.microsoft.com/office/drawing/2014/main" id="{BD6F844F-EE0B-894F-E664-93AD41F7F873}"/>
              </a:ext>
            </a:extLst>
          </p:cNvPr>
          <p:cNvSpPr/>
          <p:nvPr/>
        </p:nvSpPr>
        <p:spPr>
          <a:xfrm>
            <a:off x="9361170" y="4041648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 w="12700">
            <a:solidFill>
              <a:srgbClr val="D7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09">
            <a:extLst>
              <a:ext uri="{FF2B5EF4-FFF2-40B4-BE49-F238E27FC236}">
                <a16:creationId xmlns:a16="http://schemas.microsoft.com/office/drawing/2014/main" id="{7C729663-9F0C-0750-71D8-B3FE7E29AAF2}"/>
              </a:ext>
            </a:extLst>
          </p:cNvPr>
          <p:cNvSpPr/>
          <p:nvPr/>
        </p:nvSpPr>
        <p:spPr>
          <a:xfrm>
            <a:off x="9361170" y="4041648"/>
            <a:ext cx="1371600" cy="384048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35">
            <a:extLst>
              <a:ext uri="{FF2B5EF4-FFF2-40B4-BE49-F238E27FC236}">
                <a16:creationId xmlns:a16="http://schemas.microsoft.com/office/drawing/2014/main" id="{FE2F3EF3-0469-3E78-2D11-92D887E4C664}"/>
              </a:ext>
            </a:extLst>
          </p:cNvPr>
          <p:cNvSpPr/>
          <p:nvPr/>
        </p:nvSpPr>
        <p:spPr>
          <a:xfrm>
            <a:off x="9361170" y="4892040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4F8FA"/>
          </a:solidFill>
          <a:ln w="12700">
            <a:solidFill>
              <a:srgbClr val="D7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36">
            <a:extLst>
              <a:ext uri="{FF2B5EF4-FFF2-40B4-BE49-F238E27FC236}">
                <a16:creationId xmlns:a16="http://schemas.microsoft.com/office/drawing/2014/main" id="{7512D2AD-BA7B-9837-2657-D4A21B5858DB}"/>
              </a:ext>
            </a:extLst>
          </p:cNvPr>
          <p:cNvSpPr/>
          <p:nvPr/>
        </p:nvSpPr>
        <p:spPr>
          <a:xfrm>
            <a:off x="9361170" y="4892040"/>
            <a:ext cx="1645920" cy="384048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86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2DF1-4C15-0698-570E-9145A34C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Voltage – what the load “sees”</a:t>
            </a:r>
          </a:p>
        </p:txBody>
      </p:sp>
      <p:pic>
        <p:nvPicPr>
          <p:cNvPr id="4" name="Image 0" descr="/mnt/data/3eec580542.png">
            <a:extLst>
              <a:ext uri="{FF2B5EF4-FFF2-40B4-BE49-F238E27FC236}">
                <a16:creationId xmlns:a16="http://schemas.microsoft.com/office/drawing/2014/main" id="{7124B942-876C-F21F-8CEE-105F7DB6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1234440"/>
            <a:ext cx="7200900" cy="480060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CF2E65D1-3411-6252-6176-B6C60EDAC1AF}"/>
              </a:ext>
            </a:extLst>
          </p:cNvPr>
          <p:cNvSpPr/>
          <p:nvPr/>
        </p:nvSpPr>
        <p:spPr>
          <a:xfrm>
            <a:off x="8183880" y="1307592"/>
            <a:ext cx="3383280" cy="4553712"/>
          </a:xfrm>
          <a:prstGeom prst="roundRect">
            <a:avLst>
              <a:gd name="adj" fmla="val 1351"/>
            </a:avLst>
          </a:prstGeom>
          <a:solidFill>
            <a:srgbClr val="F7FAFC"/>
          </a:solidFill>
          <a:ln w="12700">
            <a:solidFill>
              <a:srgbClr val="D7E6EC"/>
            </a:solidFill>
            <a:prstDash val="solid"/>
          </a:ln>
          <a:effectLst>
            <a:outerShdw blurRad="12700" dist="508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90842AB-84BF-A12A-8243-0CC964656186}"/>
              </a:ext>
            </a:extLst>
          </p:cNvPr>
          <p:cNvSpPr/>
          <p:nvPr/>
        </p:nvSpPr>
        <p:spPr>
          <a:xfrm>
            <a:off x="8549640" y="1700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00A4A6"/>
                </a:solidFill>
              </a:rPr>
              <a:t>IDEAL AVERAGE</a:t>
            </a:r>
            <a:endParaRPr lang="en-US" sz="140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AF047BD-5F4F-FBE6-DA7F-68A2D65628A4}"/>
              </a:ext>
            </a:extLst>
          </p:cNvPr>
          <p:cNvSpPr/>
          <p:nvPr/>
        </p:nvSpPr>
        <p:spPr>
          <a:xfrm>
            <a:off x="8296275" y="2212848"/>
            <a:ext cx="2923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102A43"/>
                </a:solidFill>
              </a:rPr>
              <a:t>Vavg = D × Vsupply</a:t>
            </a:r>
            <a:endParaRPr lang="en-US" sz="23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E99D2F1-88DF-F5F9-3AD1-34A9F18DEDC6}"/>
              </a:ext>
            </a:extLst>
          </p:cNvPr>
          <p:cNvSpPr/>
          <p:nvPr/>
        </p:nvSpPr>
        <p:spPr>
          <a:xfrm>
            <a:off x="8549640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7C8"/>
                </a:solidFill>
              </a:rPr>
              <a:t>25%</a:t>
            </a:r>
            <a:endParaRPr lang="en-US" sz="130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6440C9F-1CB5-022E-EA71-7C1496A5BF62}"/>
              </a:ext>
            </a:extLst>
          </p:cNvPr>
          <p:cNvSpPr/>
          <p:nvPr/>
        </p:nvSpPr>
        <p:spPr>
          <a:xfrm>
            <a:off x="9189720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6475"/>
                </a:solidFill>
              </a:rPr>
              <a:t>.25 × 3.3 V</a:t>
            </a:r>
            <a:endParaRPr lang="en-US" sz="12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98C330F-74F9-52E9-C56B-D86DEF963192}"/>
              </a:ext>
            </a:extLst>
          </p:cNvPr>
          <p:cNvSpPr/>
          <p:nvPr/>
        </p:nvSpPr>
        <p:spPr>
          <a:xfrm>
            <a:off x="10314432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F59E0B"/>
                </a:solidFill>
              </a:rPr>
              <a:t>0.825 V</a:t>
            </a:r>
            <a:endParaRPr lang="en-US" sz="130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9D31E1A-7BDA-3395-68AD-2D8DF7B72F8A}"/>
              </a:ext>
            </a:extLst>
          </p:cNvPr>
          <p:cNvSpPr/>
          <p:nvPr/>
        </p:nvSpPr>
        <p:spPr>
          <a:xfrm>
            <a:off x="8549640" y="36210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A4A6"/>
                </a:solidFill>
              </a:rPr>
              <a:t>50%</a:t>
            </a:r>
            <a:endParaRPr lang="en-US" sz="130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92A0B7D-5D9C-7F5D-7302-B065E71A8721}"/>
              </a:ext>
            </a:extLst>
          </p:cNvPr>
          <p:cNvSpPr/>
          <p:nvPr/>
        </p:nvSpPr>
        <p:spPr>
          <a:xfrm>
            <a:off x="9189720" y="3621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6475"/>
                </a:solidFill>
              </a:rPr>
              <a:t>.50 × 3.3 V</a:t>
            </a:r>
            <a:endParaRPr lang="en-US" sz="120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DB6ACC8E-7817-F920-B3D5-C5401BE99F88}"/>
              </a:ext>
            </a:extLst>
          </p:cNvPr>
          <p:cNvSpPr/>
          <p:nvPr/>
        </p:nvSpPr>
        <p:spPr>
          <a:xfrm>
            <a:off x="10314432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F59E0B"/>
                </a:solidFill>
              </a:rPr>
              <a:t>1.65 V</a:t>
            </a:r>
            <a:endParaRPr lang="en-US" sz="130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A89578F3-15B4-1F60-49C8-86C1632A6CB2}"/>
              </a:ext>
            </a:extLst>
          </p:cNvPr>
          <p:cNvSpPr/>
          <p:nvPr/>
        </p:nvSpPr>
        <p:spPr>
          <a:xfrm>
            <a:off x="8549640" y="4334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7C8"/>
                </a:solidFill>
              </a:rPr>
              <a:t>75%</a:t>
            </a:r>
            <a:endParaRPr lang="en-US" sz="130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A306636D-B268-EFEE-FA8E-1CE6E08E9AB2}"/>
              </a:ext>
            </a:extLst>
          </p:cNvPr>
          <p:cNvSpPr/>
          <p:nvPr/>
        </p:nvSpPr>
        <p:spPr>
          <a:xfrm>
            <a:off x="9189720" y="4334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B6475"/>
                </a:solidFill>
              </a:rPr>
              <a:t>.75 × 3.3 V</a:t>
            </a:r>
            <a:endParaRPr lang="en-US" sz="120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D1B47B4E-3AEC-F85A-B95F-FF532A877097}"/>
              </a:ext>
            </a:extLst>
          </p:cNvPr>
          <p:cNvSpPr/>
          <p:nvPr/>
        </p:nvSpPr>
        <p:spPr>
          <a:xfrm>
            <a:off x="10314432" y="4334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F59E0B"/>
                </a:solidFill>
              </a:rPr>
              <a:t>2.475 V</a:t>
            </a:r>
            <a:endParaRPr lang="en-US" sz="130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C8380BC2-195D-68C8-A2D2-8EBAD927A461}"/>
              </a:ext>
            </a:extLst>
          </p:cNvPr>
          <p:cNvSpPr/>
          <p:nvPr/>
        </p:nvSpPr>
        <p:spPr>
          <a:xfrm>
            <a:off x="8549640" y="5276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/>
              <a:t>D is duty cycle expressed from 0 to 1.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E9588-95F4-18CB-0B95-90C6C858C498}"/>
              </a:ext>
            </a:extLst>
          </p:cNvPr>
          <p:cNvSpPr txBox="1"/>
          <p:nvPr/>
        </p:nvSpPr>
        <p:spPr>
          <a:xfrm>
            <a:off x="379411" y="847725"/>
            <a:ext cx="81702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Higher duty cycle means more average energy delivered to the load</a:t>
            </a:r>
          </a:p>
        </p:txBody>
      </p:sp>
    </p:spTree>
    <p:extLst>
      <p:ext uri="{BB962C8B-B14F-4D97-AF65-F5344CB8AC3E}">
        <p14:creationId xmlns:p14="http://schemas.microsoft.com/office/powerpoint/2010/main" val="220261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C97E-FFAB-5DB6-6374-EA1A8940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3AB28-482B-6EC9-EB23-251F9A510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16" y="715385"/>
            <a:ext cx="9070848" cy="604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8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33B4-139C-64DD-9AE3-A2C5A029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PWM works?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F6822B9-64B8-1DFA-01F8-914C323F9E7A}"/>
              </a:ext>
            </a:extLst>
          </p:cNvPr>
          <p:cNvSpPr txBox="1">
            <a:spLocks/>
          </p:cNvSpPr>
          <p:nvPr/>
        </p:nvSpPr>
        <p:spPr>
          <a:xfrm>
            <a:off x="394775" y="1068113"/>
            <a:ext cx="3510475" cy="1912986"/>
          </a:xfrm>
          <a:prstGeom prst="rect">
            <a:avLst/>
          </a:prstGeom>
        </p:spPr>
        <p:txBody>
          <a:bodyPr>
            <a:noAutofit/>
          </a:bodyPr>
          <a:lstStyle>
            <a:lvl1pPr marL="175022" indent="-175022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 sz="2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01229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−"/>
              <a:defRPr sz="2000">
                <a:solidFill>
                  <a:srgbClr val="000000"/>
                </a:solidFill>
                <a:latin typeface="+mn-lt"/>
              </a:defRPr>
            </a:lvl2pPr>
            <a:lvl3pPr marL="427435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Wingdings" pitchFamily="2" charset="2"/>
              <a:buChar char="§"/>
              <a:defRPr sz="1800">
                <a:solidFill>
                  <a:srgbClr val="000000"/>
                </a:solidFill>
                <a:latin typeface="+mn-lt"/>
              </a:defRPr>
            </a:lvl3pPr>
            <a:lvl4pPr marL="559594" indent="-132160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727472" indent="-167879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70000"/>
              <a:buFont typeface="Arial" pitchFamily="34" charset="0"/>
              <a:buChar char="−"/>
              <a:defRPr sz="1400">
                <a:solidFill>
                  <a:srgbClr val="000000"/>
                </a:solidFill>
                <a:latin typeface="+mn-lt"/>
              </a:defRPr>
            </a:lvl5pPr>
            <a:lvl6pPr marL="16728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6pPr>
            <a:lvl7pPr marL="20157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7pPr>
            <a:lvl8pPr marL="23586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8pPr>
            <a:lvl9pPr marL="27015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9pPr>
          </a:lstStyle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A timer is used as carrier to count from 0 to MOD value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The MOD (ex. max 16 bit size) gives the timer period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When the counter matches a compare value, the PWM output state is changed</a:t>
            </a:r>
          </a:p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C880718-A1B0-A7A7-52E6-EEAF6AE0CD97}"/>
              </a:ext>
            </a:extLst>
          </p:cNvPr>
          <p:cNvSpPr txBox="1">
            <a:spLocks/>
          </p:cNvSpPr>
          <p:nvPr/>
        </p:nvSpPr>
        <p:spPr>
          <a:xfrm>
            <a:off x="342898" y="3387724"/>
            <a:ext cx="3281875" cy="489177"/>
          </a:xfrm>
          <a:prstGeom prst="rect">
            <a:avLst/>
          </a:prstGeom>
        </p:spPr>
        <p:txBody>
          <a:bodyPr>
            <a:noAutofit/>
          </a:bodyPr>
          <a:lstStyle>
            <a:lvl1pPr marL="175022" indent="-175022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 sz="2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01229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−"/>
              <a:defRPr sz="2000">
                <a:solidFill>
                  <a:srgbClr val="000000"/>
                </a:solidFill>
                <a:latin typeface="+mn-lt"/>
              </a:defRPr>
            </a:lvl2pPr>
            <a:lvl3pPr marL="427435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Wingdings" pitchFamily="2" charset="2"/>
              <a:buChar char="§"/>
              <a:defRPr sz="1800">
                <a:solidFill>
                  <a:srgbClr val="000000"/>
                </a:solidFill>
                <a:latin typeface="+mn-lt"/>
              </a:defRPr>
            </a:lvl3pPr>
            <a:lvl4pPr marL="559594" indent="-132160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727472" indent="-167879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70000"/>
              <a:buFont typeface="Arial" pitchFamily="34" charset="0"/>
              <a:buChar char="−"/>
              <a:defRPr sz="1400">
                <a:solidFill>
                  <a:srgbClr val="000000"/>
                </a:solidFill>
                <a:latin typeface="+mn-lt"/>
              </a:defRPr>
            </a:lvl5pPr>
            <a:lvl6pPr marL="16728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6pPr>
            <a:lvl7pPr marL="20157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7pPr>
            <a:lvl8pPr marL="23586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8pPr>
            <a:lvl9pPr marL="27015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9pPr>
          </a:lstStyle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kern="0">
                <a:solidFill>
                  <a:schemeClr val="tx1"/>
                </a:solidFill>
              </a:rPr>
              <a:t>Types: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AB80E82-B03A-BEB4-1008-33BC94AD73AE}"/>
              </a:ext>
            </a:extLst>
          </p:cNvPr>
          <p:cNvSpPr txBox="1">
            <a:spLocks/>
          </p:cNvSpPr>
          <p:nvPr/>
        </p:nvSpPr>
        <p:spPr>
          <a:xfrm>
            <a:off x="342900" y="3876901"/>
            <a:ext cx="3281875" cy="1176994"/>
          </a:xfrm>
          <a:prstGeom prst="rect">
            <a:avLst/>
          </a:prstGeom>
        </p:spPr>
        <p:txBody>
          <a:bodyPr>
            <a:noAutofit/>
          </a:bodyPr>
          <a:lstStyle>
            <a:lvl1pPr marL="175022" indent="-175022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 sz="2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01229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−"/>
              <a:defRPr sz="2000">
                <a:solidFill>
                  <a:srgbClr val="000000"/>
                </a:solidFill>
                <a:latin typeface="+mn-lt"/>
              </a:defRPr>
            </a:lvl2pPr>
            <a:lvl3pPr marL="427435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Wingdings" pitchFamily="2" charset="2"/>
              <a:buChar char="§"/>
              <a:defRPr sz="1800">
                <a:solidFill>
                  <a:srgbClr val="000000"/>
                </a:solidFill>
                <a:latin typeface="+mn-lt"/>
              </a:defRPr>
            </a:lvl3pPr>
            <a:lvl4pPr marL="559594" indent="-132160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727472" indent="-167879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70000"/>
              <a:buFont typeface="Arial" pitchFamily="34" charset="0"/>
              <a:buChar char="−"/>
              <a:defRPr sz="1400">
                <a:solidFill>
                  <a:srgbClr val="000000"/>
                </a:solidFill>
                <a:latin typeface="+mn-lt"/>
              </a:defRPr>
            </a:lvl5pPr>
            <a:lvl6pPr marL="16728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6pPr>
            <a:lvl7pPr marL="20157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7pPr>
            <a:lvl8pPr marL="23586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8pPr>
            <a:lvl9pPr marL="27015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9pPr>
          </a:lstStyle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kern="0">
                <a:solidFill>
                  <a:schemeClr val="tx1"/>
                </a:solidFill>
              </a:rPr>
              <a:t>Edge-Aligned PWM</a:t>
            </a:r>
          </a:p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kern="0">
                <a:solidFill>
                  <a:schemeClr val="tx1"/>
                </a:solidFill>
              </a:rPr>
              <a:t>Timer counts up from 0 to MOD (</a:t>
            </a:r>
            <a:r>
              <a:rPr lang="en-US" sz="1400" b="1" kern="0">
                <a:solidFill>
                  <a:schemeClr val="tx1"/>
                </a:solidFill>
              </a:rPr>
              <a:t>or</a:t>
            </a:r>
            <a:r>
              <a:rPr lang="en-US" sz="1400" kern="0">
                <a:solidFill>
                  <a:schemeClr val="tx1"/>
                </a:solidFill>
              </a:rPr>
              <a:t> down from MOD to 0) and the PWM is aligned at </a:t>
            </a:r>
            <a:r>
              <a:rPr lang="en-US" sz="1400" b="1" kern="0">
                <a:solidFill>
                  <a:schemeClr val="tx1"/>
                </a:solidFill>
              </a:rPr>
              <a:t>0</a:t>
            </a:r>
          </a:p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600" kern="0">
              <a:solidFill>
                <a:schemeClr val="tx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51B7BB5-0D47-8EB9-6DF3-135A4BF4D816}"/>
              </a:ext>
            </a:extLst>
          </p:cNvPr>
          <p:cNvSpPr txBox="1">
            <a:spLocks/>
          </p:cNvSpPr>
          <p:nvPr/>
        </p:nvSpPr>
        <p:spPr>
          <a:xfrm>
            <a:off x="394775" y="5201390"/>
            <a:ext cx="3281875" cy="1176994"/>
          </a:xfrm>
          <a:prstGeom prst="rect">
            <a:avLst/>
          </a:prstGeom>
        </p:spPr>
        <p:txBody>
          <a:bodyPr>
            <a:noAutofit/>
          </a:bodyPr>
          <a:lstStyle>
            <a:lvl1pPr marL="175022" indent="-175022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 sz="2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01229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−"/>
              <a:defRPr sz="2000">
                <a:solidFill>
                  <a:srgbClr val="000000"/>
                </a:solidFill>
                <a:latin typeface="+mn-lt"/>
              </a:defRPr>
            </a:lvl2pPr>
            <a:lvl3pPr marL="427435" indent="-126206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Wingdings" pitchFamily="2" charset="2"/>
              <a:buChar char="§"/>
              <a:defRPr sz="1800">
                <a:solidFill>
                  <a:srgbClr val="000000"/>
                </a:solidFill>
                <a:latin typeface="+mn-lt"/>
              </a:defRPr>
            </a:lvl3pPr>
            <a:lvl4pPr marL="559594" indent="-132160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80000"/>
              <a:buFont typeface="Arial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727472" indent="-167879" algn="l" rtl="0" eaLnBrk="1" fontAlgn="base" hangingPunct="1">
              <a:lnSpc>
                <a:spcPct val="100000"/>
              </a:lnSpc>
              <a:spcBef>
                <a:spcPts val="431"/>
              </a:spcBef>
              <a:spcAft>
                <a:spcPts val="56"/>
              </a:spcAft>
              <a:buClr>
                <a:schemeClr val="tx1"/>
              </a:buClr>
              <a:buSzPct val="70000"/>
              <a:buFont typeface="Arial" pitchFamily="34" charset="0"/>
              <a:buChar char="−"/>
              <a:defRPr sz="1400">
                <a:solidFill>
                  <a:srgbClr val="000000"/>
                </a:solidFill>
                <a:latin typeface="+mn-lt"/>
              </a:defRPr>
            </a:lvl5pPr>
            <a:lvl6pPr marL="16728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6pPr>
            <a:lvl7pPr marL="20157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7pPr>
            <a:lvl8pPr marL="23586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8pPr>
            <a:lvl9pPr marL="2701529" indent="-117872" algn="l" rtl="0" eaLnBrk="1" fontAlgn="base" hangingPunct="1">
              <a:spcBef>
                <a:spcPct val="20000"/>
              </a:spcBef>
              <a:spcAft>
                <a:spcPct val="3000"/>
              </a:spcAft>
              <a:buClr>
                <a:schemeClr val="tx1"/>
              </a:buClr>
              <a:buSzPct val="70000"/>
              <a:buFont typeface="Arial" charset="0"/>
              <a:buChar char="►"/>
              <a:defRPr sz="1050">
                <a:solidFill>
                  <a:srgbClr val="000000"/>
                </a:solidFill>
                <a:latin typeface="+mn-lt"/>
              </a:defRPr>
            </a:lvl9pPr>
          </a:lstStyle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kern="0">
                <a:solidFill>
                  <a:schemeClr val="tx1"/>
                </a:solidFill>
              </a:rPr>
              <a:t>Center-Aligned PWM</a:t>
            </a:r>
          </a:p>
          <a:p>
            <a:pPr marL="175023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kern="0">
                <a:solidFill>
                  <a:schemeClr val="tx1"/>
                </a:solidFill>
              </a:rPr>
              <a:t>Timer counts up </a:t>
            </a:r>
            <a:r>
              <a:rPr lang="en-US" sz="1400" b="1" kern="0">
                <a:solidFill>
                  <a:schemeClr val="tx1"/>
                </a:solidFill>
              </a:rPr>
              <a:t>and</a:t>
            </a:r>
            <a:r>
              <a:rPr lang="en-US" sz="1400" kern="0">
                <a:solidFill>
                  <a:schemeClr val="tx1"/>
                </a:solidFill>
              </a:rPr>
              <a:t> down (from 0 to MOD  and then from MOD to 0)</a:t>
            </a:r>
            <a:endParaRPr lang="en-US" sz="1600" kern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D4FF0-2333-4E88-ADD0-187268B477E9}"/>
              </a:ext>
            </a:extLst>
          </p:cNvPr>
          <p:cNvSpPr txBox="1"/>
          <p:nvPr/>
        </p:nvSpPr>
        <p:spPr>
          <a:xfrm>
            <a:off x="3989778" y="644822"/>
            <a:ext cx="7807447" cy="396240"/>
          </a:xfrm>
          <a:prstGeom prst="rect">
            <a:avLst/>
          </a:prstGeom>
          <a:noFill/>
        </p:spPr>
        <p:txBody>
          <a:bodyPr wrap="none" lIns="91440" tIns="45720" rIns="9144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700">
                <a:latin typeface="+mj-lt"/>
                <a:cs typeface="Arial" panose="020B0604020202020204" pitchFamily="34" charset="0"/>
              </a:rPr>
              <a:t>Edge-Aligned PWM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0EDC62-2E51-5D80-A588-717467DEBF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878"/>
          <a:stretch/>
        </p:blipFill>
        <p:spPr>
          <a:xfrm>
            <a:off x="3989778" y="987934"/>
            <a:ext cx="7859322" cy="23672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5453B8-AC07-CFC3-B5A8-C4AA267B33BC}"/>
              </a:ext>
            </a:extLst>
          </p:cNvPr>
          <p:cNvSpPr txBox="1"/>
          <p:nvPr/>
        </p:nvSpPr>
        <p:spPr>
          <a:xfrm>
            <a:off x="4011737" y="3480661"/>
            <a:ext cx="7837361" cy="396240"/>
          </a:xfrm>
          <a:prstGeom prst="rect">
            <a:avLst/>
          </a:prstGeom>
          <a:noFill/>
        </p:spPr>
        <p:txBody>
          <a:bodyPr wrap="none" lIns="91440" tIns="45720" rIns="9144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700">
                <a:latin typeface="+mj-lt"/>
                <a:cs typeface="Arial" panose="020B0604020202020204" pitchFamily="34" charset="0"/>
              </a:rPr>
              <a:t>Center-Aligned PWM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A22B75-3561-40F4-054C-5E38C44E08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12" b="808"/>
          <a:stretch/>
        </p:blipFill>
        <p:spPr>
          <a:xfrm>
            <a:off x="4011738" y="3876901"/>
            <a:ext cx="7837362" cy="233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3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46BC-AE50-9244-0AA1-5466133A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to use Center-Aligned vs Edge-Aligned PWM?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95DDE-E563-D571-CAA0-014B61D2BFCC}"/>
              </a:ext>
            </a:extLst>
          </p:cNvPr>
          <p:cNvSpPr txBox="1"/>
          <p:nvPr/>
        </p:nvSpPr>
        <p:spPr>
          <a:xfrm>
            <a:off x="1323975" y="1457325"/>
            <a:ext cx="381000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/>
              <a:t>Edge Aligned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Basic dimming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Single-phase control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Simpler configuration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Creates larger current spikes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High Electromagnetic Interference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98E22C-23DB-AB56-C00B-EAA859B0C2E2}"/>
              </a:ext>
            </a:extLst>
          </p:cNvPr>
          <p:cNvSpPr txBox="1"/>
          <p:nvPr/>
        </p:nvSpPr>
        <p:spPr>
          <a:xfrm>
            <a:off x="6905625" y="1490008"/>
            <a:ext cx="3810000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/>
              <a:t>Center Aligned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Multi-phase control (BLDC, PMSM, ACIM)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Power Inverters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Buck/Boost Converters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Lower audible noise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Lower EMI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More complex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83361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0996A9-DA73-CC35-67D7-A1990C1D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in Simulink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5543A-ACA0-CBF9-CFCF-06BF843886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0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BE615-0D42-D6B1-884C-B5ABC9089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2132488"/>
            <a:ext cx="6172862" cy="445646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D442AC-C0C6-9310-FC89-5F245DD2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Explore the Simulink Library Browser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7327E-ED2E-D634-4172-3F0DF533AEC7}"/>
              </a:ext>
            </a:extLst>
          </p:cNvPr>
          <p:cNvSpPr txBox="1"/>
          <p:nvPr/>
        </p:nvSpPr>
        <p:spPr>
          <a:xfrm>
            <a:off x="379411" y="1054251"/>
            <a:ext cx="537368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In any Simulink model, go to </a:t>
            </a:r>
            <a:r>
              <a:rPr lang="en-US" b="1"/>
              <a:t>SIMULATION</a:t>
            </a:r>
            <a:r>
              <a:rPr lang="en-US"/>
              <a:t> tab and open the </a:t>
            </a:r>
            <a:r>
              <a:rPr lang="en-US" b="1"/>
              <a:t>Library Browser</a:t>
            </a:r>
            <a:r>
              <a:rPr lang="en-US"/>
              <a:t>.</a:t>
            </a:r>
          </a:p>
          <a:p>
            <a:pPr algn="l"/>
            <a:endParaRPr lang="en-US"/>
          </a:p>
          <a:p>
            <a:r>
              <a:rPr lang="en-US"/>
              <a:t>Expand the </a:t>
            </a:r>
            <a:r>
              <a:rPr lang="en-US" b="1"/>
              <a:t>NXP Model-Based Design Toolbox for S32K3 </a:t>
            </a:r>
            <a:r>
              <a:rPr lang="en-US"/>
              <a:t>and open the </a:t>
            </a:r>
            <a:r>
              <a:rPr lang="en-US" b="1"/>
              <a:t>S32K3 Core, System, Peripherals and Utilities</a:t>
            </a:r>
            <a:r>
              <a:rPr lang="en-US"/>
              <a:t> library</a:t>
            </a:r>
          </a:p>
          <a:p>
            <a:endParaRPr lang="en-US"/>
          </a:p>
          <a:p>
            <a:r>
              <a:rPr lang="en-US"/>
              <a:t>Expand the </a:t>
            </a:r>
            <a:r>
              <a:rPr lang="en-US" b="1"/>
              <a:t>IO Blocks </a:t>
            </a:r>
            <a:r>
              <a:rPr lang="en-US"/>
              <a:t>that includes Dio, </a:t>
            </a:r>
            <a:r>
              <a:rPr lang="en-US" err="1"/>
              <a:t>Adc</a:t>
            </a:r>
            <a:r>
              <a:rPr lang="en-US"/>
              <a:t>, </a:t>
            </a:r>
            <a:r>
              <a:rPr lang="en-US" err="1"/>
              <a:t>Icu</a:t>
            </a:r>
            <a:r>
              <a:rPr lang="en-US"/>
              <a:t> and </a:t>
            </a:r>
            <a:r>
              <a:rPr lang="en-US" err="1"/>
              <a:t>Pwm</a:t>
            </a:r>
            <a:r>
              <a:rPr lang="en-US"/>
              <a:t> NXP blocks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F9F7E-323E-0D44-B209-543837EE2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686810"/>
            <a:ext cx="6172862" cy="386733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AF601D-27BB-F585-EEFE-FC7B8103E5E2}"/>
              </a:ext>
            </a:extLst>
          </p:cNvPr>
          <p:cNvSpPr/>
          <p:nvPr/>
        </p:nvSpPr>
        <p:spPr>
          <a:xfrm>
            <a:off x="5895975" y="866775"/>
            <a:ext cx="666750" cy="1874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B8CB89-B8B0-70D2-0EF2-B38D9A88DB92}"/>
              </a:ext>
            </a:extLst>
          </p:cNvPr>
          <p:cNvSpPr/>
          <p:nvPr/>
        </p:nvSpPr>
        <p:spPr>
          <a:xfrm>
            <a:off x="6705599" y="1054251"/>
            <a:ext cx="476251" cy="5935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DFD3FA-FBC9-D720-53A2-052EB56E7ED0}"/>
              </a:ext>
            </a:extLst>
          </p:cNvPr>
          <p:cNvSpPr/>
          <p:nvPr/>
        </p:nvSpPr>
        <p:spPr>
          <a:xfrm>
            <a:off x="8520047" y="5295900"/>
            <a:ext cx="1805053" cy="1083011"/>
          </a:xfrm>
          <a:prstGeom prst="roundRect">
            <a:avLst>
              <a:gd name="adj" fmla="val 91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3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EF23-90BF-4C7F-2C68-D850440C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Simulink Block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1820B-41A8-17C6-3E67-4292CF14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63" y="317938"/>
            <a:ext cx="4896533" cy="2172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BEF175-1BA4-0C7B-DB58-1509E32065AF}"/>
              </a:ext>
            </a:extLst>
          </p:cNvPr>
          <p:cNvSpPr txBox="1"/>
          <p:nvPr/>
        </p:nvSpPr>
        <p:spPr>
          <a:xfrm>
            <a:off x="379411" y="1054251"/>
            <a:ext cx="5021264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The most important and used PWM API Function use is </a:t>
            </a:r>
            <a:r>
              <a:rPr lang="en-US" b="1" err="1"/>
              <a:t>Pwm_SetDutyCycle</a:t>
            </a:r>
            <a:endParaRPr lang="en-US" b="1"/>
          </a:p>
          <a:p>
            <a:pPr algn="l"/>
            <a:endParaRPr lang="en-US"/>
          </a:p>
          <a:p>
            <a:pPr algn="l"/>
            <a:r>
              <a:rPr lang="en-US"/>
              <a:t>Input port expects an uint16 value between 0 and 32768, where 0 represents 0% duty cycle and 32768 is 100% duty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40960-28D6-1DFD-2966-7DAD44523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62" y="2489941"/>
            <a:ext cx="5620534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29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48BA83-E307-7344-AED1-2EF86D02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the speed of a fan using PWM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EB054-02D5-6AD8-0DEC-F8B6244D47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714300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0E03-6589-7251-3DD4-27FF9856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want to achieve?</a:t>
            </a:r>
          </a:p>
        </p:txBody>
      </p:sp>
      <p:pic>
        <p:nvPicPr>
          <p:cNvPr id="3" name="Picture 2" descr="/mnt/data/e12f6e5950.png">
            <a:extLst>
              <a:ext uri="{FF2B5EF4-FFF2-40B4-BE49-F238E27FC236}">
                <a16:creationId xmlns:a16="http://schemas.microsoft.com/office/drawing/2014/main" id="{563FA982-60D0-B5A2-B41D-EF8F95CC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6" y="677285"/>
            <a:ext cx="9154692" cy="61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2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7E7BA41-82E4-911E-ABC6-8C01684D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138" y="2022513"/>
            <a:ext cx="2934596" cy="2200947"/>
          </a:xfrm>
          <a:prstGeom prst="rect">
            <a:avLst/>
          </a:prstGeom>
        </p:spPr>
      </p:pic>
      <p:pic>
        <p:nvPicPr>
          <p:cNvPr id="26" name="Picture 25" descr="N Channel Mosfet Symbol | Capital X Panel Designer by Siemens">
            <a:extLst>
              <a:ext uri="{FF2B5EF4-FFF2-40B4-BE49-F238E27FC236}">
                <a16:creationId xmlns:a16="http://schemas.microsoft.com/office/drawing/2014/main" id="{7EC42DB8-B918-B61F-3794-3AA5F42A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279" y="2629107"/>
            <a:ext cx="942975" cy="11001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A5067A-2525-6606-A9DD-C4F82D84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want to achieve?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0155FA-E24C-7B56-6FF5-4F5D8A2B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719" y="2150224"/>
            <a:ext cx="4820388" cy="19455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3D15A2-CAF8-745C-2636-9DBCD13D77B8}"/>
              </a:ext>
            </a:extLst>
          </p:cNvPr>
          <p:cNvSpPr txBox="1"/>
          <p:nvPr/>
        </p:nvSpPr>
        <p:spPr>
          <a:xfrm>
            <a:off x="4407202" y="4213881"/>
            <a:ext cx="21577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FRDM-A-S32K344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1CC52-69DD-668D-A832-8F3F1ADD5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8" y="2629107"/>
            <a:ext cx="1614782" cy="1363270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04220E1-9F39-BB24-FF32-C8CC71676263}"/>
              </a:ext>
            </a:extLst>
          </p:cNvPr>
          <p:cNvCxnSpPr/>
          <p:nvPr/>
        </p:nvCxnSpPr>
        <p:spPr>
          <a:xfrm rot="5400000" flipH="1" flipV="1">
            <a:off x="1335693" y="2302573"/>
            <a:ext cx="933450" cy="428625"/>
          </a:xfrm>
          <a:prstGeom prst="bentConnector3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13580BB-F211-6AE8-16B5-A8E66FEAC88E}"/>
              </a:ext>
            </a:extLst>
          </p:cNvPr>
          <p:cNvSpPr txBox="1"/>
          <p:nvPr/>
        </p:nvSpPr>
        <p:spPr>
          <a:xfrm>
            <a:off x="2057400" y="1809750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solidFill>
                  <a:srgbClr val="FF0000"/>
                </a:solidFill>
                <a:latin typeface="+mj-lt"/>
              </a:rPr>
              <a:t>VCC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17789F4-4A41-5A4F-6126-620AC93B55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49751" y="3473826"/>
            <a:ext cx="860278" cy="383569"/>
          </a:xfrm>
          <a:prstGeom prst="bentConnector3">
            <a:avLst/>
          </a:prstGeom>
          <a:ln w="381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F079D3-6969-41BB-23C3-0E43BC07A483}"/>
              </a:ext>
            </a:extLst>
          </p:cNvPr>
          <p:cNvSpPr txBox="1"/>
          <p:nvPr/>
        </p:nvSpPr>
        <p:spPr>
          <a:xfrm>
            <a:off x="1971675" y="4160140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latin typeface="+mj-lt"/>
              </a:rPr>
              <a:t>GND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352033-0C90-9AEE-6DC0-8C521F003021}"/>
              </a:ext>
            </a:extLst>
          </p:cNvPr>
          <p:cNvCxnSpPr>
            <a:cxnSpLocks/>
          </p:cNvCxnSpPr>
          <p:nvPr/>
        </p:nvCxnSpPr>
        <p:spPr>
          <a:xfrm>
            <a:off x="1588105" y="3105150"/>
            <a:ext cx="1898045" cy="0"/>
          </a:xfrm>
          <a:prstGeom prst="line">
            <a:avLst/>
          </a:prstGeom>
          <a:ln w="38100">
            <a:solidFill>
              <a:schemeClr val="accent3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8B8418-D0D6-B74B-0C70-FB94985E2CE3}"/>
              </a:ext>
            </a:extLst>
          </p:cNvPr>
          <p:cNvSpPr/>
          <p:nvPr/>
        </p:nvSpPr>
        <p:spPr>
          <a:xfrm>
            <a:off x="2223944" y="2954834"/>
            <a:ext cx="676562" cy="266685"/>
          </a:xfrm>
          <a:prstGeom prst="roundRect">
            <a:avLst>
              <a:gd name="adj" fmla="val 2023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5AC5E-46CE-2738-760A-909E77EE813C}"/>
              </a:ext>
            </a:extLst>
          </p:cNvPr>
          <p:cNvSpPr txBox="1"/>
          <p:nvPr/>
        </p:nvSpPr>
        <p:spPr>
          <a:xfrm>
            <a:off x="2337262" y="2980454"/>
            <a:ext cx="5945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1"/>
                </a:solidFill>
              </a:rPr>
              <a:t>PTA7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BF821F-00BF-0CA6-7642-7479521C9FF8}"/>
              </a:ext>
            </a:extLst>
          </p:cNvPr>
          <p:cNvSpPr txBox="1"/>
          <p:nvPr/>
        </p:nvSpPr>
        <p:spPr>
          <a:xfrm>
            <a:off x="10084449" y="4213882"/>
            <a:ext cx="149005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Cooling Fan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CB778F-A542-0980-C9E9-DDF926FB18B5}"/>
              </a:ext>
            </a:extLst>
          </p:cNvPr>
          <p:cNvCxnSpPr>
            <a:cxnSpLocks/>
          </p:cNvCxnSpPr>
          <p:nvPr/>
        </p:nvCxnSpPr>
        <p:spPr>
          <a:xfrm>
            <a:off x="7372351" y="3259603"/>
            <a:ext cx="1623103" cy="0"/>
          </a:xfrm>
          <a:prstGeom prst="line">
            <a:avLst/>
          </a:prstGeom>
          <a:ln w="38100">
            <a:solidFill>
              <a:schemeClr val="accent1"/>
            </a:solidFill>
            <a:round/>
            <a:headEnd type="oval"/>
            <a:tailEnd type="oval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5A6470-5379-5AE6-9533-CC694045F776}"/>
              </a:ext>
            </a:extLst>
          </p:cNvPr>
          <p:cNvSpPr/>
          <p:nvPr/>
        </p:nvSpPr>
        <p:spPr>
          <a:xfrm>
            <a:off x="7858285" y="3121104"/>
            <a:ext cx="676562" cy="266685"/>
          </a:xfrm>
          <a:prstGeom prst="roundRect">
            <a:avLst>
              <a:gd name="adj" fmla="val 2023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ctr"/>
            <a:endParaRPr lang="en-US" sz="120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AB66A2-F3FF-0913-AE35-D678965C27E3}"/>
              </a:ext>
            </a:extLst>
          </p:cNvPr>
          <p:cNvSpPr txBox="1"/>
          <p:nvPr/>
        </p:nvSpPr>
        <p:spPr>
          <a:xfrm>
            <a:off x="7920026" y="3151881"/>
            <a:ext cx="5945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bg1"/>
                </a:solidFill>
              </a:rPr>
              <a:t>PTA12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41412C9-0BFA-A603-7A46-3A19DB3FDF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72585" y="3868957"/>
            <a:ext cx="860278" cy="383569"/>
          </a:xfrm>
          <a:prstGeom prst="bentConnector3">
            <a:avLst/>
          </a:prstGeom>
          <a:ln w="381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355DB1B-529F-0581-6BB9-AB5BD1BA64C3}"/>
              </a:ext>
            </a:extLst>
          </p:cNvPr>
          <p:cNvSpPr txBox="1"/>
          <p:nvPr/>
        </p:nvSpPr>
        <p:spPr>
          <a:xfrm>
            <a:off x="9894509" y="4555271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latin typeface="+mj-lt"/>
              </a:rPr>
              <a:t>GND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2746504-38E6-F04D-4726-F0E8A9E43C3D}"/>
              </a:ext>
            </a:extLst>
          </p:cNvPr>
          <p:cNvCxnSpPr/>
          <p:nvPr/>
        </p:nvCxnSpPr>
        <p:spPr>
          <a:xfrm rot="5400000" flipH="1" flipV="1">
            <a:off x="9258527" y="2041933"/>
            <a:ext cx="933450" cy="428625"/>
          </a:xfrm>
          <a:prstGeom prst="bentConnector3">
            <a:avLst/>
          </a:prstGeom>
          <a:ln w="3810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7469EBA-67E3-1F92-2359-5FB1A1AB02F3}"/>
              </a:ext>
            </a:extLst>
          </p:cNvPr>
          <p:cNvSpPr txBox="1"/>
          <p:nvPr/>
        </p:nvSpPr>
        <p:spPr>
          <a:xfrm>
            <a:off x="9980234" y="1549110"/>
            <a:ext cx="466725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>
                <a:solidFill>
                  <a:srgbClr val="FF0000"/>
                </a:solidFill>
                <a:latin typeface="+mj-lt"/>
              </a:rPr>
              <a:t>12V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66C91D-D652-431D-0DFC-933D2399E7BF}"/>
              </a:ext>
            </a:extLst>
          </p:cNvPr>
          <p:cNvSpPr txBox="1"/>
          <p:nvPr/>
        </p:nvSpPr>
        <p:spPr>
          <a:xfrm>
            <a:off x="379411" y="866775"/>
            <a:ext cx="60404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Rotate the KNOB_1 to change the speed of the fan</a:t>
            </a:r>
          </a:p>
        </p:txBody>
      </p:sp>
    </p:spTree>
    <p:extLst>
      <p:ext uri="{BB962C8B-B14F-4D97-AF65-F5344CB8AC3E}">
        <p14:creationId xmlns:p14="http://schemas.microsoft.com/office/powerpoint/2010/main" val="3828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8F9D-3E1E-D65E-A303-08628200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7D2B6B-5EDD-F167-3657-272024DACF20}"/>
                  </a:ext>
                </a:extLst>
              </p:cNvPr>
              <p:cNvSpPr txBox="1"/>
              <p:nvPr/>
            </p:nvSpPr>
            <p:spPr>
              <a:xfrm>
                <a:off x="379411" y="1054251"/>
                <a:ext cx="4792664" cy="47543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/>
                  <a:t>Go inside the subsystem connected to Interrupt </a:t>
                </a:r>
                <a:r>
                  <a:rPr lang="en-US" b="1"/>
                  <a:t>Adc_Adc0Group0Notification  </a:t>
                </a:r>
                <a:r>
                  <a:rPr lang="en-US"/>
                  <a:t>block</a:t>
                </a:r>
              </a:p>
              <a:p>
                <a:pPr algn="l"/>
                <a:endParaRPr lang="en-US"/>
              </a:p>
              <a:p>
                <a:pPr algn="l"/>
                <a:r>
                  <a:rPr lang="en-US"/>
                  <a:t>Connect to Data output from </a:t>
                </a:r>
                <a:r>
                  <a:rPr lang="en-US" b="1" err="1"/>
                  <a:t>Adc_ReadGroup</a:t>
                </a:r>
                <a:r>
                  <a:rPr lang="en-US"/>
                  <a:t>, two gain blocks and set their values like in the right image</a:t>
                </a:r>
              </a:p>
              <a:p>
                <a:pPr algn="l"/>
                <a:endParaRPr lang="en-US"/>
              </a:p>
              <a:p>
                <a:pPr algn="l"/>
                <a:r>
                  <a:rPr lang="en-US"/>
                  <a:t>We need to translate the ADC raw values from the potentiometer to duty cycle values</a:t>
                </a:r>
              </a:p>
              <a:p>
                <a:pPr algn="l"/>
                <a:endParaRPr lang="en-US"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𝑑𝑢𝑡𝑦𝐶𝑦𝑐𝑙𝑒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𝑢𝑖𝑛𝑡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𝑎𝑑𝑐𝑅𝑎𝑤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32768</m:t>
                      </m:r>
                    </m:oMath>
                  </m:oMathPara>
                </a14:m>
                <a:endParaRPr lang="en-US"/>
              </a:p>
              <a:p>
                <a:pPr algn="l"/>
                <a:endParaRPr lang="en-US"/>
              </a:p>
              <a:p>
                <a:pPr algn="l"/>
                <a:r>
                  <a:rPr lang="en-US"/>
                  <a:t>For the second gain block, set the output data type to uint16.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7D2B6B-5EDD-F167-3657-272024DAC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11" y="1054251"/>
                <a:ext cx="4792664" cy="4754315"/>
              </a:xfrm>
              <a:prstGeom prst="rect">
                <a:avLst/>
              </a:prstGeom>
              <a:blipFill>
                <a:blip r:embed="rId2"/>
                <a:stretch>
                  <a:fillRect l="-2926" t="-1667" r="-3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4ABC826-7DB2-868E-E2F9-44B3929AF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58" y="678189"/>
            <a:ext cx="6201268" cy="2691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33AB57-0F70-8A67-36C6-5270AFEAA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339" y="3369305"/>
            <a:ext cx="3866662" cy="300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42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FA71-F5FC-75E6-BFC3-C1D21036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PWM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DE5C1-4B89-28F9-D4F5-D398163B2D17}"/>
              </a:ext>
            </a:extLst>
          </p:cNvPr>
          <p:cNvSpPr txBox="1"/>
          <p:nvPr/>
        </p:nvSpPr>
        <p:spPr>
          <a:xfrm>
            <a:off x="379411" y="1054251"/>
            <a:ext cx="4792664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/>
              <a:t>From the Library Browser, drag &amp; drop a PWM block and set the Function parameter to </a:t>
            </a:r>
            <a:r>
              <a:rPr lang="en-US" b="1" err="1"/>
              <a:t>Pwm_SetDutyCycle</a:t>
            </a:r>
            <a:endParaRPr lang="en-US" b="1"/>
          </a:p>
          <a:p>
            <a:pPr algn="l"/>
            <a:endParaRPr lang="en-US"/>
          </a:p>
          <a:p>
            <a:pPr algn="l"/>
            <a:r>
              <a:rPr lang="en-US"/>
              <a:t>Leave Channel parameter as it is</a:t>
            </a:r>
          </a:p>
          <a:p>
            <a:pPr algn="l"/>
            <a:endParaRPr lang="en-US"/>
          </a:p>
          <a:p>
            <a:pPr algn="l"/>
            <a:r>
              <a:rPr lang="en-US"/>
              <a:t>Connect the </a:t>
            </a:r>
            <a:r>
              <a:rPr lang="en-US" b="1" err="1"/>
              <a:t>DutyCycle</a:t>
            </a:r>
            <a:r>
              <a:rPr lang="en-US"/>
              <a:t> input to the function-call subsystem output</a:t>
            </a:r>
          </a:p>
          <a:p>
            <a:pPr algn="l"/>
            <a:endParaRPr lang="en-US"/>
          </a:p>
          <a:p>
            <a:pPr algn="l"/>
            <a:r>
              <a:rPr lang="en-US"/>
              <a:t>Build &amp; Deploy the model and check </a:t>
            </a:r>
          </a:p>
          <a:p>
            <a:pPr algn="l"/>
            <a:r>
              <a:rPr lang="en-US"/>
              <a:t>the functionality of your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472C8-15EE-B86F-2E2E-41A449CA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832" y="2358862"/>
            <a:ext cx="729716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01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E0BA65C-182C-57D8-5CDD-DF9957F56F82}"/>
              </a:ext>
            </a:extLst>
          </p:cNvPr>
          <p:cNvSpPr/>
          <p:nvPr/>
        </p:nvSpPr>
        <p:spPr>
          <a:xfrm>
            <a:off x="4024585" y="5700512"/>
            <a:ext cx="321463" cy="14608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C1B72D4-CF2E-D858-4A42-195170113039}"/>
              </a:ext>
            </a:extLst>
          </p:cNvPr>
          <p:cNvSpPr/>
          <p:nvPr/>
        </p:nvSpPr>
        <p:spPr>
          <a:xfrm>
            <a:off x="3721958" y="5967166"/>
            <a:ext cx="321463" cy="14608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757F17-728A-491F-2D5A-A82F5D65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5ED4F-7C64-0B8F-817E-2037264A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78" y="3196863"/>
            <a:ext cx="6170391" cy="2490392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4C37DB9-CC00-C976-7CA4-74B0A60DDC3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69050" y="1878705"/>
            <a:ext cx="1558894" cy="1485902"/>
          </a:xfrm>
          <a:prstGeom prst="bentConnector3">
            <a:avLst>
              <a:gd name="adj1" fmla="val 20061"/>
            </a:avLst>
          </a:prstGeom>
          <a:ln w="19050"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A8487A9-FBEC-453E-AB75-B831962983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45211" y="2021583"/>
            <a:ext cx="1558895" cy="1200146"/>
          </a:xfrm>
          <a:prstGeom prst="bentConnector3">
            <a:avLst>
              <a:gd name="adj1" fmla="val 30447"/>
            </a:avLst>
          </a:prstGeom>
          <a:ln w="19050">
            <a:solidFill>
              <a:srgbClr val="7030A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29E2D50-A795-EF0F-CC6D-14DC83F9E96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14233" y="2157314"/>
            <a:ext cx="1558893" cy="928687"/>
          </a:xfrm>
          <a:prstGeom prst="bentConnector3">
            <a:avLst>
              <a:gd name="adj1" fmla="val 37474"/>
            </a:avLst>
          </a:prstGeom>
          <a:ln w="1905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B2E42AA-01F9-22D9-FFAF-303F0F8473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95160" y="2281137"/>
            <a:ext cx="1558892" cy="68103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420AA79-5FDD-2EDF-B138-0E90AB430B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71612" y="2409439"/>
            <a:ext cx="1558891" cy="424436"/>
          </a:xfrm>
          <a:prstGeom prst="bentConnector3">
            <a:avLst>
              <a:gd name="adj1" fmla="val 71080"/>
            </a:avLst>
          </a:prstGeom>
          <a:ln w="19050">
            <a:solidFill>
              <a:srgbClr val="FFFF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273E43B-25AA-3C2B-D2CF-07F2D40EA6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13233" y="2621656"/>
            <a:ext cx="1558896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FF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352F77D-A114-26F2-BCBB-9D6E2B9E8FFE}"/>
              </a:ext>
            </a:extLst>
          </p:cNvPr>
          <p:cNvSpPr/>
          <p:nvPr/>
        </p:nvSpPr>
        <p:spPr>
          <a:xfrm>
            <a:off x="5424371" y="1692965"/>
            <a:ext cx="321464" cy="14608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E7B691B-CB1C-561B-7DD6-8DA6C43623DA}"/>
              </a:ext>
            </a:extLst>
          </p:cNvPr>
          <p:cNvSpPr/>
          <p:nvPr/>
        </p:nvSpPr>
        <p:spPr>
          <a:xfrm>
            <a:off x="5056530" y="1696127"/>
            <a:ext cx="321463" cy="14608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4E4C154-397D-992F-67F9-7BEF636AB7BA}"/>
              </a:ext>
            </a:extLst>
          </p:cNvPr>
          <p:cNvSpPr/>
          <p:nvPr/>
        </p:nvSpPr>
        <p:spPr>
          <a:xfrm>
            <a:off x="4692950" y="1696127"/>
            <a:ext cx="321463" cy="14608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DEEC6C2-A10A-A392-BB66-E27FAE1BBD9F}"/>
              </a:ext>
            </a:extLst>
          </p:cNvPr>
          <p:cNvSpPr/>
          <p:nvPr/>
        </p:nvSpPr>
        <p:spPr>
          <a:xfrm>
            <a:off x="4359569" y="1696126"/>
            <a:ext cx="321463" cy="146081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74C4837-7392-B3F8-D12E-454516174D69}"/>
              </a:ext>
            </a:extLst>
          </p:cNvPr>
          <p:cNvSpPr/>
          <p:nvPr/>
        </p:nvSpPr>
        <p:spPr>
          <a:xfrm>
            <a:off x="3989680" y="1696127"/>
            <a:ext cx="321463" cy="146081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4E597D5-AA35-66DC-0729-BA82BADE4EAE}"/>
              </a:ext>
            </a:extLst>
          </p:cNvPr>
          <p:cNvSpPr/>
          <p:nvPr/>
        </p:nvSpPr>
        <p:spPr>
          <a:xfrm>
            <a:off x="3110451" y="1701431"/>
            <a:ext cx="321463" cy="146081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DB2CFA-8D3A-C434-164F-4B9FFF1563C2}"/>
              </a:ext>
            </a:extLst>
          </p:cNvPr>
          <p:cNvSpPr txBox="1"/>
          <p:nvPr/>
        </p:nvSpPr>
        <p:spPr>
          <a:xfrm>
            <a:off x="5418062" y="1718158"/>
            <a:ext cx="321463" cy="923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95FCE8-6055-5E15-83B2-9A34C01DBA91}"/>
              </a:ext>
            </a:extLst>
          </p:cNvPr>
          <p:cNvSpPr txBox="1"/>
          <p:nvPr/>
        </p:nvSpPr>
        <p:spPr>
          <a:xfrm>
            <a:off x="5048413" y="1728307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PTE10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1A92BF-5534-D7E4-6A3A-239CD452B594}"/>
              </a:ext>
            </a:extLst>
          </p:cNvPr>
          <p:cNvSpPr txBox="1"/>
          <p:nvPr/>
        </p:nvSpPr>
        <p:spPr>
          <a:xfrm>
            <a:off x="4692949" y="1718157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PTE11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A286CE-8FD5-76E3-E4BA-40A8068C4FA6}"/>
              </a:ext>
            </a:extLst>
          </p:cNvPr>
          <p:cNvSpPr txBox="1"/>
          <p:nvPr/>
        </p:nvSpPr>
        <p:spPr>
          <a:xfrm>
            <a:off x="4367686" y="1723773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PTA17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7CA3F9-7DA2-7AB1-B0EB-822A5625D136}"/>
              </a:ext>
            </a:extLst>
          </p:cNvPr>
          <p:cNvSpPr txBox="1"/>
          <p:nvPr/>
        </p:nvSpPr>
        <p:spPr>
          <a:xfrm>
            <a:off x="3999816" y="1723773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PTC23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6DC125-F0EF-AC39-321E-3022CCAEC552}"/>
              </a:ext>
            </a:extLst>
          </p:cNvPr>
          <p:cNvSpPr txBox="1"/>
          <p:nvPr/>
        </p:nvSpPr>
        <p:spPr>
          <a:xfrm>
            <a:off x="3131518" y="1736618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PTA12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C22A0A-7A71-ADA6-CAAC-868125657F49}"/>
              </a:ext>
            </a:extLst>
          </p:cNvPr>
          <p:cNvSpPr txBox="1"/>
          <p:nvPr/>
        </p:nvSpPr>
        <p:spPr>
          <a:xfrm>
            <a:off x="3645517" y="366630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F96A50-B5CD-7AD7-13DA-44BDAAEB9ABD}"/>
              </a:ext>
            </a:extLst>
          </p:cNvPr>
          <p:cNvSpPr txBox="1"/>
          <p:nvPr/>
        </p:nvSpPr>
        <p:spPr>
          <a:xfrm>
            <a:off x="2743288" y="366630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BDB684-9925-872C-3837-305A7990DBFF}"/>
              </a:ext>
            </a:extLst>
          </p:cNvPr>
          <p:cNvSpPr txBox="1"/>
          <p:nvPr/>
        </p:nvSpPr>
        <p:spPr>
          <a:xfrm>
            <a:off x="7445829" y="844731"/>
            <a:ext cx="3631474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JA1[4] – PTA7 -&gt; KNOB_1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JA1[6] – PTE10 -&gt; KNOB_2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8D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JA1[8] – PTE11 -&gt; SWITCH_1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7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JA1[10] – PTA17 -&gt; SWITCH_2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JA1[12] – PTC23 -&gt; FAN (DIO)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J2[4] – PTA12 -&gt; FAN (PWM)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JA3[11] – VCC (5V)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7F5F1">
                    <a:lumMod val="2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JA3[13] - GND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93C991-D887-9366-1055-E1D150656E4E}"/>
              </a:ext>
            </a:extLst>
          </p:cNvPr>
          <p:cNvSpPr txBox="1"/>
          <p:nvPr/>
        </p:nvSpPr>
        <p:spPr>
          <a:xfrm>
            <a:off x="2841438" y="5607045"/>
            <a:ext cx="51775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JA3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8E0635D-0C58-E2F2-D8EA-E8C2BAAF99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33270" y="5522812"/>
            <a:ext cx="705904" cy="328886"/>
          </a:xfrm>
          <a:prstGeom prst="bentConnector3">
            <a:avLst>
              <a:gd name="adj1" fmla="val 98576"/>
            </a:avLst>
          </a:prstGeom>
          <a:ln w="19050">
            <a:solidFill>
              <a:schemeClr val="bg2">
                <a:lumMod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2DAE815-0931-8B8B-E2A2-B8B1973C4227}"/>
              </a:ext>
            </a:extLst>
          </p:cNvPr>
          <p:cNvSpPr txBox="1"/>
          <p:nvPr/>
        </p:nvSpPr>
        <p:spPr>
          <a:xfrm>
            <a:off x="3721957" y="5998514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GND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6DF4EF4-B744-EB38-7C40-70CB07A46BC2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3534366" y="5334303"/>
            <a:ext cx="490219" cy="439250"/>
          </a:xfrm>
          <a:prstGeom prst="bentConnector3">
            <a:avLst>
              <a:gd name="adj1" fmla="val 454"/>
            </a:avLst>
          </a:prstGeom>
          <a:ln w="19050">
            <a:solidFill>
              <a:srgbClr val="FF000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F1D6D0F-6258-A134-525B-D7B210D39E77}"/>
              </a:ext>
            </a:extLst>
          </p:cNvPr>
          <p:cNvSpPr txBox="1"/>
          <p:nvPr/>
        </p:nvSpPr>
        <p:spPr>
          <a:xfrm>
            <a:off x="4025698" y="5727385"/>
            <a:ext cx="3214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VCC</a:t>
            </a:r>
          </a:p>
        </p:txBody>
      </p:sp>
    </p:spTree>
    <p:extLst>
      <p:ext uri="{BB962C8B-B14F-4D97-AF65-F5344CB8AC3E}">
        <p14:creationId xmlns:p14="http://schemas.microsoft.com/office/powerpoint/2010/main" val="3059529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A7EE-192B-BA9D-B1A6-9EE14EF1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75CC2-3F8C-DCCC-EC5D-61D66742DDA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189AE-46E4-5F4A-94AE-7099BC6F8B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86101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AFAB1013-C60B-4216-BEBE-F0C16B5372B6}"/>
    </a:ext>
  </a:extLst>
</a:theme>
</file>

<file path=ppt/theme/theme2.xml><?xml version="1.0" encoding="utf-8"?>
<a:theme xmlns:a="http://schemas.openxmlformats.org/drawingml/2006/main" name="Light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3BBE1573-1774-418F-AC92-45FB43825CAF}"/>
    </a:ext>
  </a:extLst>
</a:theme>
</file>

<file path=ppt/theme/theme3.xml><?xml version="1.0" encoding="utf-8"?>
<a:theme xmlns:a="http://schemas.openxmlformats.org/drawingml/2006/main" name="Dark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94873D81-CC47-4644-9741-B518F63F615E}"/>
    </a:ext>
  </a:extLst>
</a:theme>
</file>

<file path=ppt/theme/theme4.xml><?xml version="1.0" encoding="utf-8"?>
<a:theme xmlns:a="http://schemas.openxmlformats.org/drawingml/2006/main" name="Dark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1B83A3EE-B9FB-4E43-9AB1-9C1FEF2DF6DE}"/>
    </a:ext>
  </a:extLst>
</a:theme>
</file>

<file path=ppt/theme/theme5.xml><?xml version="1.0" encoding="utf-8"?>
<a:theme xmlns:a="http://schemas.openxmlformats.org/drawingml/2006/main" name="1_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FE54CBFF-16FD-4AC1-92AA-09DF3EA0D81E}" vid="{AFAB1013-C60B-4216-BEBE-F0C16B5372B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81ccd5-c3ad-4eb5-8473-f8ea5866fa6b">
      <Terms xmlns="http://schemas.microsoft.com/office/infopath/2007/PartnerControls"/>
    </lcf76f155ced4ddcb4097134ff3c332f>
    <TaxCatchAll xmlns="c4672b8b-43e2-4139-8cd1-27ad03f081e7" xsi:nil="true"/>
    <_Flow_SignoffStatus xmlns="c781ccd5-c3ad-4eb5-8473-f8ea5866fa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F446CE44CB442824CA052A2A4B4C5" ma:contentTypeVersion="26" ma:contentTypeDescription="Create a new document." ma:contentTypeScope="" ma:versionID="443d04e1ed1801dd29d6b49ac22c4f1a">
  <xsd:schema xmlns:xsd="http://www.w3.org/2001/XMLSchema" xmlns:xs="http://www.w3.org/2001/XMLSchema" xmlns:p="http://schemas.microsoft.com/office/2006/metadata/properties" xmlns:ns2="62c8b11a-bc3c-4677-9ebe-0b5b8d08d124" xmlns:ns3="c781ccd5-c3ad-4eb5-8473-f8ea5866fa6b" xmlns:ns4="c4672b8b-43e2-4139-8cd1-27ad03f081e7" targetNamespace="http://schemas.microsoft.com/office/2006/metadata/properties" ma:root="true" ma:fieldsID="8fa6bb0b11bf4d2c0bab57b16934adae" ns2:_="" ns3:_="" ns4:_="">
    <xsd:import namespace="62c8b11a-bc3c-4677-9ebe-0b5b8d08d124"/>
    <xsd:import namespace="c781ccd5-c3ad-4eb5-8473-f8ea5866fa6b"/>
    <xsd:import namespace="c4672b8b-43e2-4139-8cd1-27ad03f081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_Flow_SignoffStatu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8b11a-bc3c-4677-9ebe-0b5b8d08d12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1ccd5-c3ad-4eb5-8473-f8ea5866f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_Flow_SignoffStatus" ma:index="19" nillable="true" ma:displayName="Sign-off status" ma:internalName="_x0024_Resources_x003a_core_x002c_Signoff_Status_x003b_">
      <xsd:simpleType>
        <xsd:restriction base="dms:Text"/>
      </xsd:simpleType>
    </xsd:element>
    <xsd:element name="MediaServiceOCR" ma:index="2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ternalName="MediaServiceLocation" ma:readOnly="true">
      <xsd:simpleType>
        <xsd:restriction base="dms:Text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2b8b-43e2-4139-8cd1-27ad03f081e7" elementFormDefault="qualified">
    <xsd:import namespace="http://schemas.microsoft.com/office/2006/documentManagement/types"/>
    <xsd:import namespace="http://schemas.microsoft.com/office/infopath/2007/PartnerControls"/>
    <xsd:element name="TaxCatchAll" ma:index="29" nillable="true" ma:displayName="Taxonomy Catch All Column" ma:hidden="true" ma:list="{665af966-ae45-4ec2-be19-249652d45639}" ma:internalName="TaxCatchAll" ma:showField="CatchAllData" ma:web="62c8b11a-bc3c-4677-9ebe-0b5b8d08d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475A3F-5002-47C7-A11F-03A147EAB889}">
  <ds:schemaRefs>
    <ds:schemaRef ds:uri="62c8b11a-bc3c-4677-9ebe-0b5b8d08d124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4672b8b-43e2-4139-8cd1-27ad03f081e7"/>
    <ds:schemaRef ds:uri="c781ccd5-c3ad-4eb5-8473-f8ea5866fa6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427B127-29E9-4CDC-92B7-015F6845B755}">
  <ds:schemaRefs>
    <ds:schemaRef ds:uri="62c8b11a-bc3c-4677-9ebe-0b5b8d08d124"/>
    <ds:schemaRef ds:uri="c4672b8b-43e2-4139-8cd1-27ad03f081e7"/>
    <ds:schemaRef ds:uri="c781ccd5-c3ad-4eb5-8473-f8ea5866fa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01E3CB-59AA-4655-AF60-1C9DCD15A74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6375508-4f8d-4bf0-98ed-14865d40f2d8}" enabled="1" method="Privileged" siteId="{686ea1d3-bc2b-4c6f-a92c-d99c5c3016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NXP-Template-Light-Dark-Mode-Public</Template>
  <TotalTime>0</TotalTime>
  <Words>730</Words>
  <Application>Microsoft Office PowerPoint</Application>
  <PresentationFormat>Widescreen</PresentationFormat>
  <Paragraphs>142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Cambria Math</vt:lpstr>
      <vt:lpstr>Poppins</vt:lpstr>
      <vt:lpstr>Poppins Light</vt:lpstr>
      <vt:lpstr>Poppins SemiBold</vt:lpstr>
      <vt:lpstr>Light mode | title + logo</vt:lpstr>
      <vt:lpstr>Light mode | content layouts</vt:lpstr>
      <vt:lpstr>Dark mode | title + logo</vt:lpstr>
      <vt:lpstr>Dark mode | content layouts</vt:lpstr>
      <vt:lpstr>1_Light mode | title + logo</vt:lpstr>
      <vt:lpstr>Day 4 – NXP MBDT Bootcamp</vt:lpstr>
      <vt:lpstr>What you will learn</vt:lpstr>
      <vt:lpstr>Pulse Width Modulation</vt:lpstr>
      <vt:lpstr>Pulse Width Modulation – in a “nutshell”</vt:lpstr>
      <vt:lpstr>Key parameters for PWM</vt:lpstr>
      <vt:lpstr>Duty Cycle – the control knob for delivered power</vt:lpstr>
      <vt:lpstr>Average Voltage – what the load “sees”</vt:lpstr>
      <vt:lpstr>PWM Applications</vt:lpstr>
      <vt:lpstr>How PWM works?</vt:lpstr>
      <vt:lpstr>When to use Center-Aligned vs Edge-Aligned PWM?</vt:lpstr>
      <vt:lpstr>PWM in Simulink</vt:lpstr>
      <vt:lpstr>Explore the Simulink Library Browser</vt:lpstr>
      <vt:lpstr>PWM Simulink Block</vt:lpstr>
      <vt:lpstr>Control the speed of a fan using PWM</vt:lpstr>
      <vt:lpstr>What we want to achieve?</vt:lpstr>
      <vt:lpstr>What we want to achieve?</vt:lpstr>
      <vt:lpstr>PWM Practice</vt:lpstr>
      <vt:lpstr>PWM Practice</vt:lpstr>
      <vt:lpstr>Schematics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Cristina-Geanina Grosu</dc:creator>
  <cp:lastModifiedBy>Cristina-Geanina Grosu</cp:lastModifiedBy>
  <cp:revision>2</cp:revision>
  <dcterms:created xsi:type="dcterms:W3CDTF">2026-09-02T07:24:32Z</dcterms:created>
  <dcterms:modified xsi:type="dcterms:W3CDTF">2026-09-24T11:33:26Z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0x0101003ABF446CE44CB442824CA052A2A4B4C5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NXP Public</vt:lpwstr>
  </property>
  <property fmtid="{D5CDD505-2E9C-101B-9397-08002B2CF9AE}" pid="5" name="MediaServiceImageTags">
    <vt:lpwstr/>
  </property>
</Properties>
</file>