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4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78" r:id="rId5"/>
    <p:sldMasterId id="2147483705" r:id="rId6"/>
    <p:sldMasterId id="2147483710" r:id="rId7"/>
    <p:sldMasterId id="2147483736" r:id="rId8"/>
  </p:sldMasterIdLst>
  <p:notesMasterIdLst>
    <p:notesMasterId r:id="rId48"/>
  </p:notesMasterIdLst>
  <p:sldIdLst>
    <p:sldId id="257" r:id="rId9"/>
    <p:sldId id="259" r:id="rId10"/>
    <p:sldId id="260" r:id="rId11"/>
    <p:sldId id="261" r:id="rId12"/>
    <p:sldId id="262" r:id="rId13"/>
    <p:sldId id="263" r:id="rId14"/>
    <p:sldId id="265" r:id="rId15"/>
    <p:sldId id="264" r:id="rId16"/>
    <p:sldId id="266" r:id="rId17"/>
    <p:sldId id="267" r:id="rId18"/>
    <p:sldId id="268" r:id="rId19"/>
    <p:sldId id="269" r:id="rId20"/>
    <p:sldId id="270" r:id="rId21"/>
    <p:sldId id="271" r:id="rId22"/>
    <p:sldId id="285" r:id="rId23"/>
    <p:sldId id="286" r:id="rId24"/>
    <p:sldId id="287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3" r:id="rId34"/>
    <p:sldId id="280" r:id="rId35"/>
    <p:sldId id="284" r:id="rId36"/>
    <p:sldId id="281" r:id="rId37"/>
    <p:sldId id="282" r:id="rId38"/>
    <p:sldId id="288" r:id="rId39"/>
    <p:sldId id="289" r:id="rId40"/>
    <p:sldId id="290" r:id="rId41"/>
    <p:sldId id="2147472383" r:id="rId42"/>
    <p:sldId id="2147472385" r:id="rId43"/>
    <p:sldId id="2147472386" r:id="rId44"/>
    <p:sldId id="2147472387" r:id="rId45"/>
    <p:sldId id="2147472388" r:id="rId46"/>
    <p:sldId id="258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19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C813EA-3CE8-46C9-843B-E66B573FACC3}" v="4" dt="2026-09-17T11:58:41.575"/>
    <p1510:client id="{DE5E68A6-74A6-4E7B-9560-91F4D1433BB9}" v="1" dt="2026-09-23T08:18:57.3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50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notesMaster" Target="notesMasters/notesMaster1.xml"/><Relationship Id="rId8" Type="http://schemas.openxmlformats.org/officeDocument/2006/relationships/slideMaster" Target="slideMasters/slideMaster5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A0F451-3290-441F-BFCA-5125BB80D46D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54E090-328C-48AB-BA1B-FD2D61DD6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415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54E090-328C-48AB-BA1B-FD2D61DD64E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615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6CDF47C-C325-BB7F-C4C7-3D26C8895BA9}"/>
              </a:ext>
            </a:extLst>
          </p:cNvPr>
          <p:cNvSpPr/>
          <p:nvPr/>
        </p:nvSpPr>
        <p:spPr>
          <a:xfrm>
            <a:off x="532238" y="532263"/>
            <a:ext cx="584573" cy="515204"/>
          </a:xfrm>
          <a:custGeom>
            <a:avLst/>
            <a:gdLst>
              <a:gd name="connsiteX0" fmla="*/ 670274 w 919067"/>
              <a:gd name="connsiteY0" fmla="*/ 0 h 810006"/>
              <a:gd name="connsiteX1" fmla="*/ 670274 w 919067"/>
              <a:gd name="connsiteY1" fmla="*/ 489394 h 810006"/>
              <a:gd name="connsiteX2" fmla="*/ 248984 w 919067"/>
              <a:gd name="connsiteY2" fmla="*/ 0 h 810006"/>
              <a:gd name="connsiteX3" fmla="*/ 0 w 919067"/>
              <a:gd name="connsiteY3" fmla="*/ 0 h 810006"/>
              <a:gd name="connsiteX4" fmla="*/ 0 w 919067"/>
              <a:gd name="connsiteY4" fmla="*/ 809244 h 810006"/>
              <a:gd name="connsiteX5" fmla="*/ 476 w 919067"/>
              <a:gd name="connsiteY5" fmla="*/ 810006 h 810006"/>
              <a:gd name="connsiteX6" fmla="*/ 249174 w 919067"/>
              <a:gd name="connsiteY6" fmla="*/ 809911 h 810006"/>
              <a:gd name="connsiteX7" fmla="*/ 249079 w 919067"/>
              <a:gd name="connsiteY7" fmla="*/ 320516 h 810006"/>
              <a:gd name="connsiteX8" fmla="*/ 670370 w 919067"/>
              <a:gd name="connsiteY8" fmla="*/ 810006 h 810006"/>
              <a:gd name="connsiteX9" fmla="*/ 919067 w 919067"/>
              <a:gd name="connsiteY9" fmla="*/ 405003 h 810006"/>
              <a:gd name="connsiteX10" fmla="*/ 670370 w 919067"/>
              <a:gd name="connsiteY10" fmla="*/ 0 h 81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9067" h="810006">
                <a:moveTo>
                  <a:pt x="670274" y="0"/>
                </a:moveTo>
                <a:lnTo>
                  <a:pt x="670274" y="489394"/>
                </a:lnTo>
                <a:lnTo>
                  <a:pt x="248984" y="0"/>
                </a:lnTo>
                <a:lnTo>
                  <a:pt x="0" y="0"/>
                </a:lnTo>
                <a:lnTo>
                  <a:pt x="0" y="809244"/>
                </a:lnTo>
                <a:lnTo>
                  <a:pt x="476" y="810006"/>
                </a:lnTo>
                <a:lnTo>
                  <a:pt x="249174" y="809911"/>
                </a:lnTo>
                <a:lnTo>
                  <a:pt x="249079" y="320516"/>
                </a:lnTo>
                <a:lnTo>
                  <a:pt x="670370" y="810006"/>
                </a:lnTo>
                <a:lnTo>
                  <a:pt x="919067" y="405003"/>
                </a:lnTo>
                <a:lnTo>
                  <a:pt x="670370" y="0"/>
                </a:lnTo>
              </a:path>
            </a:pathLst>
          </a:custGeom>
          <a:solidFill>
            <a:srgbClr val="F9B5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Poppins" panose="00000500000000000000" pitchFamily="2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662EDF-F39B-15A1-566D-412FDA49117E}"/>
              </a:ext>
            </a:extLst>
          </p:cNvPr>
          <p:cNvSpPr/>
          <p:nvPr/>
        </p:nvSpPr>
        <p:spPr>
          <a:xfrm>
            <a:off x="1484069" y="532263"/>
            <a:ext cx="571123" cy="515204"/>
          </a:xfrm>
          <a:custGeom>
            <a:avLst/>
            <a:gdLst>
              <a:gd name="connsiteX0" fmla="*/ 603599 w 897921"/>
              <a:gd name="connsiteY0" fmla="*/ 0 h 810006"/>
              <a:gd name="connsiteX1" fmla="*/ 248698 w 897921"/>
              <a:gd name="connsiteY1" fmla="*/ 0 h 810006"/>
              <a:gd name="connsiteX2" fmla="*/ 0 w 897921"/>
              <a:gd name="connsiteY2" fmla="*/ 405003 h 810006"/>
              <a:gd name="connsiteX3" fmla="*/ 248603 w 897921"/>
              <a:gd name="connsiteY3" fmla="*/ 810006 h 810006"/>
              <a:gd name="connsiteX4" fmla="*/ 248698 w 897921"/>
              <a:gd name="connsiteY4" fmla="*/ 810006 h 810006"/>
              <a:gd name="connsiteX5" fmla="*/ 248603 w 897921"/>
              <a:gd name="connsiteY5" fmla="*/ 631127 h 810006"/>
              <a:gd name="connsiteX6" fmla="*/ 668750 w 897921"/>
              <a:gd name="connsiteY6" fmla="*/ 631127 h 810006"/>
              <a:gd name="connsiteX7" fmla="*/ 897922 w 897921"/>
              <a:gd name="connsiteY7" fmla="*/ 372142 h 810006"/>
              <a:gd name="connsiteX8" fmla="*/ 897922 w 897921"/>
              <a:gd name="connsiteY8" fmla="*/ 276987 h 810006"/>
              <a:gd name="connsiteX9" fmla="*/ 603599 w 897921"/>
              <a:gd name="connsiteY9" fmla="*/ 0 h 810006"/>
              <a:gd name="connsiteX10" fmla="*/ 665702 w 897921"/>
              <a:gd name="connsiteY10" fmla="*/ 326803 h 810006"/>
              <a:gd name="connsiteX11" fmla="*/ 584835 w 897921"/>
              <a:gd name="connsiteY11" fmla="*/ 430054 h 810006"/>
              <a:gd name="connsiteX12" fmla="*/ 248984 w 897921"/>
              <a:gd name="connsiteY12" fmla="*/ 430054 h 810006"/>
              <a:gd name="connsiteX13" fmla="*/ 248984 w 897921"/>
              <a:gd name="connsiteY13" fmla="*/ 200882 h 810006"/>
              <a:gd name="connsiteX14" fmla="*/ 563499 w 897921"/>
              <a:gd name="connsiteY14" fmla="*/ 200882 h 810006"/>
              <a:gd name="connsiteX15" fmla="*/ 665702 w 897921"/>
              <a:gd name="connsiteY15" fmla="*/ 286893 h 810006"/>
              <a:gd name="connsiteX16" fmla="*/ 665702 w 897921"/>
              <a:gd name="connsiteY16" fmla="*/ 326803 h 81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97921" h="810006">
                <a:moveTo>
                  <a:pt x="603599" y="0"/>
                </a:moveTo>
                <a:lnTo>
                  <a:pt x="248698" y="0"/>
                </a:lnTo>
                <a:lnTo>
                  <a:pt x="0" y="405003"/>
                </a:lnTo>
                <a:lnTo>
                  <a:pt x="248603" y="810006"/>
                </a:lnTo>
                <a:lnTo>
                  <a:pt x="248698" y="810006"/>
                </a:lnTo>
                <a:lnTo>
                  <a:pt x="248603" y="631127"/>
                </a:lnTo>
                <a:lnTo>
                  <a:pt x="668750" y="631127"/>
                </a:lnTo>
                <a:cubicBezTo>
                  <a:pt x="845153" y="631127"/>
                  <a:pt x="897922" y="492728"/>
                  <a:pt x="897922" y="372142"/>
                </a:cubicBezTo>
                <a:lnTo>
                  <a:pt x="897922" y="276987"/>
                </a:lnTo>
                <a:cubicBezTo>
                  <a:pt x="897922" y="118300"/>
                  <a:pt x="840677" y="0"/>
                  <a:pt x="603599" y="0"/>
                </a:cubicBezTo>
                <a:close/>
                <a:moveTo>
                  <a:pt x="665702" y="326803"/>
                </a:moveTo>
                <a:cubicBezTo>
                  <a:pt x="665702" y="374809"/>
                  <a:pt x="643223" y="430054"/>
                  <a:pt x="584835" y="430054"/>
                </a:cubicBezTo>
                <a:lnTo>
                  <a:pt x="248984" y="430054"/>
                </a:lnTo>
                <a:lnTo>
                  <a:pt x="248984" y="200882"/>
                </a:lnTo>
                <a:lnTo>
                  <a:pt x="563499" y="200882"/>
                </a:lnTo>
                <a:cubicBezTo>
                  <a:pt x="638747" y="200882"/>
                  <a:pt x="665702" y="232124"/>
                  <a:pt x="665702" y="286893"/>
                </a:cubicBezTo>
                <a:lnTo>
                  <a:pt x="665702" y="326803"/>
                </a:lnTo>
                <a:close/>
              </a:path>
            </a:pathLst>
          </a:custGeom>
          <a:solidFill>
            <a:srgbClr val="69CA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Poppins" panose="00000500000000000000" pitchFamily="2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D7E18CE-E236-624D-A553-0F4E7177EEC5}"/>
              </a:ext>
            </a:extLst>
          </p:cNvPr>
          <p:cNvSpPr/>
          <p:nvPr/>
        </p:nvSpPr>
        <p:spPr>
          <a:xfrm>
            <a:off x="1006245" y="532263"/>
            <a:ext cx="588389" cy="515204"/>
          </a:xfrm>
          <a:custGeom>
            <a:avLst/>
            <a:gdLst>
              <a:gd name="connsiteX0" fmla="*/ 675894 w 925067"/>
              <a:gd name="connsiteY0" fmla="*/ 0 h 810006"/>
              <a:gd name="connsiteX1" fmla="*/ 630460 w 925067"/>
              <a:gd name="connsiteY1" fmla="*/ 0 h 810006"/>
              <a:gd name="connsiteX2" fmla="*/ 462534 w 925067"/>
              <a:gd name="connsiteY2" fmla="*/ 269177 h 810006"/>
              <a:gd name="connsiteX3" fmla="*/ 294704 w 925067"/>
              <a:gd name="connsiteY3" fmla="*/ 0 h 810006"/>
              <a:gd name="connsiteX4" fmla="*/ 248507 w 925067"/>
              <a:gd name="connsiteY4" fmla="*/ 0 h 810006"/>
              <a:gd name="connsiteX5" fmla="*/ 0 w 925067"/>
              <a:gd name="connsiteY5" fmla="*/ 0 h 810006"/>
              <a:gd name="connsiteX6" fmla="*/ 248698 w 925067"/>
              <a:gd name="connsiteY6" fmla="*/ 405003 h 810006"/>
              <a:gd name="connsiteX7" fmla="*/ 0 w 925067"/>
              <a:gd name="connsiteY7" fmla="*/ 810006 h 810006"/>
              <a:gd name="connsiteX8" fmla="*/ 248984 w 925067"/>
              <a:gd name="connsiteY8" fmla="*/ 810006 h 810006"/>
              <a:gd name="connsiteX9" fmla="*/ 294704 w 925067"/>
              <a:gd name="connsiteY9" fmla="*/ 810006 h 810006"/>
              <a:gd name="connsiteX10" fmla="*/ 462534 w 925067"/>
              <a:gd name="connsiteY10" fmla="*/ 540734 h 810006"/>
              <a:gd name="connsiteX11" fmla="*/ 630460 w 925067"/>
              <a:gd name="connsiteY11" fmla="*/ 810006 h 810006"/>
              <a:gd name="connsiteX12" fmla="*/ 676466 w 925067"/>
              <a:gd name="connsiteY12" fmla="*/ 810006 h 810006"/>
              <a:gd name="connsiteX13" fmla="*/ 925068 w 925067"/>
              <a:gd name="connsiteY13" fmla="*/ 809911 h 810006"/>
              <a:gd name="connsiteX14" fmla="*/ 676370 w 925067"/>
              <a:gd name="connsiteY14" fmla="*/ 405003 h 810006"/>
              <a:gd name="connsiteX15" fmla="*/ 925068 w 925067"/>
              <a:gd name="connsiteY15" fmla="*/ 0 h 810006"/>
              <a:gd name="connsiteX16" fmla="*/ 675894 w 925067"/>
              <a:gd name="connsiteY16" fmla="*/ 0 h 81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25067" h="810006">
                <a:moveTo>
                  <a:pt x="675894" y="0"/>
                </a:moveTo>
                <a:lnTo>
                  <a:pt x="630460" y="0"/>
                </a:lnTo>
                <a:lnTo>
                  <a:pt x="462534" y="269177"/>
                </a:lnTo>
                <a:lnTo>
                  <a:pt x="294704" y="0"/>
                </a:lnTo>
                <a:lnTo>
                  <a:pt x="248507" y="0"/>
                </a:lnTo>
                <a:lnTo>
                  <a:pt x="0" y="0"/>
                </a:lnTo>
                <a:lnTo>
                  <a:pt x="248698" y="405003"/>
                </a:lnTo>
                <a:lnTo>
                  <a:pt x="0" y="810006"/>
                </a:lnTo>
                <a:lnTo>
                  <a:pt x="248984" y="810006"/>
                </a:lnTo>
                <a:lnTo>
                  <a:pt x="294704" y="810006"/>
                </a:lnTo>
                <a:lnTo>
                  <a:pt x="462534" y="540734"/>
                </a:lnTo>
                <a:lnTo>
                  <a:pt x="630460" y="810006"/>
                </a:lnTo>
                <a:lnTo>
                  <a:pt x="676466" y="810006"/>
                </a:lnTo>
                <a:lnTo>
                  <a:pt x="925068" y="809911"/>
                </a:lnTo>
                <a:lnTo>
                  <a:pt x="676370" y="405003"/>
                </a:lnTo>
                <a:lnTo>
                  <a:pt x="925068" y="0"/>
                </a:lnTo>
                <a:lnTo>
                  <a:pt x="675894" y="0"/>
                </a:lnTo>
              </a:path>
            </a:pathLst>
          </a:custGeom>
          <a:solidFill>
            <a:srgbClr val="0EAFE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Poppins" panose="00000500000000000000" pitchFamily="2" charset="0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4F899F3-4A81-1BED-FC34-96E0CF1E0B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42652" y="5223518"/>
            <a:ext cx="5062912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If required goes here | speaker title, </a:t>
            </a:r>
            <a:br>
              <a:rPr lang="en-GB"/>
            </a:br>
            <a:r>
              <a:rPr lang="en-GB"/>
              <a:t>date and /or additional information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07D2A9-EA64-7655-994E-7F1A46D1A8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2652" y="4695137"/>
            <a:ext cx="5062912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2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Subheading or speaker name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1F12CB4-23BC-65BB-21C5-8EB7AC7F287C}"/>
              </a:ext>
            </a:extLst>
          </p:cNvPr>
          <p:cNvSpPr txBox="1">
            <a:spLocks/>
          </p:cNvSpPr>
          <p:nvPr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8AF1407E-E8DD-506D-ABAE-03BCC68F5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2652" y="1616531"/>
            <a:ext cx="5122863" cy="261098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4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The Presentation Title Goes Here</a:t>
            </a:r>
          </a:p>
        </p:txBody>
      </p:sp>
      <p:sp>
        <p:nvSpPr>
          <p:cNvPr id="657" name="Freeform: Shape 656">
            <a:extLst>
              <a:ext uri="{FF2B5EF4-FFF2-40B4-BE49-F238E27FC236}">
                <a16:creationId xmlns:a16="http://schemas.microsoft.com/office/drawing/2014/main" id="{E3A46AE2-8953-2DAD-BD2C-286395E97B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 w="317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824" name="Group 823">
            <a:extLst>
              <a:ext uri="{FF2B5EF4-FFF2-40B4-BE49-F238E27FC236}">
                <a16:creationId xmlns:a16="http://schemas.microsoft.com/office/drawing/2014/main" id="{63B0AD2C-A67C-7520-B7C0-BF6D2D66050D}"/>
              </a:ext>
            </a:extLst>
          </p:cNvPr>
          <p:cNvGrpSpPr/>
          <p:nvPr/>
        </p:nvGrpSpPr>
        <p:grpSpPr>
          <a:xfrm>
            <a:off x="6473825" y="1"/>
            <a:ext cx="5818893" cy="6866964"/>
            <a:chOff x="6473825" y="1"/>
            <a:chExt cx="5818893" cy="6866964"/>
          </a:xfrm>
        </p:grpSpPr>
        <p:sp>
          <p:nvSpPr>
            <p:cNvPr id="776" name="Rectangle 261">
              <a:extLst>
                <a:ext uri="{FF2B5EF4-FFF2-40B4-BE49-F238E27FC236}">
                  <a16:creationId xmlns:a16="http://schemas.microsoft.com/office/drawing/2014/main" id="{00FD7D2F-473A-5EEA-D387-F4C18FD87E6A}"/>
                </a:ext>
              </a:extLst>
            </p:cNvPr>
            <p:cNvSpPr/>
            <p:nvPr userDrawn="1"/>
          </p:nvSpPr>
          <p:spPr>
            <a:xfrm>
              <a:off x="8319247" y="1"/>
              <a:ext cx="2498165" cy="3446946"/>
            </a:xfrm>
            <a:custGeom>
              <a:avLst/>
              <a:gdLst>
                <a:gd name="connsiteX0" fmla="*/ 0 w 723153"/>
                <a:gd name="connsiteY0" fmla="*/ 0 h 328706"/>
                <a:gd name="connsiteX1" fmla="*/ 723153 w 723153"/>
                <a:gd name="connsiteY1" fmla="*/ 0 h 328706"/>
                <a:gd name="connsiteX2" fmla="*/ 723153 w 723153"/>
                <a:gd name="connsiteY2" fmla="*/ 328706 h 328706"/>
                <a:gd name="connsiteX3" fmla="*/ 0 w 723153"/>
                <a:gd name="connsiteY3" fmla="*/ 328706 h 328706"/>
                <a:gd name="connsiteX4" fmla="*/ 0 w 723153"/>
                <a:gd name="connsiteY4" fmla="*/ 0 h 328706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2498165 w 2498165"/>
                <a:gd name="connsiteY2" fmla="*/ 328706 h 3442447"/>
                <a:gd name="connsiteX3" fmla="*/ 0 w 2498165"/>
                <a:gd name="connsiteY3" fmla="*/ 3442447 h 3442447"/>
                <a:gd name="connsiteX4" fmla="*/ 1775012 w 2498165"/>
                <a:gd name="connsiteY4" fmla="*/ 0 h 3442447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0 w 2498165"/>
                <a:gd name="connsiteY2" fmla="*/ 3442447 h 3442447"/>
                <a:gd name="connsiteX3" fmla="*/ 1775012 w 2498165"/>
                <a:gd name="connsiteY3" fmla="*/ 0 h 344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8165" h="3442447">
                  <a:moveTo>
                    <a:pt x="1775012" y="0"/>
                  </a:moveTo>
                  <a:lnTo>
                    <a:pt x="2498165" y="0"/>
                  </a:lnTo>
                  <a:lnTo>
                    <a:pt x="0" y="3442447"/>
                  </a:lnTo>
                  <a:lnTo>
                    <a:pt x="1775012" y="0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77" name="Rectangle 260">
              <a:extLst>
                <a:ext uri="{FF2B5EF4-FFF2-40B4-BE49-F238E27FC236}">
                  <a16:creationId xmlns:a16="http://schemas.microsoft.com/office/drawing/2014/main" id="{6749D164-4382-59D1-CDFB-1A4814799632}"/>
                </a:ext>
              </a:extLst>
            </p:cNvPr>
            <p:cNvSpPr/>
            <p:nvPr userDrawn="1"/>
          </p:nvSpPr>
          <p:spPr>
            <a:xfrm>
              <a:off x="7129929" y="1"/>
              <a:ext cx="1176282" cy="3464900"/>
            </a:xfrm>
            <a:custGeom>
              <a:avLst/>
              <a:gdLst>
                <a:gd name="connsiteX0" fmla="*/ 0 w 644376"/>
                <a:gd name="connsiteY0" fmla="*/ 0 h 1392518"/>
                <a:gd name="connsiteX1" fmla="*/ 644376 w 644376"/>
                <a:gd name="connsiteY1" fmla="*/ 0 h 1392518"/>
                <a:gd name="connsiteX2" fmla="*/ 644376 w 644376"/>
                <a:gd name="connsiteY2" fmla="*/ 1392518 h 1392518"/>
                <a:gd name="connsiteX3" fmla="*/ 0 w 644376"/>
                <a:gd name="connsiteY3" fmla="*/ 1392518 h 1392518"/>
                <a:gd name="connsiteX4" fmla="*/ 0 w 644376"/>
                <a:gd name="connsiteY4" fmla="*/ 0 h 1392518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1392518 h 3460377"/>
                <a:gd name="connsiteX4" fmla="*/ 0 w 1176282"/>
                <a:gd name="connsiteY4" fmla="*/ 0 h 3460377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0 h 346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6282" h="3460377">
                  <a:moveTo>
                    <a:pt x="0" y="0"/>
                  </a:moveTo>
                  <a:lnTo>
                    <a:pt x="644376" y="0"/>
                  </a:lnTo>
                  <a:lnTo>
                    <a:pt x="1176282" y="3460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78" name="Rectangle 259">
              <a:extLst>
                <a:ext uri="{FF2B5EF4-FFF2-40B4-BE49-F238E27FC236}">
                  <a16:creationId xmlns:a16="http://schemas.microsoft.com/office/drawing/2014/main" id="{5A3076DC-7053-CB86-4071-FF3196AA0A6D}"/>
                </a:ext>
              </a:extLst>
            </p:cNvPr>
            <p:cNvSpPr/>
            <p:nvPr userDrawn="1"/>
          </p:nvSpPr>
          <p:spPr>
            <a:xfrm>
              <a:off x="8331201" y="3535753"/>
              <a:ext cx="3762468" cy="3331212"/>
            </a:xfrm>
            <a:custGeom>
              <a:avLst/>
              <a:gdLst>
                <a:gd name="connsiteX0" fmla="*/ 0 w 792163"/>
                <a:gd name="connsiteY0" fmla="*/ 0 h 786864"/>
                <a:gd name="connsiteX1" fmla="*/ 792163 w 792163"/>
                <a:gd name="connsiteY1" fmla="*/ 0 h 786864"/>
                <a:gd name="connsiteX2" fmla="*/ 792163 w 792163"/>
                <a:gd name="connsiteY2" fmla="*/ 786864 h 786864"/>
                <a:gd name="connsiteX3" fmla="*/ 0 w 792163"/>
                <a:gd name="connsiteY3" fmla="*/ 786864 h 786864"/>
                <a:gd name="connsiteX4" fmla="*/ 0 w 792163"/>
                <a:gd name="connsiteY4" fmla="*/ 0 h 786864"/>
                <a:gd name="connsiteX0" fmla="*/ 0 w 3762468"/>
                <a:gd name="connsiteY0" fmla="*/ 0 h 3326864"/>
                <a:gd name="connsiteX1" fmla="*/ 3762468 w 3762468"/>
                <a:gd name="connsiteY1" fmla="*/ 2540000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  <a:gd name="connsiteX0" fmla="*/ 0 w 3762468"/>
                <a:gd name="connsiteY0" fmla="*/ 0 h 3326864"/>
                <a:gd name="connsiteX1" fmla="*/ 3744539 w 3762468"/>
                <a:gd name="connsiteY1" fmla="*/ 3036047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2468" h="3326864">
                  <a:moveTo>
                    <a:pt x="0" y="0"/>
                  </a:moveTo>
                  <a:lnTo>
                    <a:pt x="3744539" y="3036047"/>
                  </a:lnTo>
                  <a:lnTo>
                    <a:pt x="3762468" y="3326864"/>
                  </a:lnTo>
                  <a:lnTo>
                    <a:pt x="2970305" y="3326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39393E7F-EEFF-2046-BE27-690A502DE54A}"/>
                </a:ext>
              </a:extLst>
            </p:cNvPr>
            <p:cNvSpPr/>
            <p:nvPr userDrawn="1"/>
          </p:nvSpPr>
          <p:spPr>
            <a:xfrm>
              <a:off x="8189844" y="3527033"/>
              <a:ext cx="747423" cy="3339931"/>
            </a:xfrm>
            <a:custGeom>
              <a:avLst/>
              <a:gdLst>
                <a:gd name="connsiteX0" fmla="*/ 115294 w 747423"/>
                <a:gd name="connsiteY0" fmla="*/ 0 h 3319669"/>
                <a:gd name="connsiteX1" fmla="*/ 0 w 747423"/>
                <a:gd name="connsiteY1" fmla="*/ 3319669 h 3319669"/>
                <a:gd name="connsiteX2" fmla="*/ 747423 w 747423"/>
                <a:gd name="connsiteY2" fmla="*/ 3319669 h 3319669"/>
                <a:gd name="connsiteX3" fmla="*/ 115294 w 747423"/>
                <a:gd name="connsiteY3" fmla="*/ 0 h 331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423" h="3319669">
                  <a:moveTo>
                    <a:pt x="115294" y="0"/>
                  </a:moveTo>
                  <a:lnTo>
                    <a:pt x="0" y="3319669"/>
                  </a:lnTo>
                  <a:lnTo>
                    <a:pt x="747423" y="3319669"/>
                  </a:lnTo>
                  <a:lnTo>
                    <a:pt x="115294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81" name="Isosceles Triangle 724">
              <a:extLst>
                <a:ext uri="{FF2B5EF4-FFF2-40B4-BE49-F238E27FC236}">
                  <a16:creationId xmlns:a16="http://schemas.microsoft.com/office/drawing/2014/main" id="{B19082AB-A446-A73A-4836-1CA3BBEB1AD6}"/>
                </a:ext>
              </a:extLst>
            </p:cNvPr>
            <p:cNvSpPr/>
            <p:nvPr userDrawn="1"/>
          </p:nvSpPr>
          <p:spPr>
            <a:xfrm>
              <a:off x="8300084" y="3532015"/>
              <a:ext cx="126740" cy="3334947"/>
            </a:xfrm>
            <a:custGeom>
              <a:avLst/>
              <a:gdLst>
                <a:gd name="connsiteX0" fmla="*/ 0 w 126740"/>
                <a:gd name="connsiteY0" fmla="*/ 3361690 h 3361690"/>
                <a:gd name="connsiteX1" fmla="*/ 63370 w 126740"/>
                <a:gd name="connsiteY1" fmla="*/ 0 h 3361690"/>
                <a:gd name="connsiteX2" fmla="*/ 126740 w 126740"/>
                <a:gd name="connsiteY2" fmla="*/ 3361690 h 3361690"/>
                <a:gd name="connsiteX3" fmla="*/ 0 w 126740"/>
                <a:gd name="connsiteY3" fmla="*/ 3361690 h 3361690"/>
                <a:gd name="connsiteX0" fmla="*/ 0 w 126740"/>
                <a:gd name="connsiteY0" fmla="*/ 3325831 h 3325831"/>
                <a:gd name="connsiteX1" fmla="*/ 27511 w 126740"/>
                <a:gd name="connsiteY1" fmla="*/ 0 h 3325831"/>
                <a:gd name="connsiteX2" fmla="*/ 126740 w 126740"/>
                <a:gd name="connsiteY2" fmla="*/ 3325831 h 3325831"/>
                <a:gd name="connsiteX3" fmla="*/ 0 w 126740"/>
                <a:gd name="connsiteY3" fmla="*/ 3325831 h 3325831"/>
                <a:gd name="connsiteX0" fmla="*/ 0 w 126740"/>
                <a:gd name="connsiteY0" fmla="*/ 3330594 h 3330594"/>
                <a:gd name="connsiteX1" fmla="*/ 1318 w 126740"/>
                <a:gd name="connsiteY1" fmla="*/ 0 h 3330594"/>
                <a:gd name="connsiteX2" fmla="*/ 126740 w 126740"/>
                <a:gd name="connsiteY2" fmla="*/ 3330594 h 3330594"/>
                <a:gd name="connsiteX3" fmla="*/ 0 w 126740"/>
                <a:gd name="connsiteY3" fmla="*/ 3330594 h 333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740" h="3330594">
                  <a:moveTo>
                    <a:pt x="0" y="3330594"/>
                  </a:moveTo>
                  <a:cubicBezTo>
                    <a:pt x="439" y="2220396"/>
                    <a:pt x="879" y="1110198"/>
                    <a:pt x="1318" y="0"/>
                  </a:cubicBezTo>
                  <a:lnTo>
                    <a:pt x="126740" y="3330594"/>
                  </a:lnTo>
                  <a:lnTo>
                    <a:pt x="0" y="3330594"/>
                  </a:lnTo>
                  <a:close/>
                </a:path>
              </a:pathLst>
            </a:custGeom>
            <a:solidFill>
              <a:srgbClr val="F8AC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83" name="Isosceles Triangle 721">
              <a:extLst>
                <a:ext uri="{FF2B5EF4-FFF2-40B4-BE49-F238E27FC236}">
                  <a16:creationId xmlns:a16="http://schemas.microsoft.com/office/drawing/2014/main" id="{F4DB61AD-8D81-DE49-E7CD-9E7F56144347}"/>
                </a:ext>
              </a:extLst>
            </p:cNvPr>
            <p:cNvSpPr/>
            <p:nvPr userDrawn="1"/>
          </p:nvSpPr>
          <p:spPr>
            <a:xfrm rot="10800000">
              <a:off x="8326958" y="2"/>
              <a:ext cx="1112912" cy="3452931"/>
            </a:xfrm>
            <a:custGeom>
              <a:avLst/>
              <a:gdLst>
                <a:gd name="connsiteX0" fmla="*/ 0 w 659990"/>
                <a:gd name="connsiteY0" fmla="*/ 2946400 h 2946400"/>
                <a:gd name="connsiteX1" fmla="*/ 329995 w 659990"/>
                <a:gd name="connsiteY1" fmla="*/ 0 h 2946400"/>
                <a:gd name="connsiteX2" fmla="*/ 659990 w 659990"/>
                <a:gd name="connsiteY2" fmla="*/ 2946400 h 2946400"/>
                <a:gd name="connsiteX3" fmla="*/ 0 w 659990"/>
                <a:gd name="connsiteY3" fmla="*/ 2946400 h 2946400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659990 w 682606"/>
                <a:gd name="connsiteY2" fmla="*/ 3442447 h 3442447"/>
                <a:gd name="connsiteX3" fmla="*/ 0 w 682606"/>
                <a:gd name="connsiteY3" fmla="*/ 3442447 h 3442447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361166 w 682606"/>
                <a:gd name="connsiteY2" fmla="*/ 3442447 h 3442447"/>
                <a:gd name="connsiteX3" fmla="*/ 0 w 682606"/>
                <a:gd name="connsiteY3" fmla="*/ 3442447 h 3442447"/>
                <a:gd name="connsiteX0" fmla="*/ 0 w 1112912"/>
                <a:gd name="connsiteY0" fmla="*/ 3448424 h 3448424"/>
                <a:gd name="connsiteX1" fmla="*/ 1112912 w 1112912"/>
                <a:gd name="connsiteY1" fmla="*/ 0 h 3448424"/>
                <a:gd name="connsiteX2" fmla="*/ 361166 w 1112912"/>
                <a:gd name="connsiteY2" fmla="*/ 3448424 h 3448424"/>
                <a:gd name="connsiteX3" fmla="*/ 0 w 1112912"/>
                <a:gd name="connsiteY3" fmla="*/ 3448424 h 344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2912" h="3448424">
                  <a:moveTo>
                    <a:pt x="0" y="3448424"/>
                  </a:moveTo>
                  <a:lnTo>
                    <a:pt x="1112912" y="0"/>
                  </a:lnTo>
                  <a:lnTo>
                    <a:pt x="361166" y="3448424"/>
                  </a:lnTo>
                  <a:lnTo>
                    <a:pt x="0" y="3448424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grpSp>
          <p:nvGrpSpPr>
            <p:cNvPr id="784" name="Group 783">
              <a:extLst>
                <a:ext uri="{FF2B5EF4-FFF2-40B4-BE49-F238E27FC236}">
                  <a16:creationId xmlns:a16="http://schemas.microsoft.com/office/drawing/2014/main" id="{03CF74F4-6972-60A6-9520-42555F63C955}"/>
                </a:ext>
              </a:extLst>
            </p:cNvPr>
            <p:cNvGrpSpPr/>
            <p:nvPr userDrawn="1"/>
          </p:nvGrpSpPr>
          <p:grpSpPr>
            <a:xfrm>
              <a:off x="6473825" y="1"/>
              <a:ext cx="5818893" cy="6866963"/>
              <a:chOff x="6473825" y="0"/>
              <a:chExt cx="5818893" cy="6858000"/>
            </a:xfrm>
          </p:grpSpPr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636CED33-C4BF-5A22-2516-CB49C11EAE5D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1438592" cy="3361690"/>
              </a:xfrm>
              <a:custGeom>
                <a:avLst/>
                <a:gdLst>
                  <a:gd name="connsiteX0" fmla="*/ 1438593 w 1438592"/>
                  <a:gd name="connsiteY0" fmla="*/ 3361690 h 3361690"/>
                  <a:gd name="connsiteX1" fmla="*/ 0 w 1438592"/>
                  <a:gd name="connsiteY1" fmla="*/ 0 h 3361690"/>
                  <a:gd name="connsiteX2" fmla="*/ 530543 w 1438592"/>
                  <a:gd name="connsiteY2" fmla="*/ 3361690 h 3361690"/>
                  <a:gd name="connsiteX3" fmla="*/ 1438593 w 143859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8592" h="3361690">
                    <a:moveTo>
                      <a:pt x="1438593" y="3361690"/>
                    </a:moveTo>
                    <a:lnTo>
                      <a:pt x="0" y="0"/>
                    </a:lnTo>
                    <a:lnTo>
                      <a:pt x="530543" y="3361690"/>
                    </a:lnTo>
                    <a:lnTo>
                      <a:pt x="1438593" y="3361690"/>
                    </a:lnTo>
                    <a:close/>
                  </a:path>
                </a:pathLst>
              </a:custGeom>
              <a:solidFill>
                <a:srgbClr val="FF9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F0CCCF85-7D93-8CDB-B2C4-DDD8AA9D0B89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2147570" cy="3361690"/>
              </a:xfrm>
              <a:custGeom>
                <a:avLst/>
                <a:gdLst>
                  <a:gd name="connsiteX0" fmla="*/ 2147571 w 2147570"/>
                  <a:gd name="connsiteY0" fmla="*/ 3361690 h 3361690"/>
                  <a:gd name="connsiteX1" fmla="*/ 0 w 2147570"/>
                  <a:gd name="connsiteY1" fmla="*/ 0 h 3361690"/>
                  <a:gd name="connsiteX2" fmla="*/ 1438593 w 2147570"/>
                  <a:gd name="connsiteY2" fmla="*/ 3361690 h 3361690"/>
                  <a:gd name="connsiteX3" fmla="*/ 2147571 w 2147570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7570" h="3361690">
                    <a:moveTo>
                      <a:pt x="2147571" y="3361690"/>
                    </a:moveTo>
                    <a:lnTo>
                      <a:pt x="0" y="0"/>
                    </a:lnTo>
                    <a:lnTo>
                      <a:pt x="1438593" y="3361690"/>
                    </a:lnTo>
                    <a:lnTo>
                      <a:pt x="2147571" y="3361690"/>
                    </a:lnTo>
                    <a:close/>
                  </a:path>
                </a:pathLst>
              </a:custGeom>
              <a:solidFill>
                <a:srgbClr val="FFDD1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12EA42A1-D5A2-9A8A-D79B-DB21CED44CF5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530542" cy="3361690"/>
              </a:xfrm>
              <a:custGeom>
                <a:avLst/>
                <a:gdLst>
                  <a:gd name="connsiteX0" fmla="*/ 530543 w 530542"/>
                  <a:gd name="connsiteY0" fmla="*/ 3361690 h 3361690"/>
                  <a:gd name="connsiteX1" fmla="*/ 0 w 530542"/>
                  <a:gd name="connsiteY1" fmla="*/ 0 h 3361690"/>
                  <a:gd name="connsiteX2" fmla="*/ 240983 w 530542"/>
                  <a:gd name="connsiteY2" fmla="*/ 3361690 h 3361690"/>
                  <a:gd name="connsiteX3" fmla="*/ 530543 w 53054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542" h="3361690">
                    <a:moveTo>
                      <a:pt x="530543" y="3361690"/>
                    </a:moveTo>
                    <a:lnTo>
                      <a:pt x="0" y="0"/>
                    </a:lnTo>
                    <a:lnTo>
                      <a:pt x="240983" y="3361690"/>
                    </a:lnTo>
                    <a:lnTo>
                      <a:pt x="530543" y="3361690"/>
                    </a:lnTo>
                    <a:close/>
                  </a:path>
                </a:pathLst>
              </a:custGeom>
              <a:solidFill>
                <a:srgbClr val="FFB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8CA20B0B-15D4-3C73-5A6E-5DF71E3FC371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240982" cy="3361690"/>
              </a:xfrm>
              <a:custGeom>
                <a:avLst/>
                <a:gdLst>
                  <a:gd name="connsiteX0" fmla="*/ 240983 w 240982"/>
                  <a:gd name="connsiteY0" fmla="*/ 3361690 h 3361690"/>
                  <a:gd name="connsiteX1" fmla="*/ 0 w 240982"/>
                  <a:gd name="connsiteY1" fmla="*/ 0 h 3361690"/>
                  <a:gd name="connsiteX2" fmla="*/ 58420 w 240982"/>
                  <a:gd name="connsiteY2" fmla="*/ 3361690 h 3361690"/>
                  <a:gd name="connsiteX3" fmla="*/ 240983 w 24098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0982" h="3361690">
                    <a:moveTo>
                      <a:pt x="240983" y="3361690"/>
                    </a:moveTo>
                    <a:lnTo>
                      <a:pt x="0" y="0"/>
                    </a:lnTo>
                    <a:lnTo>
                      <a:pt x="58420" y="3361690"/>
                    </a:lnTo>
                    <a:lnTo>
                      <a:pt x="240983" y="3361690"/>
                    </a:lnTo>
                    <a:close/>
                  </a:path>
                </a:pathLst>
              </a:custGeom>
              <a:solidFill>
                <a:srgbClr val="FF91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5633E76A-B1B5-CAC2-F7EB-8BD9415C8132}"/>
                  </a:ext>
                </a:extLst>
              </p:cNvPr>
              <p:cNvSpPr/>
              <p:nvPr/>
            </p:nvSpPr>
            <p:spPr>
              <a:xfrm>
                <a:off x="7504747" y="3496309"/>
                <a:ext cx="853757" cy="3361690"/>
              </a:xfrm>
              <a:custGeom>
                <a:avLst/>
                <a:gdLst>
                  <a:gd name="connsiteX0" fmla="*/ 853758 w 853757"/>
                  <a:gd name="connsiteY0" fmla="*/ 3361690 h 3361690"/>
                  <a:gd name="connsiteX1" fmla="*/ 795338 w 853757"/>
                  <a:gd name="connsiteY1" fmla="*/ 0 h 3361690"/>
                  <a:gd name="connsiteX2" fmla="*/ 0 w 853757"/>
                  <a:gd name="connsiteY2" fmla="*/ 3361690 h 3361690"/>
                  <a:gd name="connsiteX3" fmla="*/ 853758 w 853757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53757" h="3361690">
                    <a:moveTo>
                      <a:pt x="853758" y="3361690"/>
                    </a:moveTo>
                    <a:lnTo>
                      <a:pt x="795338" y="0"/>
                    </a:lnTo>
                    <a:lnTo>
                      <a:pt x="0" y="3361690"/>
                    </a:lnTo>
                    <a:lnTo>
                      <a:pt x="853758" y="3361690"/>
                    </a:lnTo>
                    <a:close/>
                  </a:path>
                </a:pathLst>
              </a:custGeom>
              <a:gradFill>
                <a:gsLst>
                  <a:gs pos="0">
                    <a:srgbClr val="FF7400">
                      <a:alpha val="89804"/>
                    </a:srgbClr>
                  </a:gs>
                  <a:gs pos="20000">
                    <a:srgbClr val="FD7F04">
                      <a:alpha val="89804"/>
                    </a:srgbClr>
                  </a:gs>
                  <a:gs pos="70000">
                    <a:srgbClr val="F99E0F"/>
                  </a:gs>
                  <a:gs pos="100000">
                    <a:srgbClr val="F7B518"/>
                  </a:gs>
                </a:gsLst>
                <a:lin ang="0" scaled="1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2FE245B1-340D-6060-01F3-7E27D0BF5E2B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3891915" cy="3361690"/>
              </a:xfrm>
              <a:custGeom>
                <a:avLst/>
                <a:gdLst>
                  <a:gd name="connsiteX0" fmla="*/ 3891915 w 3891915"/>
                  <a:gd name="connsiteY0" fmla="*/ 3361690 h 3361690"/>
                  <a:gd name="connsiteX1" fmla="*/ 3306763 w 3891915"/>
                  <a:gd name="connsiteY1" fmla="*/ 3361690 h 3361690"/>
                  <a:gd name="connsiteX2" fmla="*/ 0 w 3891915"/>
                  <a:gd name="connsiteY2" fmla="*/ 0 h 3361690"/>
                  <a:gd name="connsiteX3" fmla="*/ 3891915 w 3891915"/>
                  <a:gd name="connsiteY3" fmla="*/ 2713990 h 3361690"/>
                  <a:gd name="connsiteX4" fmla="*/ 3891915 w 3891915"/>
                  <a:gd name="connsiteY4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15" h="3361690">
                    <a:moveTo>
                      <a:pt x="3891915" y="3361690"/>
                    </a:moveTo>
                    <a:lnTo>
                      <a:pt x="3306763" y="3361690"/>
                    </a:lnTo>
                    <a:lnTo>
                      <a:pt x="0" y="0"/>
                    </a:lnTo>
                    <a:lnTo>
                      <a:pt x="3891915" y="2713990"/>
                    </a:lnTo>
                    <a:lnTo>
                      <a:pt x="3891915" y="3361690"/>
                    </a:lnTo>
                    <a:close/>
                  </a:path>
                </a:pathLst>
              </a:custGeom>
              <a:solidFill>
                <a:srgbClr val="FF9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9213B0F-2D2B-E1B8-A223-88CC785CEE46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3306762" cy="3361690"/>
              </a:xfrm>
              <a:custGeom>
                <a:avLst/>
                <a:gdLst>
                  <a:gd name="connsiteX0" fmla="*/ 3306763 w 3306762"/>
                  <a:gd name="connsiteY0" fmla="*/ 3361690 h 3361690"/>
                  <a:gd name="connsiteX1" fmla="*/ 3012440 w 3306762"/>
                  <a:gd name="connsiteY1" fmla="*/ 3361690 h 3361690"/>
                  <a:gd name="connsiteX2" fmla="*/ 0 w 3306762"/>
                  <a:gd name="connsiteY2" fmla="*/ 0 h 3361690"/>
                  <a:gd name="connsiteX3" fmla="*/ 3306763 w 330676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06762" h="3361690">
                    <a:moveTo>
                      <a:pt x="3306763" y="3361690"/>
                    </a:moveTo>
                    <a:lnTo>
                      <a:pt x="3012440" y="3361690"/>
                    </a:lnTo>
                    <a:lnTo>
                      <a:pt x="0" y="0"/>
                    </a:lnTo>
                    <a:lnTo>
                      <a:pt x="3306763" y="3361690"/>
                    </a:lnTo>
                    <a:close/>
                  </a:path>
                </a:pathLst>
              </a:custGeom>
              <a:solidFill>
                <a:srgbClr val="FF8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9AD414FA-E2AA-BD1F-124D-871FF73D28FF}"/>
                  </a:ext>
                </a:extLst>
              </p:cNvPr>
              <p:cNvSpPr/>
              <p:nvPr/>
            </p:nvSpPr>
            <p:spPr>
              <a:xfrm>
                <a:off x="7310119" y="0"/>
                <a:ext cx="989965" cy="3496309"/>
              </a:xfrm>
              <a:custGeom>
                <a:avLst/>
                <a:gdLst>
                  <a:gd name="connsiteX0" fmla="*/ 0 w 989965"/>
                  <a:gd name="connsiteY0" fmla="*/ 0 h 3496309"/>
                  <a:gd name="connsiteX1" fmla="*/ 989965 w 989965"/>
                  <a:gd name="connsiteY1" fmla="*/ 3496310 h 3496309"/>
                  <a:gd name="connsiteX2" fmla="*/ 464186 w 989965"/>
                  <a:gd name="connsiteY2" fmla="*/ 0 h 3496309"/>
                  <a:gd name="connsiteX3" fmla="*/ 0 w 98996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9965" h="3496309">
                    <a:moveTo>
                      <a:pt x="0" y="0"/>
                    </a:moveTo>
                    <a:lnTo>
                      <a:pt x="989965" y="3496310"/>
                    </a:lnTo>
                    <a:lnTo>
                      <a:pt x="46418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9C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793" name="Graphic 613">
                <a:extLst>
                  <a:ext uri="{FF2B5EF4-FFF2-40B4-BE49-F238E27FC236}">
                    <a16:creationId xmlns:a16="http://schemas.microsoft.com/office/drawing/2014/main" id="{F4E7E71B-0CE4-C91F-23E8-68B21BAFF2F1}"/>
                  </a:ext>
                </a:extLst>
              </p:cNvPr>
              <p:cNvGrpSpPr/>
              <p:nvPr/>
            </p:nvGrpSpPr>
            <p:grpSpPr>
              <a:xfrm>
                <a:off x="6473825" y="0"/>
                <a:ext cx="1826259" cy="3496309"/>
                <a:chOff x="6473825" y="0"/>
                <a:chExt cx="1826259" cy="3496309"/>
              </a:xfrm>
            </p:grpSpPr>
            <p:sp>
              <p:nvSpPr>
                <p:cNvPr id="821" name="Freeform: Shape 820">
                  <a:extLst>
                    <a:ext uri="{FF2B5EF4-FFF2-40B4-BE49-F238E27FC236}">
                      <a16:creationId xmlns:a16="http://schemas.microsoft.com/office/drawing/2014/main" id="{47A66535-2B81-C8B1-FD40-24A3BA83DA85}"/>
                    </a:ext>
                  </a:extLst>
                </p:cNvPr>
                <p:cNvSpPr/>
                <p:nvPr/>
              </p:nvSpPr>
              <p:spPr>
                <a:xfrm>
                  <a:off x="6473825" y="0"/>
                  <a:ext cx="1826259" cy="3496309"/>
                </a:xfrm>
                <a:custGeom>
                  <a:avLst/>
                  <a:gdLst>
                    <a:gd name="connsiteX0" fmla="*/ 0 w 1826259"/>
                    <a:gd name="connsiteY0" fmla="*/ 0 h 3496309"/>
                    <a:gd name="connsiteX1" fmla="*/ 1826260 w 1826259"/>
                    <a:gd name="connsiteY1" fmla="*/ 3496310 h 3496309"/>
                    <a:gd name="connsiteX2" fmla="*/ 180340 w 1826259"/>
                    <a:gd name="connsiteY2" fmla="*/ 0 h 3496309"/>
                    <a:gd name="connsiteX3" fmla="*/ 0 w 182625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6259" h="3496309">
                      <a:moveTo>
                        <a:pt x="0" y="0"/>
                      </a:moveTo>
                      <a:lnTo>
                        <a:pt x="1826260" y="3496310"/>
                      </a:lnTo>
                      <a:lnTo>
                        <a:pt x="1803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9CA0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2" name="Freeform: Shape 821">
                  <a:extLst>
                    <a:ext uri="{FF2B5EF4-FFF2-40B4-BE49-F238E27FC236}">
                      <a16:creationId xmlns:a16="http://schemas.microsoft.com/office/drawing/2014/main" id="{7C470C26-0D1B-2EFD-1EB5-10FB343DC91D}"/>
                    </a:ext>
                  </a:extLst>
                </p:cNvPr>
                <p:cNvSpPr/>
                <p:nvPr/>
              </p:nvSpPr>
              <p:spPr>
                <a:xfrm>
                  <a:off x="6473825" y="0"/>
                  <a:ext cx="1826259" cy="3496309"/>
                </a:xfrm>
                <a:custGeom>
                  <a:avLst/>
                  <a:gdLst>
                    <a:gd name="connsiteX0" fmla="*/ 0 w 1826259"/>
                    <a:gd name="connsiteY0" fmla="*/ 0 h 3496309"/>
                    <a:gd name="connsiteX1" fmla="*/ 1826260 w 1826259"/>
                    <a:gd name="connsiteY1" fmla="*/ 3496310 h 3496309"/>
                    <a:gd name="connsiteX2" fmla="*/ 180340 w 1826259"/>
                    <a:gd name="connsiteY2" fmla="*/ 0 h 3496309"/>
                    <a:gd name="connsiteX3" fmla="*/ 0 w 182625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6259" h="3496309">
                      <a:moveTo>
                        <a:pt x="0" y="0"/>
                      </a:moveTo>
                      <a:lnTo>
                        <a:pt x="1826260" y="3496310"/>
                      </a:lnTo>
                      <a:lnTo>
                        <a:pt x="1803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B221">
                    <a:alpha val="60000"/>
                  </a:srgbClr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94" name="Graphic 613">
                <a:extLst>
                  <a:ext uri="{FF2B5EF4-FFF2-40B4-BE49-F238E27FC236}">
                    <a16:creationId xmlns:a16="http://schemas.microsoft.com/office/drawing/2014/main" id="{260CCB6D-46FF-BADB-DA68-067865FD0C00}"/>
                  </a:ext>
                </a:extLst>
              </p:cNvPr>
              <p:cNvGrpSpPr/>
              <p:nvPr/>
            </p:nvGrpSpPr>
            <p:grpSpPr>
              <a:xfrm>
                <a:off x="6654165" y="0"/>
                <a:ext cx="1645919" cy="3496309"/>
                <a:chOff x="6654165" y="0"/>
                <a:chExt cx="1645919" cy="3496309"/>
              </a:xfrm>
            </p:grpSpPr>
            <p:sp>
              <p:nvSpPr>
                <p:cNvPr id="819" name="Freeform: Shape 818">
                  <a:extLst>
                    <a:ext uri="{FF2B5EF4-FFF2-40B4-BE49-F238E27FC236}">
                      <a16:creationId xmlns:a16="http://schemas.microsoft.com/office/drawing/2014/main" id="{513573F0-D33B-1A24-732D-301B8889DBBE}"/>
                    </a:ext>
                  </a:extLst>
                </p:cNvPr>
                <p:cNvSpPr/>
                <p:nvPr/>
              </p:nvSpPr>
              <p:spPr>
                <a:xfrm>
                  <a:off x="6654165" y="0"/>
                  <a:ext cx="1645919" cy="3496309"/>
                </a:xfrm>
                <a:custGeom>
                  <a:avLst/>
                  <a:gdLst>
                    <a:gd name="connsiteX0" fmla="*/ 655955 w 1645919"/>
                    <a:gd name="connsiteY0" fmla="*/ 0 h 3496309"/>
                    <a:gd name="connsiteX1" fmla="*/ 1645920 w 1645919"/>
                    <a:gd name="connsiteY1" fmla="*/ 3496310 h 3496309"/>
                    <a:gd name="connsiteX2" fmla="*/ 0 w 1645919"/>
                    <a:gd name="connsiteY2" fmla="*/ 0 h 3496309"/>
                    <a:gd name="connsiteX3" fmla="*/ 655955 w 164591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45919" h="3496309">
                      <a:moveTo>
                        <a:pt x="655955" y="0"/>
                      </a:moveTo>
                      <a:lnTo>
                        <a:pt x="1645920" y="3496310"/>
                      </a:lnTo>
                      <a:lnTo>
                        <a:pt x="0" y="0"/>
                      </a:lnTo>
                      <a:lnTo>
                        <a:pt x="655955" y="0"/>
                      </a:lnTo>
                      <a:close/>
                    </a:path>
                  </a:pathLst>
                </a:custGeom>
                <a:solidFill>
                  <a:srgbClr val="80D226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0" name="Freeform: Shape 819">
                  <a:extLst>
                    <a:ext uri="{FF2B5EF4-FFF2-40B4-BE49-F238E27FC236}">
                      <a16:creationId xmlns:a16="http://schemas.microsoft.com/office/drawing/2014/main" id="{03C67307-4DB6-FBCD-83BD-50E9E5984D2D}"/>
                    </a:ext>
                  </a:extLst>
                </p:cNvPr>
                <p:cNvSpPr/>
                <p:nvPr/>
              </p:nvSpPr>
              <p:spPr>
                <a:xfrm>
                  <a:off x="6654165" y="0"/>
                  <a:ext cx="1645919" cy="3496309"/>
                </a:xfrm>
                <a:custGeom>
                  <a:avLst/>
                  <a:gdLst>
                    <a:gd name="connsiteX0" fmla="*/ 655955 w 1645919"/>
                    <a:gd name="connsiteY0" fmla="*/ 0 h 3496309"/>
                    <a:gd name="connsiteX1" fmla="*/ 1645920 w 1645919"/>
                    <a:gd name="connsiteY1" fmla="*/ 3496310 h 3496309"/>
                    <a:gd name="connsiteX2" fmla="*/ 0 w 1645919"/>
                    <a:gd name="connsiteY2" fmla="*/ 0 h 3496309"/>
                    <a:gd name="connsiteX3" fmla="*/ 655955 w 164591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45919" h="3496309">
                      <a:moveTo>
                        <a:pt x="655955" y="0"/>
                      </a:moveTo>
                      <a:lnTo>
                        <a:pt x="1645920" y="3496310"/>
                      </a:lnTo>
                      <a:lnTo>
                        <a:pt x="0" y="0"/>
                      </a:lnTo>
                      <a:lnTo>
                        <a:pt x="655955" y="0"/>
                      </a:lnTo>
                      <a:close/>
                    </a:path>
                  </a:pathLst>
                </a:custGeom>
                <a:gradFill>
                  <a:gsLst>
                    <a:gs pos="10000">
                      <a:srgbClr val="C6EB00"/>
                    </a:gs>
                    <a:gs pos="41000">
                      <a:srgbClr val="C6EB00"/>
                    </a:gs>
                    <a:gs pos="67000">
                      <a:srgbClr val="00A700">
                        <a:alpha val="49804"/>
                      </a:srgbClr>
                    </a:gs>
                    <a:gs pos="83000">
                      <a:schemeClr val="accent6"/>
                    </a:gs>
                  </a:gsLst>
                  <a:lin ang="2046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95" name="Graphic 613">
                <a:extLst>
                  <a:ext uri="{FF2B5EF4-FFF2-40B4-BE49-F238E27FC236}">
                    <a16:creationId xmlns:a16="http://schemas.microsoft.com/office/drawing/2014/main" id="{15C431FD-5666-9A75-1DE8-A01BA40A38E1}"/>
                  </a:ext>
                </a:extLst>
              </p:cNvPr>
              <p:cNvGrpSpPr/>
              <p:nvPr/>
            </p:nvGrpSpPr>
            <p:grpSpPr>
              <a:xfrm>
                <a:off x="7774305" y="0"/>
                <a:ext cx="960437" cy="3496309"/>
                <a:chOff x="7774305" y="0"/>
                <a:chExt cx="960437" cy="3496309"/>
              </a:xfrm>
            </p:grpSpPr>
            <p:sp>
              <p:nvSpPr>
                <p:cNvPr id="817" name="Freeform: Shape 816">
                  <a:extLst>
                    <a:ext uri="{FF2B5EF4-FFF2-40B4-BE49-F238E27FC236}">
                      <a16:creationId xmlns:a16="http://schemas.microsoft.com/office/drawing/2014/main" id="{11CDCF6B-0A03-3C47-FE91-39C26D9402CD}"/>
                    </a:ext>
                  </a:extLst>
                </p:cNvPr>
                <p:cNvSpPr/>
                <p:nvPr/>
              </p:nvSpPr>
              <p:spPr>
                <a:xfrm>
                  <a:off x="7774305" y="0"/>
                  <a:ext cx="960437" cy="3496309"/>
                </a:xfrm>
                <a:custGeom>
                  <a:avLst/>
                  <a:gdLst>
                    <a:gd name="connsiteX0" fmla="*/ 960438 w 960437"/>
                    <a:gd name="connsiteY0" fmla="*/ 0 h 3496309"/>
                    <a:gd name="connsiteX1" fmla="*/ 525780 w 960437"/>
                    <a:gd name="connsiteY1" fmla="*/ 3496310 h 3496309"/>
                    <a:gd name="connsiteX2" fmla="*/ 0 w 960437"/>
                    <a:gd name="connsiteY2" fmla="*/ 0 h 3496309"/>
                    <a:gd name="connsiteX3" fmla="*/ 960438 w 960437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437" h="3496309">
                      <a:moveTo>
                        <a:pt x="960438" y="0"/>
                      </a:moveTo>
                      <a:lnTo>
                        <a:pt x="525780" y="3496310"/>
                      </a:lnTo>
                      <a:lnTo>
                        <a:pt x="0" y="0"/>
                      </a:lnTo>
                      <a:lnTo>
                        <a:pt x="960438" y="0"/>
                      </a:lnTo>
                      <a:close/>
                    </a:path>
                  </a:pathLst>
                </a:custGeom>
                <a:solidFill>
                  <a:srgbClr val="69CA0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8" name="Freeform: Shape 817">
                  <a:extLst>
                    <a:ext uri="{FF2B5EF4-FFF2-40B4-BE49-F238E27FC236}">
                      <a16:creationId xmlns:a16="http://schemas.microsoft.com/office/drawing/2014/main" id="{551D080F-00B2-5704-CEE4-169585AF0AB4}"/>
                    </a:ext>
                  </a:extLst>
                </p:cNvPr>
                <p:cNvSpPr/>
                <p:nvPr/>
              </p:nvSpPr>
              <p:spPr>
                <a:xfrm>
                  <a:off x="7774305" y="0"/>
                  <a:ext cx="960437" cy="3496309"/>
                </a:xfrm>
                <a:custGeom>
                  <a:avLst/>
                  <a:gdLst>
                    <a:gd name="connsiteX0" fmla="*/ 960438 w 960437"/>
                    <a:gd name="connsiteY0" fmla="*/ 0 h 3496309"/>
                    <a:gd name="connsiteX1" fmla="*/ 525780 w 960437"/>
                    <a:gd name="connsiteY1" fmla="*/ 3496310 h 3496309"/>
                    <a:gd name="connsiteX2" fmla="*/ 0 w 960437"/>
                    <a:gd name="connsiteY2" fmla="*/ 0 h 3496309"/>
                    <a:gd name="connsiteX3" fmla="*/ 960438 w 960437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437" h="3496309">
                      <a:moveTo>
                        <a:pt x="960438" y="0"/>
                      </a:moveTo>
                      <a:lnTo>
                        <a:pt x="525780" y="3496310"/>
                      </a:lnTo>
                      <a:lnTo>
                        <a:pt x="0" y="0"/>
                      </a:lnTo>
                      <a:lnTo>
                        <a:pt x="960438" y="0"/>
                      </a:lnTo>
                      <a:close/>
                    </a:path>
                  </a:pathLst>
                </a:custGeom>
                <a:gradFill>
                  <a:gsLst>
                    <a:gs pos="22000">
                      <a:srgbClr val="C6EB00">
                        <a:alpha val="89804"/>
                      </a:srgbClr>
                    </a:gs>
                    <a:gs pos="35000">
                      <a:srgbClr val="C6EB00">
                        <a:alpha val="69804"/>
                      </a:srgbClr>
                    </a:gs>
                    <a:gs pos="60000">
                      <a:srgbClr val="C6EB00">
                        <a:alpha val="29804"/>
                      </a:srgbClr>
                    </a:gs>
                    <a:gs pos="90000">
                      <a:srgbClr val="C6EB00">
                        <a:alpha val="0"/>
                      </a:srgbClr>
                    </a:gs>
                  </a:gsLst>
                  <a:lin ang="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B695130A-F28F-2A4C-E6F6-27886BFC7067}"/>
                  </a:ext>
                </a:extLst>
              </p:cNvPr>
              <p:cNvSpPr/>
              <p:nvPr/>
            </p:nvSpPr>
            <p:spPr>
              <a:xfrm>
                <a:off x="8300084" y="0"/>
                <a:ext cx="2220595" cy="3496309"/>
              </a:xfrm>
              <a:custGeom>
                <a:avLst/>
                <a:gdLst>
                  <a:gd name="connsiteX0" fmla="*/ 2220596 w 2220595"/>
                  <a:gd name="connsiteY0" fmla="*/ 0 h 3496309"/>
                  <a:gd name="connsiteX1" fmla="*/ 0 w 2220595"/>
                  <a:gd name="connsiteY1" fmla="*/ 3496310 h 3496309"/>
                  <a:gd name="connsiteX2" fmla="*/ 1883093 w 2220595"/>
                  <a:gd name="connsiteY2" fmla="*/ 0 h 3496309"/>
                  <a:gd name="connsiteX3" fmla="*/ 2220596 w 222059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20595" h="3496309">
                    <a:moveTo>
                      <a:pt x="2220596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2220596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DBE114AE-29C9-448A-6626-1D17A2F5DDF4}"/>
                  </a:ext>
                </a:extLst>
              </p:cNvPr>
              <p:cNvSpPr/>
              <p:nvPr/>
            </p:nvSpPr>
            <p:spPr>
              <a:xfrm>
                <a:off x="8300084" y="0"/>
                <a:ext cx="1398587" cy="3496309"/>
              </a:xfrm>
              <a:custGeom>
                <a:avLst/>
                <a:gdLst>
                  <a:gd name="connsiteX0" fmla="*/ 1046163 w 1398587"/>
                  <a:gd name="connsiteY0" fmla="*/ 0 h 3496309"/>
                  <a:gd name="connsiteX1" fmla="*/ 0 w 1398587"/>
                  <a:gd name="connsiteY1" fmla="*/ 3496310 h 3496309"/>
                  <a:gd name="connsiteX2" fmla="*/ 1398588 w 1398587"/>
                  <a:gd name="connsiteY2" fmla="*/ 0 h 3496309"/>
                  <a:gd name="connsiteX3" fmla="*/ 1046163 w 1398587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8587" h="3496309">
                    <a:moveTo>
                      <a:pt x="1046163" y="0"/>
                    </a:moveTo>
                    <a:lnTo>
                      <a:pt x="0" y="3496310"/>
                    </a:lnTo>
                    <a:lnTo>
                      <a:pt x="1398588" y="0"/>
                    </a:lnTo>
                    <a:lnTo>
                      <a:pt x="1046163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8FBC2B82-C25D-6E8E-6D4C-0ACA4FF2955E}"/>
                  </a:ext>
                </a:extLst>
              </p:cNvPr>
              <p:cNvSpPr/>
              <p:nvPr/>
            </p:nvSpPr>
            <p:spPr>
              <a:xfrm>
                <a:off x="8300084" y="0"/>
                <a:ext cx="1046162" cy="3496309"/>
              </a:xfrm>
              <a:custGeom>
                <a:avLst/>
                <a:gdLst>
                  <a:gd name="connsiteX0" fmla="*/ 434658 w 1046162"/>
                  <a:gd name="connsiteY0" fmla="*/ 0 h 3496309"/>
                  <a:gd name="connsiteX1" fmla="*/ 0 w 1046162"/>
                  <a:gd name="connsiteY1" fmla="*/ 3496310 h 3496309"/>
                  <a:gd name="connsiteX2" fmla="*/ 1046163 w 1046162"/>
                  <a:gd name="connsiteY2" fmla="*/ 0 h 3496309"/>
                  <a:gd name="connsiteX3" fmla="*/ 434658 w 104616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162" h="3496309">
                    <a:moveTo>
                      <a:pt x="434658" y="0"/>
                    </a:moveTo>
                    <a:lnTo>
                      <a:pt x="0" y="3496310"/>
                    </a:lnTo>
                    <a:lnTo>
                      <a:pt x="1046163" y="0"/>
                    </a:lnTo>
                    <a:lnTo>
                      <a:pt x="434658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D6AC41A-4356-5348-377D-86E13FA649DC}"/>
                  </a:ext>
                </a:extLst>
              </p:cNvPr>
              <p:cNvSpPr/>
              <p:nvPr/>
            </p:nvSpPr>
            <p:spPr>
              <a:xfrm>
                <a:off x="8300084" y="0"/>
                <a:ext cx="1046162" cy="3496309"/>
              </a:xfrm>
              <a:custGeom>
                <a:avLst/>
                <a:gdLst>
                  <a:gd name="connsiteX0" fmla="*/ 434658 w 1046162"/>
                  <a:gd name="connsiteY0" fmla="*/ 0 h 3496309"/>
                  <a:gd name="connsiteX1" fmla="*/ 0 w 1046162"/>
                  <a:gd name="connsiteY1" fmla="*/ 3496310 h 3496309"/>
                  <a:gd name="connsiteX2" fmla="*/ 1046163 w 1046162"/>
                  <a:gd name="connsiteY2" fmla="*/ 0 h 3496309"/>
                  <a:gd name="connsiteX3" fmla="*/ 434658 w 104616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162" h="3496309">
                    <a:moveTo>
                      <a:pt x="434658" y="0"/>
                    </a:moveTo>
                    <a:lnTo>
                      <a:pt x="0" y="3496310"/>
                    </a:lnTo>
                    <a:lnTo>
                      <a:pt x="1046163" y="0"/>
                    </a:lnTo>
                    <a:lnTo>
                      <a:pt x="434658" y="0"/>
                    </a:lnTo>
                    <a:close/>
                  </a:path>
                </a:pathLst>
              </a:custGeom>
              <a:gradFill>
                <a:gsLst>
                  <a:gs pos="36000">
                    <a:srgbClr val="C6EB00"/>
                  </a:gs>
                  <a:gs pos="43000">
                    <a:srgbClr val="9EE545">
                      <a:alpha val="69804"/>
                    </a:srgbClr>
                  </a:gs>
                  <a:gs pos="100000">
                    <a:schemeClr val="accent1"/>
                  </a:gs>
                  <a:gs pos="53000">
                    <a:srgbClr val="4EDAD3">
                      <a:alpha val="0"/>
                    </a:srgbClr>
                  </a:gs>
                </a:gsLst>
                <a:lin ang="78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574816AE-4872-BB0E-96CB-267FC3E1853B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8C02FB2F-5C8D-C4A4-10CF-0E187E786895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solidFill>
                <a:srgbClr val="1F7AE3">
                  <a:alpha val="60000"/>
                </a:srgbClr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5AFB6568-4F88-7CF5-DBC6-AAFE600AFB0E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no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099B10D-5619-3007-F507-4EC592A34066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FD1B00BE-5046-28D6-CE08-9E1758EE00A2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FF44045-7D37-F463-3A26-C91F9A481AC8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gradFill>
                <a:gsLst>
                  <a:gs pos="0">
                    <a:srgbClr val="3ECAFB">
                      <a:alpha val="0"/>
                    </a:srgbClr>
                  </a:gs>
                  <a:gs pos="40000">
                    <a:srgbClr val="3CC7FA">
                      <a:alpha val="52000"/>
                    </a:srgbClr>
                  </a:gs>
                  <a:gs pos="54000">
                    <a:srgbClr val="0068DF"/>
                  </a:gs>
                </a:gsLst>
                <a:lin ang="240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3DE82C00-348A-85AC-6440-F75CFF93245E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no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807" name="Graphic 613">
                <a:extLst>
                  <a:ext uri="{FF2B5EF4-FFF2-40B4-BE49-F238E27FC236}">
                    <a16:creationId xmlns:a16="http://schemas.microsoft.com/office/drawing/2014/main" id="{C507D0A6-1C72-9B81-D04F-07A1EF82DCEE}"/>
                  </a:ext>
                </a:extLst>
              </p:cNvPr>
              <p:cNvGrpSpPr/>
              <p:nvPr/>
            </p:nvGrpSpPr>
            <p:grpSpPr>
              <a:xfrm>
                <a:off x="8300084" y="0"/>
                <a:ext cx="3891915" cy="3496309"/>
                <a:chOff x="8300084" y="0"/>
                <a:chExt cx="3891915" cy="3496309"/>
              </a:xfrm>
            </p:grpSpPr>
            <p:sp>
              <p:nvSpPr>
                <p:cNvPr id="815" name="Freeform: Shape 814">
                  <a:extLst>
                    <a:ext uri="{FF2B5EF4-FFF2-40B4-BE49-F238E27FC236}">
                      <a16:creationId xmlns:a16="http://schemas.microsoft.com/office/drawing/2014/main" id="{1DD2FE8D-6799-D71A-CA01-EC291DA393FA}"/>
                    </a:ext>
                  </a:extLst>
                </p:cNvPr>
                <p:cNvSpPr/>
                <p:nvPr/>
              </p:nvSpPr>
              <p:spPr>
                <a:xfrm>
                  <a:off x="8300084" y="0"/>
                  <a:ext cx="3891915" cy="3496309"/>
                </a:xfrm>
                <a:custGeom>
                  <a:avLst/>
                  <a:gdLst>
                    <a:gd name="connsiteX0" fmla="*/ 3891915 w 3891915"/>
                    <a:gd name="connsiteY0" fmla="*/ 683895 h 3496309"/>
                    <a:gd name="connsiteX1" fmla="*/ 0 w 3891915"/>
                    <a:gd name="connsiteY1" fmla="*/ 3496310 h 3496309"/>
                    <a:gd name="connsiteX2" fmla="*/ 3284855 w 3891915"/>
                    <a:gd name="connsiteY2" fmla="*/ 0 h 3496309"/>
                    <a:gd name="connsiteX3" fmla="*/ 3891915 w 3891915"/>
                    <a:gd name="connsiteY3" fmla="*/ 0 h 3496309"/>
                    <a:gd name="connsiteX4" fmla="*/ 3891915 w 3891915"/>
                    <a:gd name="connsiteY4" fmla="*/ 683895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91915" h="3496309">
                      <a:moveTo>
                        <a:pt x="3891915" y="683895"/>
                      </a:moveTo>
                      <a:lnTo>
                        <a:pt x="0" y="3496310"/>
                      </a:lnTo>
                      <a:lnTo>
                        <a:pt x="3284855" y="0"/>
                      </a:lnTo>
                      <a:lnTo>
                        <a:pt x="3891915" y="0"/>
                      </a:lnTo>
                      <a:lnTo>
                        <a:pt x="3891915" y="683895"/>
                      </a:lnTo>
                      <a:close/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6" name="Freeform: Shape 815">
                  <a:extLst>
                    <a:ext uri="{FF2B5EF4-FFF2-40B4-BE49-F238E27FC236}">
                      <a16:creationId xmlns:a16="http://schemas.microsoft.com/office/drawing/2014/main" id="{2BE8CBBA-3ABB-08CB-618D-7BAD90A67548}"/>
                    </a:ext>
                  </a:extLst>
                </p:cNvPr>
                <p:cNvSpPr/>
                <p:nvPr/>
              </p:nvSpPr>
              <p:spPr>
                <a:xfrm>
                  <a:off x="8300084" y="0"/>
                  <a:ext cx="3891915" cy="3496309"/>
                </a:xfrm>
                <a:custGeom>
                  <a:avLst/>
                  <a:gdLst>
                    <a:gd name="connsiteX0" fmla="*/ 3891915 w 3891915"/>
                    <a:gd name="connsiteY0" fmla="*/ 683895 h 3496309"/>
                    <a:gd name="connsiteX1" fmla="*/ 0 w 3891915"/>
                    <a:gd name="connsiteY1" fmla="*/ 3496310 h 3496309"/>
                    <a:gd name="connsiteX2" fmla="*/ 3284855 w 3891915"/>
                    <a:gd name="connsiteY2" fmla="*/ 0 h 3496309"/>
                    <a:gd name="connsiteX3" fmla="*/ 3891915 w 3891915"/>
                    <a:gd name="connsiteY3" fmla="*/ 0 h 3496309"/>
                    <a:gd name="connsiteX4" fmla="*/ 3891915 w 3891915"/>
                    <a:gd name="connsiteY4" fmla="*/ 683895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91915" h="3496309">
                      <a:moveTo>
                        <a:pt x="3891915" y="683895"/>
                      </a:moveTo>
                      <a:lnTo>
                        <a:pt x="0" y="3496310"/>
                      </a:lnTo>
                      <a:lnTo>
                        <a:pt x="3284855" y="0"/>
                      </a:lnTo>
                      <a:lnTo>
                        <a:pt x="3891915" y="0"/>
                      </a:lnTo>
                      <a:lnTo>
                        <a:pt x="3891915" y="683895"/>
                      </a:lnTo>
                      <a:close/>
                    </a:path>
                  </a:pathLst>
                </a:custGeom>
                <a:gradFill>
                  <a:gsLst>
                    <a:gs pos="46000">
                      <a:srgbClr val="0068DF"/>
                    </a:gs>
                    <a:gs pos="100000">
                      <a:srgbClr val="39C7F8"/>
                    </a:gs>
                    <a:gs pos="53000">
                      <a:srgbClr val="3ECAFB">
                        <a:alpha val="89804"/>
                      </a:srgbClr>
                    </a:gs>
                  </a:gsLst>
                  <a:lin ang="276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08" name="Graphic 613">
                <a:extLst>
                  <a:ext uri="{FF2B5EF4-FFF2-40B4-BE49-F238E27FC236}">
                    <a16:creationId xmlns:a16="http://schemas.microsoft.com/office/drawing/2014/main" id="{1F051D73-72BD-9C74-92C3-B3DBD7C1765E}"/>
                  </a:ext>
                </a:extLst>
              </p:cNvPr>
              <p:cNvGrpSpPr/>
              <p:nvPr/>
            </p:nvGrpSpPr>
            <p:grpSpPr>
              <a:xfrm>
                <a:off x="8300084" y="683894"/>
                <a:ext cx="3930650" cy="2812414"/>
                <a:chOff x="8300084" y="683894"/>
                <a:chExt cx="3930650" cy="2812414"/>
              </a:xfrm>
            </p:grpSpPr>
            <p:sp>
              <p:nvSpPr>
                <p:cNvPr id="813" name="Freeform: Shape 812">
                  <a:extLst>
                    <a:ext uri="{FF2B5EF4-FFF2-40B4-BE49-F238E27FC236}">
                      <a16:creationId xmlns:a16="http://schemas.microsoft.com/office/drawing/2014/main" id="{5C3FA0E3-5CB3-C626-2F49-C4138EB0FD47}"/>
                    </a:ext>
                  </a:extLst>
                </p:cNvPr>
                <p:cNvSpPr/>
                <p:nvPr/>
              </p:nvSpPr>
              <p:spPr>
                <a:xfrm>
                  <a:off x="8300084" y="683894"/>
                  <a:ext cx="3930650" cy="2812414"/>
                </a:xfrm>
                <a:custGeom>
                  <a:avLst/>
                  <a:gdLst>
                    <a:gd name="connsiteX0" fmla="*/ 3891915 w 3930650"/>
                    <a:gd name="connsiteY0" fmla="*/ 0 h 2812414"/>
                    <a:gd name="connsiteX1" fmla="*/ 0 w 3930650"/>
                    <a:gd name="connsiteY1" fmla="*/ 2812415 h 2812414"/>
                    <a:gd name="connsiteX2" fmla="*/ 3930650 w 3930650"/>
                    <a:gd name="connsiteY2" fmla="*/ 1133158 h 2812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30650" h="2812414">
                      <a:moveTo>
                        <a:pt x="3891915" y="0"/>
                      </a:moveTo>
                      <a:lnTo>
                        <a:pt x="0" y="2812415"/>
                      </a:lnTo>
                      <a:lnTo>
                        <a:pt x="3930650" y="1133158"/>
                      </a:lnTo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4" name="Freeform: Shape 813">
                  <a:extLst>
                    <a:ext uri="{FF2B5EF4-FFF2-40B4-BE49-F238E27FC236}">
                      <a16:creationId xmlns:a16="http://schemas.microsoft.com/office/drawing/2014/main" id="{4DCD25AA-C4D3-4092-17FA-5FB3F8D8027E}"/>
                    </a:ext>
                  </a:extLst>
                </p:cNvPr>
                <p:cNvSpPr/>
                <p:nvPr/>
              </p:nvSpPr>
              <p:spPr>
                <a:xfrm>
                  <a:off x="8300084" y="683894"/>
                  <a:ext cx="3930650" cy="2812414"/>
                </a:xfrm>
                <a:custGeom>
                  <a:avLst/>
                  <a:gdLst>
                    <a:gd name="connsiteX0" fmla="*/ 3891915 w 3930650"/>
                    <a:gd name="connsiteY0" fmla="*/ 0 h 2812414"/>
                    <a:gd name="connsiteX1" fmla="*/ 0 w 3930650"/>
                    <a:gd name="connsiteY1" fmla="*/ 2812415 h 2812414"/>
                    <a:gd name="connsiteX2" fmla="*/ 3930650 w 3930650"/>
                    <a:gd name="connsiteY2" fmla="*/ 1133158 h 2812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30650" h="2812414">
                      <a:moveTo>
                        <a:pt x="3891915" y="0"/>
                      </a:moveTo>
                      <a:lnTo>
                        <a:pt x="0" y="2812415"/>
                      </a:lnTo>
                      <a:lnTo>
                        <a:pt x="3930650" y="1133158"/>
                      </a:lnTo>
                    </a:path>
                  </a:pathLst>
                </a:custGeom>
                <a:gradFill>
                  <a:gsLst>
                    <a:gs pos="47000">
                      <a:srgbClr val="0068DF">
                        <a:alpha val="89804"/>
                      </a:srgbClr>
                    </a:gs>
                    <a:gs pos="34000">
                      <a:srgbClr val="0068DF">
                        <a:alpha val="89804"/>
                      </a:srgbClr>
                    </a:gs>
                    <a:gs pos="58000">
                      <a:srgbClr val="0EAFE0"/>
                    </a:gs>
                  </a:gsLst>
                  <a:lin ang="360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09" name="Graphic 613">
                <a:extLst>
                  <a:ext uri="{FF2B5EF4-FFF2-40B4-BE49-F238E27FC236}">
                    <a16:creationId xmlns:a16="http://schemas.microsoft.com/office/drawing/2014/main" id="{F86DF028-5FB0-942A-E7F2-8AA9C98D8144}"/>
                  </a:ext>
                </a:extLst>
              </p:cNvPr>
              <p:cNvGrpSpPr/>
              <p:nvPr/>
            </p:nvGrpSpPr>
            <p:grpSpPr>
              <a:xfrm>
                <a:off x="8300084" y="1817052"/>
                <a:ext cx="3930650" cy="1679257"/>
                <a:chOff x="8300084" y="1817052"/>
                <a:chExt cx="3930650" cy="1679257"/>
              </a:xfrm>
            </p:grpSpPr>
            <p:sp>
              <p:nvSpPr>
                <p:cNvPr id="811" name="Freeform: Shape 810">
                  <a:extLst>
                    <a:ext uri="{FF2B5EF4-FFF2-40B4-BE49-F238E27FC236}">
                      <a16:creationId xmlns:a16="http://schemas.microsoft.com/office/drawing/2014/main" id="{BC93CCD2-D0D8-C6EE-4B82-B5ADC35A6BFE}"/>
                    </a:ext>
                  </a:extLst>
                </p:cNvPr>
                <p:cNvSpPr/>
                <p:nvPr/>
              </p:nvSpPr>
              <p:spPr>
                <a:xfrm>
                  <a:off x="8300084" y="1817052"/>
                  <a:ext cx="3930650" cy="1679257"/>
                </a:xfrm>
                <a:custGeom>
                  <a:avLst/>
                  <a:gdLst>
                    <a:gd name="connsiteX0" fmla="*/ 3930650 w 3930650"/>
                    <a:gd name="connsiteY0" fmla="*/ 0 h 1679257"/>
                    <a:gd name="connsiteX1" fmla="*/ 0 w 3930650"/>
                    <a:gd name="connsiteY1" fmla="*/ 1679257 h 1679257"/>
                    <a:gd name="connsiteX2" fmla="*/ 3928746 w 3930650"/>
                    <a:gd name="connsiteY2" fmla="*/ 279400 h 1679257"/>
                    <a:gd name="connsiteX3" fmla="*/ 3930650 w 3930650"/>
                    <a:gd name="connsiteY3" fmla="*/ 0 h 1679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0650" h="1679257">
                      <a:moveTo>
                        <a:pt x="3930650" y="0"/>
                      </a:moveTo>
                      <a:lnTo>
                        <a:pt x="0" y="1679257"/>
                      </a:lnTo>
                      <a:lnTo>
                        <a:pt x="3928746" y="279400"/>
                      </a:lnTo>
                      <a:lnTo>
                        <a:pt x="3930650" y="0"/>
                      </a:lnTo>
                      <a:close/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2" name="Freeform: Shape 811">
                  <a:extLst>
                    <a:ext uri="{FF2B5EF4-FFF2-40B4-BE49-F238E27FC236}">
                      <a16:creationId xmlns:a16="http://schemas.microsoft.com/office/drawing/2014/main" id="{11412ACA-0D40-4A13-54E9-1FF967ECAE3B}"/>
                    </a:ext>
                  </a:extLst>
                </p:cNvPr>
                <p:cNvSpPr/>
                <p:nvPr/>
              </p:nvSpPr>
              <p:spPr>
                <a:xfrm>
                  <a:off x="8300084" y="1817052"/>
                  <a:ext cx="3930650" cy="1679257"/>
                </a:xfrm>
                <a:custGeom>
                  <a:avLst/>
                  <a:gdLst>
                    <a:gd name="connsiteX0" fmla="*/ 3930650 w 3930650"/>
                    <a:gd name="connsiteY0" fmla="*/ 0 h 1679257"/>
                    <a:gd name="connsiteX1" fmla="*/ 0 w 3930650"/>
                    <a:gd name="connsiteY1" fmla="*/ 1679257 h 1679257"/>
                    <a:gd name="connsiteX2" fmla="*/ 3928746 w 3930650"/>
                    <a:gd name="connsiteY2" fmla="*/ 279400 h 1679257"/>
                    <a:gd name="connsiteX3" fmla="*/ 3930650 w 3930650"/>
                    <a:gd name="connsiteY3" fmla="*/ 0 h 1679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0650" h="1679257">
                      <a:moveTo>
                        <a:pt x="3930650" y="0"/>
                      </a:moveTo>
                      <a:lnTo>
                        <a:pt x="0" y="1679257"/>
                      </a:lnTo>
                      <a:lnTo>
                        <a:pt x="3928746" y="279400"/>
                      </a:lnTo>
                      <a:lnTo>
                        <a:pt x="3930650" y="0"/>
                      </a:lnTo>
                      <a:close/>
                    </a:path>
                  </a:pathLst>
                </a:custGeom>
                <a:solidFill>
                  <a:srgbClr val="26BCED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810" name="Rectangle 809">
                <a:extLst>
                  <a:ext uri="{FF2B5EF4-FFF2-40B4-BE49-F238E27FC236}">
                    <a16:creationId xmlns:a16="http://schemas.microsoft.com/office/drawing/2014/main" id="{64620E3A-B676-25BB-B8B2-720BE7C665CF}"/>
                  </a:ext>
                </a:extLst>
              </p:cNvPr>
              <p:cNvSpPr/>
              <p:nvPr userDrawn="1"/>
            </p:nvSpPr>
            <p:spPr>
              <a:xfrm>
                <a:off x="12200310" y="0"/>
                <a:ext cx="92408" cy="6858000"/>
              </a:xfrm>
              <a:prstGeom prst="rect">
                <a:avLst/>
              </a:prstGeom>
              <a:solidFill>
                <a:srgbClr val="E9ED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008" bIns="64008" rtlCol="0" anchor="t"/>
              <a:lstStyle/>
              <a:p>
                <a:pPr algn="l"/>
                <a:endParaRPr lang="en-US">
                  <a:latin typeface="Poppins SemiBold" panose="00000700000000000000" pitchFamily="2" charset="0"/>
                  <a:cs typeface="Poppins SemiBold" panose="000007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27494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t in tou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6B2404B-61EC-F3F7-AAAA-6B9C2AF8CB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/>
        </p:nvSpPr>
        <p:spPr>
          <a:xfrm>
            <a:off x="1342652" y="5351951"/>
            <a:ext cx="1509927" cy="305544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 b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4BD66F51-07B2-8F1A-36BF-9A36550A0381}"/>
              </a:ext>
            </a:extLst>
          </p:cNvPr>
          <p:cNvSpPr txBox="1">
            <a:spLocks/>
          </p:cNvSpPr>
          <p:nvPr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sp>
        <p:nvSpPr>
          <p:cNvPr id="14" name="Title 6">
            <a:extLst>
              <a:ext uri="{FF2B5EF4-FFF2-40B4-BE49-F238E27FC236}">
                <a16:creationId xmlns:a16="http://schemas.microsoft.com/office/drawing/2014/main" id="{AD22C40A-025C-3A65-C23E-81F44AD3D9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2650" y="2122688"/>
            <a:ext cx="5122863" cy="1593836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4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Get in touch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3AF13F-9AC9-D9C7-4132-82EBF52AEA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42650" y="4184148"/>
            <a:ext cx="5122863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200" b="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First name, 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507C134-47D6-3A51-C496-34B2B2CFCF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42650" y="4685635"/>
            <a:ext cx="5122863" cy="53182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400" b="0">
                <a:solidFill>
                  <a:schemeClr val="tx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email@nxp.com</a:t>
            </a:r>
          </a:p>
          <a:p>
            <a:pPr lvl="0"/>
            <a:r>
              <a:rPr lang="en-US"/>
              <a:t>+00 000 000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5EC22B7-AC50-3533-ED12-C2CA0A67E113}"/>
              </a:ext>
            </a:extLst>
          </p:cNvPr>
          <p:cNvGrpSpPr/>
          <p:nvPr/>
        </p:nvGrpSpPr>
        <p:grpSpPr>
          <a:xfrm>
            <a:off x="532238" y="532263"/>
            <a:ext cx="1522954" cy="515204"/>
            <a:chOff x="532238" y="532263"/>
            <a:chExt cx="1522954" cy="51520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F54202B-6604-81FD-EFD4-BD64CAFE0D1D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BFDC21-8E21-AA5D-658E-54E8B310028F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9209123-D416-9ED3-EDB4-22B8716724A4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</p:grpSp>
      <p:grpSp>
        <p:nvGrpSpPr>
          <p:cNvPr id="542" name="Group 541">
            <a:extLst>
              <a:ext uri="{FF2B5EF4-FFF2-40B4-BE49-F238E27FC236}">
                <a16:creationId xmlns:a16="http://schemas.microsoft.com/office/drawing/2014/main" id="{6A53357D-FBFD-3576-4D82-C43A46D6F22E}"/>
              </a:ext>
            </a:extLst>
          </p:cNvPr>
          <p:cNvGrpSpPr/>
          <p:nvPr/>
        </p:nvGrpSpPr>
        <p:grpSpPr>
          <a:xfrm>
            <a:off x="6473825" y="1"/>
            <a:ext cx="5818893" cy="6866964"/>
            <a:chOff x="6473825" y="1"/>
            <a:chExt cx="5818893" cy="6866964"/>
          </a:xfrm>
        </p:grpSpPr>
        <p:sp>
          <p:nvSpPr>
            <p:cNvPr id="543" name="Rectangle 261">
              <a:extLst>
                <a:ext uri="{FF2B5EF4-FFF2-40B4-BE49-F238E27FC236}">
                  <a16:creationId xmlns:a16="http://schemas.microsoft.com/office/drawing/2014/main" id="{B26EC4DC-8AD7-D9F6-2780-F2AE60E035FE}"/>
                </a:ext>
              </a:extLst>
            </p:cNvPr>
            <p:cNvSpPr/>
            <p:nvPr userDrawn="1"/>
          </p:nvSpPr>
          <p:spPr>
            <a:xfrm>
              <a:off x="8319247" y="1"/>
              <a:ext cx="2498165" cy="3446946"/>
            </a:xfrm>
            <a:custGeom>
              <a:avLst/>
              <a:gdLst>
                <a:gd name="connsiteX0" fmla="*/ 0 w 723153"/>
                <a:gd name="connsiteY0" fmla="*/ 0 h 328706"/>
                <a:gd name="connsiteX1" fmla="*/ 723153 w 723153"/>
                <a:gd name="connsiteY1" fmla="*/ 0 h 328706"/>
                <a:gd name="connsiteX2" fmla="*/ 723153 w 723153"/>
                <a:gd name="connsiteY2" fmla="*/ 328706 h 328706"/>
                <a:gd name="connsiteX3" fmla="*/ 0 w 723153"/>
                <a:gd name="connsiteY3" fmla="*/ 328706 h 328706"/>
                <a:gd name="connsiteX4" fmla="*/ 0 w 723153"/>
                <a:gd name="connsiteY4" fmla="*/ 0 h 328706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2498165 w 2498165"/>
                <a:gd name="connsiteY2" fmla="*/ 328706 h 3442447"/>
                <a:gd name="connsiteX3" fmla="*/ 0 w 2498165"/>
                <a:gd name="connsiteY3" fmla="*/ 3442447 h 3442447"/>
                <a:gd name="connsiteX4" fmla="*/ 1775012 w 2498165"/>
                <a:gd name="connsiteY4" fmla="*/ 0 h 3442447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0 w 2498165"/>
                <a:gd name="connsiteY2" fmla="*/ 3442447 h 3442447"/>
                <a:gd name="connsiteX3" fmla="*/ 1775012 w 2498165"/>
                <a:gd name="connsiteY3" fmla="*/ 0 h 344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8165" h="3442447">
                  <a:moveTo>
                    <a:pt x="1775012" y="0"/>
                  </a:moveTo>
                  <a:lnTo>
                    <a:pt x="2498165" y="0"/>
                  </a:lnTo>
                  <a:lnTo>
                    <a:pt x="0" y="3442447"/>
                  </a:lnTo>
                  <a:lnTo>
                    <a:pt x="1775012" y="0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4" name="Rectangle 260">
              <a:extLst>
                <a:ext uri="{FF2B5EF4-FFF2-40B4-BE49-F238E27FC236}">
                  <a16:creationId xmlns:a16="http://schemas.microsoft.com/office/drawing/2014/main" id="{DDF80EDE-CC24-05E3-6B51-3E37E4FDEE86}"/>
                </a:ext>
              </a:extLst>
            </p:cNvPr>
            <p:cNvSpPr/>
            <p:nvPr userDrawn="1"/>
          </p:nvSpPr>
          <p:spPr>
            <a:xfrm>
              <a:off x="7129929" y="1"/>
              <a:ext cx="1176282" cy="3464900"/>
            </a:xfrm>
            <a:custGeom>
              <a:avLst/>
              <a:gdLst>
                <a:gd name="connsiteX0" fmla="*/ 0 w 644376"/>
                <a:gd name="connsiteY0" fmla="*/ 0 h 1392518"/>
                <a:gd name="connsiteX1" fmla="*/ 644376 w 644376"/>
                <a:gd name="connsiteY1" fmla="*/ 0 h 1392518"/>
                <a:gd name="connsiteX2" fmla="*/ 644376 w 644376"/>
                <a:gd name="connsiteY2" fmla="*/ 1392518 h 1392518"/>
                <a:gd name="connsiteX3" fmla="*/ 0 w 644376"/>
                <a:gd name="connsiteY3" fmla="*/ 1392518 h 1392518"/>
                <a:gd name="connsiteX4" fmla="*/ 0 w 644376"/>
                <a:gd name="connsiteY4" fmla="*/ 0 h 1392518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1392518 h 3460377"/>
                <a:gd name="connsiteX4" fmla="*/ 0 w 1176282"/>
                <a:gd name="connsiteY4" fmla="*/ 0 h 3460377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0 h 346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6282" h="3460377">
                  <a:moveTo>
                    <a:pt x="0" y="0"/>
                  </a:moveTo>
                  <a:lnTo>
                    <a:pt x="644376" y="0"/>
                  </a:lnTo>
                  <a:lnTo>
                    <a:pt x="1176282" y="3460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5" name="Rectangle 259">
              <a:extLst>
                <a:ext uri="{FF2B5EF4-FFF2-40B4-BE49-F238E27FC236}">
                  <a16:creationId xmlns:a16="http://schemas.microsoft.com/office/drawing/2014/main" id="{55A4D127-B57F-7E40-EE1F-DFC12FC49113}"/>
                </a:ext>
              </a:extLst>
            </p:cNvPr>
            <p:cNvSpPr/>
            <p:nvPr userDrawn="1"/>
          </p:nvSpPr>
          <p:spPr>
            <a:xfrm>
              <a:off x="8331201" y="3535753"/>
              <a:ext cx="3762468" cy="3331212"/>
            </a:xfrm>
            <a:custGeom>
              <a:avLst/>
              <a:gdLst>
                <a:gd name="connsiteX0" fmla="*/ 0 w 792163"/>
                <a:gd name="connsiteY0" fmla="*/ 0 h 786864"/>
                <a:gd name="connsiteX1" fmla="*/ 792163 w 792163"/>
                <a:gd name="connsiteY1" fmla="*/ 0 h 786864"/>
                <a:gd name="connsiteX2" fmla="*/ 792163 w 792163"/>
                <a:gd name="connsiteY2" fmla="*/ 786864 h 786864"/>
                <a:gd name="connsiteX3" fmla="*/ 0 w 792163"/>
                <a:gd name="connsiteY3" fmla="*/ 786864 h 786864"/>
                <a:gd name="connsiteX4" fmla="*/ 0 w 792163"/>
                <a:gd name="connsiteY4" fmla="*/ 0 h 786864"/>
                <a:gd name="connsiteX0" fmla="*/ 0 w 3762468"/>
                <a:gd name="connsiteY0" fmla="*/ 0 h 3326864"/>
                <a:gd name="connsiteX1" fmla="*/ 3762468 w 3762468"/>
                <a:gd name="connsiteY1" fmla="*/ 2540000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  <a:gd name="connsiteX0" fmla="*/ 0 w 3762468"/>
                <a:gd name="connsiteY0" fmla="*/ 0 h 3326864"/>
                <a:gd name="connsiteX1" fmla="*/ 3744539 w 3762468"/>
                <a:gd name="connsiteY1" fmla="*/ 3036047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2468" h="3326864">
                  <a:moveTo>
                    <a:pt x="0" y="0"/>
                  </a:moveTo>
                  <a:lnTo>
                    <a:pt x="3744539" y="3036047"/>
                  </a:lnTo>
                  <a:lnTo>
                    <a:pt x="3762468" y="3326864"/>
                  </a:lnTo>
                  <a:lnTo>
                    <a:pt x="2970305" y="3326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6FA44955-B0B9-6561-885D-7FAC1CB018FE}"/>
                </a:ext>
              </a:extLst>
            </p:cNvPr>
            <p:cNvSpPr/>
            <p:nvPr userDrawn="1"/>
          </p:nvSpPr>
          <p:spPr>
            <a:xfrm>
              <a:off x="8189844" y="3527033"/>
              <a:ext cx="747423" cy="3339931"/>
            </a:xfrm>
            <a:custGeom>
              <a:avLst/>
              <a:gdLst>
                <a:gd name="connsiteX0" fmla="*/ 115294 w 747423"/>
                <a:gd name="connsiteY0" fmla="*/ 0 h 3319669"/>
                <a:gd name="connsiteX1" fmla="*/ 0 w 747423"/>
                <a:gd name="connsiteY1" fmla="*/ 3319669 h 3319669"/>
                <a:gd name="connsiteX2" fmla="*/ 747423 w 747423"/>
                <a:gd name="connsiteY2" fmla="*/ 3319669 h 3319669"/>
                <a:gd name="connsiteX3" fmla="*/ 115294 w 747423"/>
                <a:gd name="connsiteY3" fmla="*/ 0 h 331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423" h="3319669">
                  <a:moveTo>
                    <a:pt x="115294" y="0"/>
                  </a:moveTo>
                  <a:lnTo>
                    <a:pt x="0" y="3319669"/>
                  </a:lnTo>
                  <a:lnTo>
                    <a:pt x="747423" y="3319669"/>
                  </a:lnTo>
                  <a:lnTo>
                    <a:pt x="115294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7" name="Isosceles Triangle 724">
              <a:extLst>
                <a:ext uri="{FF2B5EF4-FFF2-40B4-BE49-F238E27FC236}">
                  <a16:creationId xmlns:a16="http://schemas.microsoft.com/office/drawing/2014/main" id="{72F55682-DBB6-D123-D1F7-14B8CF7BEE83}"/>
                </a:ext>
              </a:extLst>
            </p:cNvPr>
            <p:cNvSpPr/>
            <p:nvPr userDrawn="1"/>
          </p:nvSpPr>
          <p:spPr>
            <a:xfrm>
              <a:off x="8300084" y="3532015"/>
              <a:ext cx="126740" cy="3334947"/>
            </a:xfrm>
            <a:custGeom>
              <a:avLst/>
              <a:gdLst>
                <a:gd name="connsiteX0" fmla="*/ 0 w 126740"/>
                <a:gd name="connsiteY0" fmla="*/ 3361690 h 3361690"/>
                <a:gd name="connsiteX1" fmla="*/ 63370 w 126740"/>
                <a:gd name="connsiteY1" fmla="*/ 0 h 3361690"/>
                <a:gd name="connsiteX2" fmla="*/ 126740 w 126740"/>
                <a:gd name="connsiteY2" fmla="*/ 3361690 h 3361690"/>
                <a:gd name="connsiteX3" fmla="*/ 0 w 126740"/>
                <a:gd name="connsiteY3" fmla="*/ 3361690 h 3361690"/>
                <a:gd name="connsiteX0" fmla="*/ 0 w 126740"/>
                <a:gd name="connsiteY0" fmla="*/ 3325831 h 3325831"/>
                <a:gd name="connsiteX1" fmla="*/ 27511 w 126740"/>
                <a:gd name="connsiteY1" fmla="*/ 0 h 3325831"/>
                <a:gd name="connsiteX2" fmla="*/ 126740 w 126740"/>
                <a:gd name="connsiteY2" fmla="*/ 3325831 h 3325831"/>
                <a:gd name="connsiteX3" fmla="*/ 0 w 126740"/>
                <a:gd name="connsiteY3" fmla="*/ 3325831 h 3325831"/>
                <a:gd name="connsiteX0" fmla="*/ 0 w 126740"/>
                <a:gd name="connsiteY0" fmla="*/ 3330594 h 3330594"/>
                <a:gd name="connsiteX1" fmla="*/ 1318 w 126740"/>
                <a:gd name="connsiteY1" fmla="*/ 0 h 3330594"/>
                <a:gd name="connsiteX2" fmla="*/ 126740 w 126740"/>
                <a:gd name="connsiteY2" fmla="*/ 3330594 h 3330594"/>
                <a:gd name="connsiteX3" fmla="*/ 0 w 126740"/>
                <a:gd name="connsiteY3" fmla="*/ 3330594 h 333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740" h="3330594">
                  <a:moveTo>
                    <a:pt x="0" y="3330594"/>
                  </a:moveTo>
                  <a:cubicBezTo>
                    <a:pt x="439" y="2220396"/>
                    <a:pt x="879" y="1110198"/>
                    <a:pt x="1318" y="0"/>
                  </a:cubicBezTo>
                  <a:lnTo>
                    <a:pt x="126740" y="3330594"/>
                  </a:lnTo>
                  <a:lnTo>
                    <a:pt x="0" y="3330594"/>
                  </a:lnTo>
                  <a:close/>
                </a:path>
              </a:pathLst>
            </a:custGeom>
            <a:solidFill>
              <a:srgbClr val="F8AC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8" name="Isosceles Triangle 721">
              <a:extLst>
                <a:ext uri="{FF2B5EF4-FFF2-40B4-BE49-F238E27FC236}">
                  <a16:creationId xmlns:a16="http://schemas.microsoft.com/office/drawing/2014/main" id="{5AF07073-E310-EB88-3C43-97465922C8EA}"/>
                </a:ext>
              </a:extLst>
            </p:cNvPr>
            <p:cNvSpPr/>
            <p:nvPr userDrawn="1"/>
          </p:nvSpPr>
          <p:spPr>
            <a:xfrm rot="10800000">
              <a:off x="8326958" y="2"/>
              <a:ext cx="1112912" cy="3452931"/>
            </a:xfrm>
            <a:custGeom>
              <a:avLst/>
              <a:gdLst>
                <a:gd name="connsiteX0" fmla="*/ 0 w 659990"/>
                <a:gd name="connsiteY0" fmla="*/ 2946400 h 2946400"/>
                <a:gd name="connsiteX1" fmla="*/ 329995 w 659990"/>
                <a:gd name="connsiteY1" fmla="*/ 0 h 2946400"/>
                <a:gd name="connsiteX2" fmla="*/ 659990 w 659990"/>
                <a:gd name="connsiteY2" fmla="*/ 2946400 h 2946400"/>
                <a:gd name="connsiteX3" fmla="*/ 0 w 659990"/>
                <a:gd name="connsiteY3" fmla="*/ 2946400 h 2946400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659990 w 682606"/>
                <a:gd name="connsiteY2" fmla="*/ 3442447 h 3442447"/>
                <a:gd name="connsiteX3" fmla="*/ 0 w 682606"/>
                <a:gd name="connsiteY3" fmla="*/ 3442447 h 3442447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361166 w 682606"/>
                <a:gd name="connsiteY2" fmla="*/ 3442447 h 3442447"/>
                <a:gd name="connsiteX3" fmla="*/ 0 w 682606"/>
                <a:gd name="connsiteY3" fmla="*/ 3442447 h 3442447"/>
                <a:gd name="connsiteX0" fmla="*/ 0 w 1112912"/>
                <a:gd name="connsiteY0" fmla="*/ 3448424 h 3448424"/>
                <a:gd name="connsiteX1" fmla="*/ 1112912 w 1112912"/>
                <a:gd name="connsiteY1" fmla="*/ 0 h 3448424"/>
                <a:gd name="connsiteX2" fmla="*/ 361166 w 1112912"/>
                <a:gd name="connsiteY2" fmla="*/ 3448424 h 3448424"/>
                <a:gd name="connsiteX3" fmla="*/ 0 w 1112912"/>
                <a:gd name="connsiteY3" fmla="*/ 3448424 h 344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2912" h="3448424">
                  <a:moveTo>
                    <a:pt x="0" y="3448424"/>
                  </a:moveTo>
                  <a:lnTo>
                    <a:pt x="1112912" y="0"/>
                  </a:lnTo>
                  <a:lnTo>
                    <a:pt x="361166" y="3448424"/>
                  </a:lnTo>
                  <a:lnTo>
                    <a:pt x="0" y="3448424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09F4899F-5F33-7774-3B76-4F39365788C0}"/>
                </a:ext>
              </a:extLst>
            </p:cNvPr>
            <p:cNvGrpSpPr/>
            <p:nvPr userDrawn="1"/>
          </p:nvGrpSpPr>
          <p:grpSpPr>
            <a:xfrm>
              <a:off x="6473825" y="1"/>
              <a:ext cx="5818893" cy="6866963"/>
              <a:chOff x="6473825" y="0"/>
              <a:chExt cx="5818893" cy="6858000"/>
            </a:xfrm>
          </p:grpSpPr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0EE07984-9ADC-71CB-D91E-B039EF784B0C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1438592" cy="3361690"/>
              </a:xfrm>
              <a:custGeom>
                <a:avLst/>
                <a:gdLst>
                  <a:gd name="connsiteX0" fmla="*/ 1438593 w 1438592"/>
                  <a:gd name="connsiteY0" fmla="*/ 3361690 h 3361690"/>
                  <a:gd name="connsiteX1" fmla="*/ 0 w 1438592"/>
                  <a:gd name="connsiteY1" fmla="*/ 0 h 3361690"/>
                  <a:gd name="connsiteX2" fmla="*/ 530543 w 1438592"/>
                  <a:gd name="connsiteY2" fmla="*/ 3361690 h 3361690"/>
                  <a:gd name="connsiteX3" fmla="*/ 1438593 w 143859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8592" h="3361690">
                    <a:moveTo>
                      <a:pt x="1438593" y="3361690"/>
                    </a:moveTo>
                    <a:lnTo>
                      <a:pt x="0" y="0"/>
                    </a:lnTo>
                    <a:lnTo>
                      <a:pt x="530543" y="3361690"/>
                    </a:lnTo>
                    <a:lnTo>
                      <a:pt x="1438593" y="3361690"/>
                    </a:lnTo>
                    <a:close/>
                  </a:path>
                </a:pathLst>
              </a:custGeom>
              <a:solidFill>
                <a:srgbClr val="FF9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62F70EBA-43A4-43E0-B698-C8CD3A6B6E7C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2147570" cy="3361690"/>
              </a:xfrm>
              <a:custGeom>
                <a:avLst/>
                <a:gdLst>
                  <a:gd name="connsiteX0" fmla="*/ 2147571 w 2147570"/>
                  <a:gd name="connsiteY0" fmla="*/ 3361690 h 3361690"/>
                  <a:gd name="connsiteX1" fmla="*/ 0 w 2147570"/>
                  <a:gd name="connsiteY1" fmla="*/ 0 h 3361690"/>
                  <a:gd name="connsiteX2" fmla="*/ 1438593 w 2147570"/>
                  <a:gd name="connsiteY2" fmla="*/ 3361690 h 3361690"/>
                  <a:gd name="connsiteX3" fmla="*/ 2147571 w 2147570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7570" h="3361690">
                    <a:moveTo>
                      <a:pt x="2147571" y="3361690"/>
                    </a:moveTo>
                    <a:lnTo>
                      <a:pt x="0" y="0"/>
                    </a:lnTo>
                    <a:lnTo>
                      <a:pt x="1438593" y="3361690"/>
                    </a:lnTo>
                    <a:lnTo>
                      <a:pt x="2147571" y="3361690"/>
                    </a:lnTo>
                    <a:close/>
                  </a:path>
                </a:pathLst>
              </a:custGeom>
              <a:solidFill>
                <a:srgbClr val="FFDD1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12BBE7EB-1A2D-94D4-69C9-2959A1FA99F2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530542" cy="3361690"/>
              </a:xfrm>
              <a:custGeom>
                <a:avLst/>
                <a:gdLst>
                  <a:gd name="connsiteX0" fmla="*/ 530543 w 530542"/>
                  <a:gd name="connsiteY0" fmla="*/ 3361690 h 3361690"/>
                  <a:gd name="connsiteX1" fmla="*/ 0 w 530542"/>
                  <a:gd name="connsiteY1" fmla="*/ 0 h 3361690"/>
                  <a:gd name="connsiteX2" fmla="*/ 240983 w 530542"/>
                  <a:gd name="connsiteY2" fmla="*/ 3361690 h 3361690"/>
                  <a:gd name="connsiteX3" fmla="*/ 530543 w 53054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542" h="3361690">
                    <a:moveTo>
                      <a:pt x="530543" y="3361690"/>
                    </a:moveTo>
                    <a:lnTo>
                      <a:pt x="0" y="0"/>
                    </a:lnTo>
                    <a:lnTo>
                      <a:pt x="240983" y="3361690"/>
                    </a:lnTo>
                    <a:lnTo>
                      <a:pt x="530543" y="3361690"/>
                    </a:lnTo>
                    <a:close/>
                  </a:path>
                </a:pathLst>
              </a:custGeom>
              <a:solidFill>
                <a:srgbClr val="FFB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289BA457-E500-D870-9DD0-DC56A9775A15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240982" cy="3361690"/>
              </a:xfrm>
              <a:custGeom>
                <a:avLst/>
                <a:gdLst>
                  <a:gd name="connsiteX0" fmla="*/ 240983 w 240982"/>
                  <a:gd name="connsiteY0" fmla="*/ 3361690 h 3361690"/>
                  <a:gd name="connsiteX1" fmla="*/ 0 w 240982"/>
                  <a:gd name="connsiteY1" fmla="*/ 0 h 3361690"/>
                  <a:gd name="connsiteX2" fmla="*/ 58420 w 240982"/>
                  <a:gd name="connsiteY2" fmla="*/ 3361690 h 3361690"/>
                  <a:gd name="connsiteX3" fmla="*/ 240983 w 24098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0982" h="3361690">
                    <a:moveTo>
                      <a:pt x="240983" y="3361690"/>
                    </a:moveTo>
                    <a:lnTo>
                      <a:pt x="0" y="0"/>
                    </a:lnTo>
                    <a:lnTo>
                      <a:pt x="58420" y="3361690"/>
                    </a:lnTo>
                    <a:lnTo>
                      <a:pt x="240983" y="3361690"/>
                    </a:lnTo>
                    <a:close/>
                  </a:path>
                </a:pathLst>
              </a:custGeom>
              <a:solidFill>
                <a:srgbClr val="FF91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6FF0E3EE-7DBC-057D-8F9B-2F9805BE146C}"/>
                  </a:ext>
                </a:extLst>
              </p:cNvPr>
              <p:cNvSpPr/>
              <p:nvPr/>
            </p:nvSpPr>
            <p:spPr>
              <a:xfrm>
                <a:off x="7504747" y="3496309"/>
                <a:ext cx="853757" cy="3361690"/>
              </a:xfrm>
              <a:custGeom>
                <a:avLst/>
                <a:gdLst>
                  <a:gd name="connsiteX0" fmla="*/ 853758 w 853757"/>
                  <a:gd name="connsiteY0" fmla="*/ 3361690 h 3361690"/>
                  <a:gd name="connsiteX1" fmla="*/ 795338 w 853757"/>
                  <a:gd name="connsiteY1" fmla="*/ 0 h 3361690"/>
                  <a:gd name="connsiteX2" fmla="*/ 0 w 853757"/>
                  <a:gd name="connsiteY2" fmla="*/ 3361690 h 3361690"/>
                  <a:gd name="connsiteX3" fmla="*/ 853758 w 853757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53757" h="3361690">
                    <a:moveTo>
                      <a:pt x="853758" y="3361690"/>
                    </a:moveTo>
                    <a:lnTo>
                      <a:pt x="795338" y="0"/>
                    </a:lnTo>
                    <a:lnTo>
                      <a:pt x="0" y="3361690"/>
                    </a:lnTo>
                    <a:lnTo>
                      <a:pt x="853758" y="3361690"/>
                    </a:lnTo>
                    <a:close/>
                  </a:path>
                </a:pathLst>
              </a:custGeom>
              <a:gradFill>
                <a:gsLst>
                  <a:gs pos="0">
                    <a:srgbClr val="FF7400">
                      <a:alpha val="89804"/>
                    </a:srgbClr>
                  </a:gs>
                  <a:gs pos="20000">
                    <a:srgbClr val="FD7F04">
                      <a:alpha val="89804"/>
                    </a:srgbClr>
                  </a:gs>
                  <a:gs pos="70000">
                    <a:srgbClr val="F99E0F"/>
                  </a:gs>
                  <a:gs pos="100000">
                    <a:srgbClr val="F7B518"/>
                  </a:gs>
                </a:gsLst>
                <a:lin ang="0" scaled="1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C0D4900B-AB30-6342-0B9F-803B896C8A3B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3891915" cy="3361690"/>
              </a:xfrm>
              <a:custGeom>
                <a:avLst/>
                <a:gdLst>
                  <a:gd name="connsiteX0" fmla="*/ 3891915 w 3891915"/>
                  <a:gd name="connsiteY0" fmla="*/ 3361690 h 3361690"/>
                  <a:gd name="connsiteX1" fmla="*/ 3306763 w 3891915"/>
                  <a:gd name="connsiteY1" fmla="*/ 3361690 h 3361690"/>
                  <a:gd name="connsiteX2" fmla="*/ 0 w 3891915"/>
                  <a:gd name="connsiteY2" fmla="*/ 0 h 3361690"/>
                  <a:gd name="connsiteX3" fmla="*/ 3891915 w 3891915"/>
                  <a:gd name="connsiteY3" fmla="*/ 2713990 h 3361690"/>
                  <a:gd name="connsiteX4" fmla="*/ 3891915 w 3891915"/>
                  <a:gd name="connsiteY4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15" h="3361690">
                    <a:moveTo>
                      <a:pt x="3891915" y="3361690"/>
                    </a:moveTo>
                    <a:lnTo>
                      <a:pt x="3306763" y="3361690"/>
                    </a:lnTo>
                    <a:lnTo>
                      <a:pt x="0" y="0"/>
                    </a:lnTo>
                    <a:lnTo>
                      <a:pt x="3891915" y="2713990"/>
                    </a:lnTo>
                    <a:lnTo>
                      <a:pt x="3891915" y="3361690"/>
                    </a:lnTo>
                    <a:close/>
                  </a:path>
                </a:pathLst>
              </a:custGeom>
              <a:solidFill>
                <a:srgbClr val="FF9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73A586D3-FF0C-2472-C777-A07221EFCE10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3306762" cy="3361690"/>
              </a:xfrm>
              <a:custGeom>
                <a:avLst/>
                <a:gdLst>
                  <a:gd name="connsiteX0" fmla="*/ 3306763 w 3306762"/>
                  <a:gd name="connsiteY0" fmla="*/ 3361690 h 3361690"/>
                  <a:gd name="connsiteX1" fmla="*/ 3012440 w 3306762"/>
                  <a:gd name="connsiteY1" fmla="*/ 3361690 h 3361690"/>
                  <a:gd name="connsiteX2" fmla="*/ 0 w 3306762"/>
                  <a:gd name="connsiteY2" fmla="*/ 0 h 3361690"/>
                  <a:gd name="connsiteX3" fmla="*/ 3306763 w 330676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06762" h="3361690">
                    <a:moveTo>
                      <a:pt x="3306763" y="3361690"/>
                    </a:moveTo>
                    <a:lnTo>
                      <a:pt x="3012440" y="3361690"/>
                    </a:lnTo>
                    <a:lnTo>
                      <a:pt x="0" y="0"/>
                    </a:lnTo>
                    <a:lnTo>
                      <a:pt x="3306763" y="3361690"/>
                    </a:lnTo>
                    <a:close/>
                  </a:path>
                </a:pathLst>
              </a:custGeom>
              <a:solidFill>
                <a:srgbClr val="FF8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D6773414-47F2-DABD-61D5-E6ED06DD05D9}"/>
                  </a:ext>
                </a:extLst>
              </p:cNvPr>
              <p:cNvSpPr/>
              <p:nvPr/>
            </p:nvSpPr>
            <p:spPr>
              <a:xfrm>
                <a:off x="7310119" y="0"/>
                <a:ext cx="989965" cy="3496309"/>
              </a:xfrm>
              <a:custGeom>
                <a:avLst/>
                <a:gdLst>
                  <a:gd name="connsiteX0" fmla="*/ 0 w 989965"/>
                  <a:gd name="connsiteY0" fmla="*/ 0 h 3496309"/>
                  <a:gd name="connsiteX1" fmla="*/ 989965 w 989965"/>
                  <a:gd name="connsiteY1" fmla="*/ 3496310 h 3496309"/>
                  <a:gd name="connsiteX2" fmla="*/ 464186 w 989965"/>
                  <a:gd name="connsiteY2" fmla="*/ 0 h 3496309"/>
                  <a:gd name="connsiteX3" fmla="*/ 0 w 98996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9965" h="3496309">
                    <a:moveTo>
                      <a:pt x="0" y="0"/>
                    </a:moveTo>
                    <a:lnTo>
                      <a:pt x="989965" y="3496310"/>
                    </a:lnTo>
                    <a:lnTo>
                      <a:pt x="46418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9C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558" name="Graphic 613">
                <a:extLst>
                  <a:ext uri="{FF2B5EF4-FFF2-40B4-BE49-F238E27FC236}">
                    <a16:creationId xmlns:a16="http://schemas.microsoft.com/office/drawing/2014/main" id="{376AE789-A4A9-C82A-FF1B-28206395134E}"/>
                  </a:ext>
                </a:extLst>
              </p:cNvPr>
              <p:cNvGrpSpPr/>
              <p:nvPr/>
            </p:nvGrpSpPr>
            <p:grpSpPr>
              <a:xfrm>
                <a:off x="6473825" y="0"/>
                <a:ext cx="1826259" cy="3496309"/>
                <a:chOff x="6473825" y="0"/>
                <a:chExt cx="1826259" cy="3496309"/>
              </a:xfrm>
            </p:grpSpPr>
            <p:sp>
              <p:nvSpPr>
                <p:cNvPr id="586" name="Freeform: Shape 585">
                  <a:extLst>
                    <a:ext uri="{FF2B5EF4-FFF2-40B4-BE49-F238E27FC236}">
                      <a16:creationId xmlns:a16="http://schemas.microsoft.com/office/drawing/2014/main" id="{EEBD9E5A-599F-B6EC-311B-4DEA4B23AE73}"/>
                    </a:ext>
                  </a:extLst>
                </p:cNvPr>
                <p:cNvSpPr/>
                <p:nvPr/>
              </p:nvSpPr>
              <p:spPr>
                <a:xfrm>
                  <a:off x="6473825" y="0"/>
                  <a:ext cx="1826259" cy="3496309"/>
                </a:xfrm>
                <a:custGeom>
                  <a:avLst/>
                  <a:gdLst>
                    <a:gd name="connsiteX0" fmla="*/ 0 w 1826259"/>
                    <a:gd name="connsiteY0" fmla="*/ 0 h 3496309"/>
                    <a:gd name="connsiteX1" fmla="*/ 1826260 w 1826259"/>
                    <a:gd name="connsiteY1" fmla="*/ 3496310 h 3496309"/>
                    <a:gd name="connsiteX2" fmla="*/ 180340 w 1826259"/>
                    <a:gd name="connsiteY2" fmla="*/ 0 h 3496309"/>
                    <a:gd name="connsiteX3" fmla="*/ 0 w 182625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6259" h="3496309">
                      <a:moveTo>
                        <a:pt x="0" y="0"/>
                      </a:moveTo>
                      <a:lnTo>
                        <a:pt x="1826260" y="3496310"/>
                      </a:lnTo>
                      <a:lnTo>
                        <a:pt x="1803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9CA0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7" name="Freeform: Shape 586">
                  <a:extLst>
                    <a:ext uri="{FF2B5EF4-FFF2-40B4-BE49-F238E27FC236}">
                      <a16:creationId xmlns:a16="http://schemas.microsoft.com/office/drawing/2014/main" id="{9DF72B13-3207-BE92-6FD0-D41D43CE8F2E}"/>
                    </a:ext>
                  </a:extLst>
                </p:cNvPr>
                <p:cNvSpPr/>
                <p:nvPr/>
              </p:nvSpPr>
              <p:spPr>
                <a:xfrm>
                  <a:off x="6473825" y="0"/>
                  <a:ext cx="1826259" cy="3496309"/>
                </a:xfrm>
                <a:custGeom>
                  <a:avLst/>
                  <a:gdLst>
                    <a:gd name="connsiteX0" fmla="*/ 0 w 1826259"/>
                    <a:gd name="connsiteY0" fmla="*/ 0 h 3496309"/>
                    <a:gd name="connsiteX1" fmla="*/ 1826260 w 1826259"/>
                    <a:gd name="connsiteY1" fmla="*/ 3496310 h 3496309"/>
                    <a:gd name="connsiteX2" fmla="*/ 180340 w 1826259"/>
                    <a:gd name="connsiteY2" fmla="*/ 0 h 3496309"/>
                    <a:gd name="connsiteX3" fmla="*/ 0 w 182625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6259" h="3496309">
                      <a:moveTo>
                        <a:pt x="0" y="0"/>
                      </a:moveTo>
                      <a:lnTo>
                        <a:pt x="1826260" y="3496310"/>
                      </a:lnTo>
                      <a:lnTo>
                        <a:pt x="1803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B221">
                    <a:alpha val="60000"/>
                  </a:srgbClr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59" name="Graphic 613">
                <a:extLst>
                  <a:ext uri="{FF2B5EF4-FFF2-40B4-BE49-F238E27FC236}">
                    <a16:creationId xmlns:a16="http://schemas.microsoft.com/office/drawing/2014/main" id="{AEE842FF-5A1B-65D2-6276-E4D41C58D86B}"/>
                  </a:ext>
                </a:extLst>
              </p:cNvPr>
              <p:cNvGrpSpPr/>
              <p:nvPr/>
            </p:nvGrpSpPr>
            <p:grpSpPr>
              <a:xfrm>
                <a:off x="6654165" y="0"/>
                <a:ext cx="1645919" cy="3496309"/>
                <a:chOff x="6654165" y="0"/>
                <a:chExt cx="1645919" cy="3496309"/>
              </a:xfrm>
            </p:grpSpPr>
            <p:sp>
              <p:nvSpPr>
                <p:cNvPr id="584" name="Freeform: Shape 583">
                  <a:extLst>
                    <a:ext uri="{FF2B5EF4-FFF2-40B4-BE49-F238E27FC236}">
                      <a16:creationId xmlns:a16="http://schemas.microsoft.com/office/drawing/2014/main" id="{13CE096A-0EA6-6C28-8D39-B6A423BFA9D7}"/>
                    </a:ext>
                  </a:extLst>
                </p:cNvPr>
                <p:cNvSpPr/>
                <p:nvPr/>
              </p:nvSpPr>
              <p:spPr>
                <a:xfrm>
                  <a:off x="6654165" y="0"/>
                  <a:ext cx="1645919" cy="3496309"/>
                </a:xfrm>
                <a:custGeom>
                  <a:avLst/>
                  <a:gdLst>
                    <a:gd name="connsiteX0" fmla="*/ 655955 w 1645919"/>
                    <a:gd name="connsiteY0" fmla="*/ 0 h 3496309"/>
                    <a:gd name="connsiteX1" fmla="*/ 1645920 w 1645919"/>
                    <a:gd name="connsiteY1" fmla="*/ 3496310 h 3496309"/>
                    <a:gd name="connsiteX2" fmla="*/ 0 w 1645919"/>
                    <a:gd name="connsiteY2" fmla="*/ 0 h 3496309"/>
                    <a:gd name="connsiteX3" fmla="*/ 655955 w 164591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45919" h="3496309">
                      <a:moveTo>
                        <a:pt x="655955" y="0"/>
                      </a:moveTo>
                      <a:lnTo>
                        <a:pt x="1645920" y="3496310"/>
                      </a:lnTo>
                      <a:lnTo>
                        <a:pt x="0" y="0"/>
                      </a:lnTo>
                      <a:lnTo>
                        <a:pt x="655955" y="0"/>
                      </a:lnTo>
                      <a:close/>
                    </a:path>
                  </a:pathLst>
                </a:custGeom>
                <a:solidFill>
                  <a:srgbClr val="80D226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5" name="Freeform: Shape 584">
                  <a:extLst>
                    <a:ext uri="{FF2B5EF4-FFF2-40B4-BE49-F238E27FC236}">
                      <a16:creationId xmlns:a16="http://schemas.microsoft.com/office/drawing/2014/main" id="{4BC33E0A-1A5C-540C-15B9-9808AA0C6F4D}"/>
                    </a:ext>
                  </a:extLst>
                </p:cNvPr>
                <p:cNvSpPr/>
                <p:nvPr/>
              </p:nvSpPr>
              <p:spPr>
                <a:xfrm>
                  <a:off x="6654165" y="0"/>
                  <a:ext cx="1645919" cy="3496309"/>
                </a:xfrm>
                <a:custGeom>
                  <a:avLst/>
                  <a:gdLst>
                    <a:gd name="connsiteX0" fmla="*/ 655955 w 1645919"/>
                    <a:gd name="connsiteY0" fmla="*/ 0 h 3496309"/>
                    <a:gd name="connsiteX1" fmla="*/ 1645920 w 1645919"/>
                    <a:gd name="connsiteY1" fmla="*/ 3496310 h 3496309"/>
                    <a:gd name="connsiteX2" fmla="*/ 0 w 1645919"/>
                    <a:gd name="connsiteY2" fmla="*/ 0 h 3496309"/>
                    <a:gd name="connsiteX3" fmla="*/ 655955 w 164591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45919" h="3496309">
                      <a:moveTo>
                        <a:pt x="655955" y="0"/>
                      </a:moveTo>
                      <a:lnTo>
                        <a:pt x="1645920" y="3496310"/>
                      </a:lnTo>
                      <a:lnTo>
                        <a:pt x="0" y="0"/>
                      </a:lnTo>
                      <a:lnTo>
                        <a:pt x="655955" y="0"/>
                      </a:lnTo>
                      <a:close/>
                    </a:path>
                  </a:pathLst>
                </a:custGeom>
                <a:gradFill>
                  <a:gsLst>
                    <a:gs pos="10000">
                      <a:srgbClr val="C6EB00"/>
                    </a:gs>
                    <a:gs pos="41000">
                      <a:srgbClr val="C6EB00"/>
                    </a:gs>
                    <a:gs pos="67000">
                      <a:srgbClr val="00A700">
                        <a:alpha val="49804"/>
                      </a:srgbClr>
                    </a:gs>
                    <a:gs pos="83000">
                      <a:schemeClr val="accent6"/>
                    </a:gs>
                  </a:gsLst>
                  <a:lin ang="2046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60" name="Graphic 613">
                <a:extLst>
                  <a:ext uri="{FF2B5EF4-FFF2-40B4-BE49-F238E27FC236}">
                    <a16:creationId xmlns:a16="http://schemas.microsoft.com/office/drawing/2014/main" id="{F188C402-C54C-A8C2-D898-0B11DBA3C367}"/>
                  </a:ext>
                </a:extLst>
              </p:cNvPr>
              <p:cNvGrpSpPr/>
              <p:nvPr/>
            </p:nvGrpSpPr>
            <p:grpSpPr>
              <a:xfrm>
                <a:off x="7774305" y="0"/>
                <a:ext cx="960437" cy="3496309"/>
                <a:chOff x="7774305" y="0"/>
                <a:chExt cx="960437" cy="3496309"/>
              </a:xfrm>
            </p:grpSpPr>
            <p:sp>
              <p:nvSpPr>
                <p:cNvPr id="582" name="Freeform: Shape 581">
                  <a:extLst>
                    <a:ext uri="{FF2B5EF4-FFF2-40B4-BE49-F238E27FC236}">
                      <a16:creationId xmlns:a16="http://schemas.microsoft.com/office/drawing/2014/main" id="{2737D7C4-310C-16B8-DD2D-18B6A9958E83}"/>
                    </a:ext>
                  </a:extLst>
                </p:cNvPr>
                <p:cNvSpPr/>
                <p:nvPr/>
              </p:nvSpPr>
              <p:spPr>
                <a:xfrm>
                  <a:off x="7774305" y="0"/>
                  <a:ext cx="960437" cy="3496309"/>
                </a:xfrm>
                <a:custGeom>
                  <a:avLst/>
                  <a:gdLst>
                    <a:gd name="connsiteX0" fmla="*/ 960438 w 960437"/>
                    <a:gd name="connsiteY0" fmla="*/ 0 h 3496309"/>
                    <a:gd name="connsiteX1" fmla="*/ 525780 w 960437"/>
                    <a:gd name="connsiteY1" fmla="*/ 3496310 h 3496309"/>
                    <a:gd name="connsiteX2" fmla="*/ 0 w 960437"/>
                    <a:gd name="connsiteY2" fmla="*/ 0 h 3496309"/>
                    <a:gd name="connsiteX3" fmla="*/ 960438 w 960437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437" h="3496309">
                      <a:moveTo>
                        <a:pt x="960438" y="0"/>
                      </a:moveTo>
                      <a:lnTo>
                        <a:pt x="525780" y="3496310"/>
                      </a:lnTo>
                      <a:lnTo>
                        <a:pt x="0" y="0"/>
                      </a:lnTo>
                      <a:lnTo>
                        <a:pt x="960438" y="0"/>
                      </a:lnTo>
                      <a:close/>
                    </a:path>
                  </a:pathLst>
                </a:custGeom>
                <a:solidFill>
                  <a:srgbClr val="69CA0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3" name="Freeform: Shape 582">
                  <a:extLst>
                    <a:ext uri="{FF2B5EF4-FFF2-40B4-BE49-F238E27FC236}">
                      <a16:creationId xmlns:a16="http://schemas.microsoft.com/office/drawing/2014/main" id="{43D83EF8-E53E-A4FE-1E44-486DFD3CDAFD}"/>
                    </a:ext>
                  </a:extLst>
                </p:cNvPr>
                <p:cNvSpPr/>
                <p:nvPr/>
              </p:nvSpPr>
              <p:spPr>
                <a:xfrm>
                  <a:off x="7774305" y="0"/>
                  <a:ext cx="960437" cy="3496309"/>
                </a:xfrm>
                <a:custGeom>
                  <a:avLst/>
                  <a:gdLst>
                    <a:gd name="connsiteX0" fmla="*/ 960438 w 960437"/>
                    <a:gd name="connsiteY0" fmla="*/ 0 h 3496309"/>
                    <a:gd name="connsiteX1" fmla="*/ 525780 w 960437"/>
                    <a:gd name="connsiteY1" fmla="*/ 3496310 h 3496309"/>
                    <a:gd name="connsiteX2" fmla="*/ 0 w 960437"/>
                    <a:gd name="connsiteY2" fmla="*/ 0 h 3496309"/>
                    <a:gd name="connsiteX3" fmla="*/ 960438 w 960437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437" h="3496309">
                      <a:moveTo>
                        <a:pt x="960438" y="0"/>
                      </a:moveTo>
                      <a:lnTo>
                        <a:pt x="525780" y="3496310"/>
                      </a:lnTo>
                      <a:lnTo>
                        <a:pt x="0" y="0"/>
                      </a:lnTo>
                      <a:lnTo>
                        <a:pt x="960438" y="0"/>
                      </a:lnTo>
                      <a:close/>
                    </a:path>
                  </a:pathLst>
                </a:custGeom>
                <a:gradFill>
                  <a:gsLst>
                    <a:gs pos="22000">
                      <a:srgbClr val="C6EB00">
                        <a:alpha val="89804"/>
                      </a:srgbClr>
                    </a:gs>
                    <a:gs pos="35000">
                      <a:srgbClr val="C6EB00">
                        <a:alpha val="69804"/>
                      </a:srgbClr>
                    </a:gs>
                    <a:gs pos="60000">
                      <a:srgbClr val="C6EB00">
                        <a:alpha val="29804"/>
                      </a:srgbClr>
                    </a:gs>
                    <a:gs pos="90000">
                      <a:srgbClr val="C6EB00">
                        <a:alpha val="0"/>
                      </a:srgbClr>
                    </a:gs>
                  </a:gsLst>
                  <a:lin ang="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7B5068F8-DEDD-1F3E-6761-C7A2D37011DC}"/>
                  </a:ext>
                </a:extLst>
              </p:cNvPr>
              <p:cNvSpPr/>
              <p:nvPr/>
            </p:nvSpPr>
            <p:spPr>
              <a:xfrm>
                <a:off x="8300084" y="0"/>
                <a:ext cx="2220595" cy="3496309"/>
              </a:xfrm>
              <a:custGeom>
                <a:avLst/>
                <a:gdLst>
                  <a:gd name="connsiteX0" fmla="*/ 2220596 w 2220595"/>
                  <a:gd name="connsiteY0" fmla="*/ 0 h 3496309"/>
                  <a:gd name="connsiteX1" fmla="*/ 0 w 2220595"/>
                  <a:gd name="connsiteY1" fmla="*/ 3496310 h 3496309"/>
                  <a:gd name="connsiteX2" fmla="*/ 1883093 w 2220595"/>
                  <a:gd name="connsiteY2" fmla="*/ 0 h 3496309"/>
                  <a:gd name="connsiteX3" fmla="*/ 2220596 w 222059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20595" h="3496309">
                    <a:moveTo>
                      <a:pt x="2220596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2220596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D61AA6BA-4AF6-1388-6BDD-24007C34E660}"/>
                  </a:ext>
                </a:extLst>
              </p:cNvPr>
              <p:cNvSpPr/>
              <p:nvPr/>
            </p:nvSpPr>
            <p:spPr>
              <a:xfrm>
                <a:off x="8300084" y="0"/>
                <a:ext cx="1398587" cy="3496309"/>
              </a:xfrm>
              <a:custGeom>
                <a:avLst/>
                <a:gdLst>
                  <a:gd name="connsiteX0" fmla="*/ 1046163 w 1398587"/>
                  <a:gd name="connsiteY0" fmla="*/ 0 h 3496309"/>
                  <a:gd name="connsiteX1" fmla="*/ 0 w 1398587"/>
                  <a:gd name="connsiteY1" fmla="*/ 3496310 h 3496309"/>
                  <a:gd name="connsiteX2" fmla="*/ 1398588 w 1398587"/>
                  <a:gd name="connsiteY2" fmla="*/ 0 h 3496309"/>
                  <a:gd name="connsiteX3" fmla="*/ 1046163 w 1398587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8587" h="3496309">
                    <a:moveTo>
                      <a:pt x="1046163" y="0"/>
                    </a:moveTo>
                    <a:lnTo>
                      <a:pt x="0" y="3496310"/>
                    </a:lnTo>
                    <a:lnTo>
                      <a:pt x="1398588" y="0"/>
                    </a:lnTo>
                    <a:lnTo>
                      <a:pt x="1046163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86CBF267-D079-8CF7-381F-5B2DF7E426B2}"/>
                  </a:ext>
                </a:extLst>
              </p:cNvPr>
              <p:cNvSpPr/>
              <p:nvPr/>
            </p:nvSpPr>
            <p:spPr>
              <a:xfrm>
                <a:off x="8300084" y="0"/>
                <a:ext cx="1046162" cy="3496309"/>
              </a:xfrm>
              <a:custGeom>
                <a:avLst/>
                <a:gdLst>
                  <a:gd name="connsiteX0" fmla="*/ 434658 w 1046162"/>
                  <a:gd name="connsiteY0" fmla="*/ 0 h 3496309"/>
                  <a:gd name="connsiteX1" fmla="*/ 0 w 1046162"/>
                  <a:gd name="connsiteY1" fmla="*/ 3496310 h 3496309"/>
                  <a:gd name="connsiteX2" fmla="*/ 1046163 w 1046162"/>
                  <a:gd name="connsiteY2" fmla="*/ 0 h 3496309"/>
                  <a:gd name="connsiteX3" fmla="*/ 434658 w 104616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162" h="3496309">
                    <a:moveTo>
                      <a:pt x="434658" y="0"/>
                    </a:moveTo>
                    <a:lnTo>
                      <a:pt x="0" y="3496310"/>
                    </a:lnTo>
                    <a:lnTo>
                      <a:pt x="1046163" y="0"/>
                    </a:lnTo>
                    <a:lnTo>
                      <a:pt x="434658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33867109-A07A-77BE-8263-A9EDCC2AC995}"/>
                  </a:ext>
                </a:extLst>
              </p:cNvPr>
              <p:cNvSpPr/>
              <p:nvPr/>
            </p:nvSpPr>
            <p:spPr>
              <a:xfrm>
                <a:off x="8300084" y="0"/>
                <a:ext cx="1046162" cy="3496309"/>
              </a:xfrm>
              <a:custGeom>
                <a:avLst/>
                <a:gdLst>
                  <a:gd name="connsiteX0" fmla="*/ 434658 w 1046162"/>
                  <a:gd name="connsiteY0" fmla="*/ 0 h 3496309"/>
                  <a:gd name="connsiteX1" fmla="*/ 0 w 1046162"/>
                  <a:gd name="connsiteY1" fmla="*/ 3496310 h 3496309"/>
                  <a:gd name="connsiteX2" fmla="*/ 1046163 w 1046162"/>
                  <a:gd name="connsiteY2" fmla="*/ 0 h 3496309"/>
                  <a:gd name="connsiteX3" fmla="*/ 434658 w 104616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162" h="3496309">
                    <a:moveTo>
                      <a:pt x="434658" y="0"/>
                    </a:moveTo>
                    <a:lnTo>
                      <a:pt x="0" y="3496310"/>
                    </a:lnTo>
                    <a:lnTo>
                      <a:pt x="1046163" y="0"/>
                    </a:lnTo>
                    <a:lnTo>
                      <a:pt x="434658" y="0"/>
                    </a:lnTo>
                    <a:close/>
                  </a:path>
                </a:pathLst>
              </a:custGeom>
              <a:gradFill>
                <a:gsLst>
                  <a:gs pos="36000">
                    <a:srgbClr val="C6EB00"/>
                  </a:gs>
                  <a:gs pos="43000">
                    <a:srgbClr val="9EE545">
                      <a:alpha val="69804"/>
                    </a:srgbClr>
                  </a:gs>
                  <a:gs pos="100000">
                    <a:schemeClr val="accent1"/>
                  </a:gs>
                  <a:gs pos="53000">
                    <a:srgbClr val="4EDAD3">
                      <a:alpha val="0"/>
                    </a:srgbClr>
                  </a:gs>
                </a:gsLst>
                <a:lin ang="78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913924CB-A31F-3DAF-FBF0-6297B2026BF3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08DE9BCB-26FF-D132-E6FE-A2B0C55C6DFE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solidFill>
                <a:srgbClr val="1F7AE3">
                  <a:alpha val="60000"/>
                </a:srgbClr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DA557349-E83A-AE87-617D-15870485DEF0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no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7588C8A7-A8D4-4C3C-09CF-B33E8114E142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29C46CB8-3174-E785-A530-66805B72FD11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312C16AC-9215-F844-0FB7-6DB28D3A6308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gradFill>
                <a:gsLst>
                  <a:gs pos="0">
                    <a:srgbClr val="3ECAFB">
                      <a:alpha val="0"/>
                    </a:srgbClr>
                  </a:gs>
                  <a:gs pos="40000">
                    <a:srgbClr val="3CC7FA">
                      <a:alpha val="52000"/>
                    </a:srgbClr>
                  </a:gs>
                  <a:gs pos="54000">
                    <a:srgbClr val="0068DF"/>
                  </a:gs>
                </a:gsLst>
                <a:lin ang="240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727F0B40-57ED-F61E-025E-CA220D24904E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no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572" name="Graphic 613">
                <a:extLst>
                  <a:ext uri="{FF2B5EF4-FFF2-40B4-BE49-F238E27FC236}">
                    <a16:creationId xmlns:a16="http://schemas.microsoft.com/office/drawing/2014/main" id="{AAC0A093-AC47-9AA2-282E-D4EDB4145CC7}"/>
                  </a:ext>
                </a:extLst>
              </p:cNvPr>
              <p:cNvGrpSpPr/>
              <p:nvPr/>
            </p:nvGrpSpPr>
            <p:grpSpPr>
              <a:xfrm>
                <a:off x="8300084" y="0"/>
                <a:ext cx="3891915" cy="3496309"/>
                <a:chOff x="8300084" y="0"/>
                <a:chExt cx="3891915" cy="3496309"/>
              </a:xfrm>
            </p:grpSpPr>
            <p:sp>
              <p:nvSpPr>
                <p:cNvPr id="580" name="Freeform: Shape 579">
                  <a:extLst>
                    <a:ext uri="{FF2B5EF4-FFF2-40B4-BE49-F238E27FC236}">
                      <a16:creationId xmlns:a16="http://schemas.microsoft.com/office/drawing/2014/main" id="{C7960140-9961-AE28-A4C0-5BCE303CFE73}"/>
                    </a:ext>
                  </a:extLst>
                </p:cNvPr>
                <p:cNvSpPr/>
                <p:nvPr/>
              </p:nvSpPr>
              <p:spPr>
                <a:xfrm>
                  <a:off x="8300084" y="0"/>
                  <a:ext cx="3891915" cy="3496309"/>
                </a:xfrm>
                <a:custGeom>
                  <a:avLst/>
                  <a:gdLst>
                    <a:gd name="connsiteX0" fmla="*/ 3891915 w 3891915"/>
                    <a:gd name="connsiteY0" fmla="*/ 683895 h 3496309"/>
                    <a:gd name="connsiteX1" fmla="*/ 0 w 3891915"/>
                    <a:gd name="connsiteY1" fmla="*/ 3496310 h 3496309"/>
                    <a:gd name="connsiteX2" fmla="*/ 3284855 w 3891915"/>
                    <a:gd name="connsiteY2" fmla="*/ 0 h 3496309"/>
                    <a:gd name="connsiteX3" fmla="*/ 3891915 w 3891915"/>
                    <a:gd name="connsiteY3" fmla="*/ 0 h 3496309"/>
                    <a:gd name="connsiteX4" fmla="*/ 3891915 w 3891915"/>
                    <a:gd name="connsiteY4" fmla="*/ 683895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91915" h="3496309">
                      <a:moveTo>
                        <a:pt x="3891915" y="683895"/>
                      </a:moveTo>
                      <a:lnTo>
                        <a:pt x="0" y="3496310"/>
                      </a:lnTo>
                      <a:lnTo>
                        <a:pt x="3284855" y="0"/>
                      </a:lnTo>
                      <a:lnTo>
                        <a:pt x="3891915" y="0"/>
                      </a:lnTo>
                      <a:lnTo>
                        <a:pt x="3891915" y="683895"/>
                      </a:lnTo>
                      <a:close/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1" name="Freeform: Shape 580">
                  <a:extLst>
                    <a:ext uri="{FF2B5EF4-FFF2-40B4-BE49-F238E27FC236}">
                      <a16:creationId xmlns:a16="http://schemas.microsoft.com/office/drawing/2014/main" id="{CB7EE95B-82F4-5438-4F8E-5CCAB1B0ED77}"/>
                    </a:ext>
                  </a:extLst>
                </p:cNvPr>
                <p:cNvSpPr/>
                <p:nvPr/>
              </p:nvSpPr>
              <p:spPr>
                <a:xfrm>
                  <a:off x="8300084" y="0"/>
                  <a:ext cx="3891915" cy="3496309"/>
                </a:xfrm>
                <a:custGeom>
                  <a:avLst/>
                  <a:gdLst>
                    <a:gd name="connsiteX0" fmla="*/ 3891915 w 3891915"/>
                    <a:gd name="connsiteY0" fmla="*/ 683895 h 3496309"/>
                    <a:gd name="connsiteX1" fmla="*/ 0 w 3891915"/>
                    <a:gd name="connsiteY1" fmla="*/ 3496310 h 3496309"/>
                    <a:gd name="connsiteX2" fmla="*/ 3284855 w 3891915"/>
                    <a:gd name="connsiteY2" fmla="*/ 0 h 3496309"/>
                    <a:gd name="connsiteX3" fmla="*/ 3891915 w 3891915"/>
                    <a:gd name="connsiteY3" fmla="*/ 0 h 3496309"/>
                    <a:gd name="connsiteX4" fmla="*/ 3891915 w 3891915"/>
                    <a:gd name="connsiteY4" fmla="*/ 683895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91915" h="3496309">
                      <a:moveTo>
                        <a:pt x="3891915" y="683895"/>
                      </a:moveTo>
                      <a:lnTo>
                        <a:pt x="0" y="3496310"/>
                      </a:lnTo>
                      <a:lnTo>
                        <a:pt x="3284855" y="0"/>
                      </a:lnTo>
                      <a:lnTo>
                        <a:pt x="3891915" y="0"/>
                      </a:lnTo>
                      <a:lnTo>
                        <a:pt x="3891915" y="683895"/>
                      </a:lnTo>
                      <a:close/>
                    </a:path>
                  </a:pathLst>
                </a:custGeom>
                <a:gradFill>
                  <a:gsLst>
                    <a:gs pos="46000">
                      <a:srgbClr val="0068DF"/>
                    </a:gs>
                    <a:gs pos="100000">
                      <a:srgbClr val="39C7F8"/>
                    </a:gs>
                    <a:gs pos="53000">
                      <a:srgbClr val="3ECAFB">
                        <a:alpha val="89804"/>
                      </a:srgbClr>
                    </a:gs>
                  </a:gsLst>
                  <a:lin ang="276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73" name="Graphic 613">
                <a:extLst>
                  <a:ext uri="{FF2B5EF4-FFF2-40B4-BE49-F238E27FC236}">
                    <a16:creationId xmlns:a16="http://schemas.microsoft.com/office/drawing/2014/main" id="{DB9493C0-9509-654C-3FED-CC28DD2F6DAE}"/>
                  </a:ext>
                </a:extLst>
              </p:cNvPr>
              <p:cNvGrpSpPr/>
              <p:nvPr/>
            </p:nvGrpSpPr>
            <p:grpSpPr>
              <a:xfrm>
                <a:off x="8300084" y="683894"/>
                <a:ext cx="3930650" cy="2812414"/>
                <a:chOff x="8300084" y="683894"/>
                <a:chExt cx="3930650" cy="2812414"/>
              </a:xfrm>
            </p:grpSpPr>
            <p:sp>
              <p:nvSpPr>
                <p:cNvPr id="578" name="Freeform: Shape 577">
                  <a:extLst>
                    <a:ext uri="{FF2B5EF4-FFF2-40B4-BE49-F238E27FC236}">
                      <a16:creationId xmlns:a16="http://schemas.microsoft.com/office/drawing/2014/main" id="{4D301E49-C924-436F-4D11-E6EDF4A99E63}"/>
                    </a:ext>
                  </a:extLst>
                </p:cNvPr>
                <p:cNvSpPr/>
                <p:nvPr/>
              </p:nvSpPr>
              <p:spPr>
                <a:xfrm>
                  <a:off x="8300084" y="683894"/>
                  <a:ext cx="3930650" cy="2812414"/>
                </a:xfrm>
                <a:custGeom>
                  <a:avLst/>
                  <a:gdLst>
                    <a:gd name="connsiteX0" fmla="*/ 3891915 w 3930650"/>
                    <a:gd name="connsiteY0" fmla="*/ 0 h 2812414"/>
                    <a:gd name="connsiteX1" fmla="*/ 0 w 3930650"/>
                    <a:gd name="connsiteY1" fmla="*/ 2812415 h 2812414"/>
                    <a:gd name="connsiteX2" fmla="*/ 3930650 w 3930650"/>
                    <a:gd name="connsiteY2" fmla="*/ 1133158 h 2812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30650" h="2812414">
                      <a:moveTo>
                        <a:pt x="3891915" y="0"/>
                      </a:moveTo>
                      <a:lnTo>
                        <a:pt x="0" y="2812415"/>
                      </a:lnTo>
                      <a:lnTo>
                        <a:pt x="3930650" y="1133158"/>
                      </a:lnTo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9" name="Freeform: Shape 578">
                  <a:extLst>
                    <a:ext uri="{FF2B5EF4-FFF2-40B4-BE49-F238E27FC236}">
                      <a16:creationId xmlns:a16="http://schemas.microsoft.com/office/drawing/2014/main" id="{300F5E3D-4670-8DBB-BC89-9E4B1BFFE7B4}"/>
                    </a:ext>
                  </a:extLst>
                </p:cNvPr>
                <p:cNvSpPr/>
                <p:nvPr/>
              </p:nvSpPr>
              <p:spPr>
                <a:xfrm>
                  <a:off x="8300084" y="683894"/>
                  <a:ext cx="3930650" cy="2812414"/>
                </a:xfrm>
                <a:custGeom>
                  <a:avLst/>
                  <a:gdLst>
                    <a:gd name="connsiteX0" fmla="*/ 3891915 w 3930650"/>
                    <a:gd name="connsiteY0" fmla="*/ 0 h 2812414"/>
                    <a:gd name="connsiteX1" fmla="*/ 0 w 3930650"/>
                    <a:gd name="connsiteY1" fmla="*/ 2812415 h 2812414"/>
                    <a:gd name="connsiteX2" fmla="*/ 3930650 w 3930650"/>
                    <a:gd name="connsiteY2" fmla="*/ 1133158 h 2812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30650" h="2812414">
                      <a:moveTo>
                        <a:pt x="3891915" y="0"/>
                      </a:moveTo>
                      <a:lnTo>
                        <a:pt x="0" y="2812415"/>
                      </a:lnTo>
                      <a:lnTo>
                        <a:pt x="3930650" y="1133158"/>
                      </a:lnTo>
                    </a:path>
                  </a:pathLst>
                </a:custGeom>
                <a:gradFill>
                  <a:gsLst>
                    <a:gs pos="47000">
                      <a:srgbClr val="0068DF">
                        <a:alpha val="89804"/>
                      </a:srgbClr>
                    </a:gs>
                    <a:gs pos="34000">
                      <a:srgbClr val="0068DF">
                        <a:alpha val="89804"/>
                      </a:srgbClr>
                    </a:gs>
                    <a:gs pos="58000">
                      <a:srgbClr val="0EAFE0"/>
                    </a:gs>
                  </a:gsLst>
                  <a:lin ang="360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74" name="Graphic 613">
                <a:extLst>
                  <a:ext uri="{FF2B5EF4-FFF2-40B4-BE49-F238E27FC236}">
                    <a16:creationId xmlns:a16="http://schemas.microsoft.com/office/drawing/2014/main" id="{66B9EF31-F4DA-0968-A2C0-4DA2F48D72F6}"/>
                  </a:ext>
                </a:extLst>
              </p:cNvPr>
              <p:cNvGrpSpPr/>
              <p:nvPr/>
            </p:nvGrpSpPr>
            <p:grpSpPr>
              <a:xfrm>
                <a:off x="8300084" y="1817052"/>
                <a:ext cx="3930650" cy="1679257"/>
                <a:chOff x="8300084" y="1817052"/>
                <a:chExt cx="3930650" cy="1679257"/>
              </a:xfrm>
            </p:grpSpPr>
            <p:sp>
              <p:nvSpPr>
                <p:cNvPr id="576" name="Freeform: Shape 575">
                  <a:extLst>
                    <a:ext uri="{FF2B5EF4-FFF2-40B4-BE49-F238E27FC236}">
                      <a16:creationId xmlns:a16="http://schemas.microsoft.com/office/drawing/2014/main" id="{75CB0E3C-E019-2D4E-C972-AAF5484CA661}"/>
                    </a:ext>
                  </a:extLst>
                </p:cNvPr>
                <p:cNvSpPr/>
                <p:nvPr/>
              </p:nvSpPr>
              <p:spPr>
                <a:xfrm>
                  <a:off x="8300084" y="1817052"/>
                  <a:ext cx="3930650" cy="1679257"/>
                </a:xfrm>
                <a:custGeom>
                  <a:avLst/>
                  <a:gdLst>
                    <a:gd name="connsiteX0" fmla="*/ 3930650 w 3930650"/>
                    <a:gd name="connsiteY0" fmla="*/ 0 h 1679257"/>
                    <a:gd name="connsiteX1" fmla="*/ 0 w 3930650"/>
                    <a:gd name="connsiteY1" fmla="*/ 1679257 h 1679257"/>
                    <a:gd name="connsiteX2" fmla="*/ 3928746 w 3930650"/>
                    <a:gd name="connsiteY2" fmla="*/ 279400 h 1679257"/>
                    <a:gd name="connsiteX3" fmla="*/ 3930650 w 3930650"/>
                    <a:gd name="connsiteY3" fmla="*/ 0 h 1679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0650" h="1679257">
                      <a:moveTo>
                        <a:pt x="3930650" y="0"/>
                      </a:moveTo>
                      <a:lnTo>
                        <a:pt x="0" y="1679257"/>
                      </a:lnTo>
                      <a:lnTo>
                        <a:pt x="3928746" y="279400"/>
                      </a:lnTo>
                      <a:lnTo>
                        <a:pt x="3930650" y="0"/>
                      </a:lnTo>
                      <a:close/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7" name="Freeform: Shape 576">
                  <a:extLst>
                    <a:ext uri="{FF2B5EF4-FFF2-40B4-BE49-F238E27FC236}">
                      <a16:creationId xmlns:a16="http://schemas.microsoft.com/office/drawing/2014/main" id="{07065F56-579E-7E54-D8D1-0F2A8FD85266}"/>
                    </a:ext>
                  </a:extLst>
                </p:cNvPr>
                <p:cNvSpPr/>
                <p:nvPr/>
              </p:nvSpPr>
              <p:spPr>
                <a:xfrm>
                  <a:off x="8300084" y="1817052"/>
                  <a:ext cx="3930650" cy="1679257"/>
                </a:xfrm>
                <a:custGeom>
                  <a:avLst/>
                  <a:gdLst>
                    <a:gd name="connsiteX0" fmla="*/ 3930650 w 3930650"/>
                    <a:gd name="connsiteY0" fmla="*/ 0 h 1679257"/>
                    <a:gd name="connsiteX1" fmla="*/ 0 w 3930650"/>
                    <a:gd name="connsiteY1" fmla="*/ 1679257 h 1679257"/>
                    <a:gd name="connsiteX2" fmla="*/ 3928746 w 3930650"/>
                    <a:gd name="connsiteY2" fmla="*/ 279400 h 1679257"/>
                    <a:gd name="connsiteX3" fmla="*/ 3930650 w 3930650"/>
                    <a:gd name="connsiteY3" fmla="*/ 0 h 1679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0650" h="1679257">
                      <a:moveTo>
                        <a:pt x="3930650" y="0"/>
                      </a:moveTo>
                      <a:lnTo>
                        <a:pt x="0" y="1679257"/>
                      </a:lnTo>
                      <a:lnTo>
                        <a:pt x="3928746" y="279400"/>
                      </a:lnTo>
                      <a:lnTo>
                        <a:pt x="3930650" y="0"/>
                      </a:lnTo>
                      <a:close/>
                    </a:path>
                  </a:pathLst>
                </a:custGeom>
                <a:solidFill>
                  <a:srgbClr val="26BCED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575" name="Rectangle 574">
                <a:extLst>
                  <a:ext uri="{FF2B5EF4-FFF2-40B4-BE49-F238E27FC236}">
                    <a16:creationId xmlns:a16="http://schemas.microsoft.com/office/drawing/2014/main" id="{F59E1798-679A-ACCE-B23E-3DA9B1034F53}"/>
                  </a:ext>
                </a:extLst>
              </p:cNvPr>
              <p:cNvSpPr/>
              <p:nvPr userDrawn="1"/>
            </p:nvSpPr>
            <p:spPr>
              <a:xfrm>
                <a:off x="12200310" y="0"/>
                <a:ext cx="92408" cy="6858000"/>
              </a:xfrm>
              <a:prstGeom prst="rect">
                <a:avLst/>
              </a:prstGeom>
              <a:solidFill>
                <a:srgbClr val="E9ED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008" bIns="64008" rtlCol="0" anchor="t"/>
              <a:lstStyle/>
              <a:p>
                <a:pPr algn="l"/>
                <a:endParaRPr lang="en-US">
                  <a:latin typeface="Poppins SemiBold" panose="00000700000000000000" pitchFamily="2" charset="0"/>
                  <a:cs typeface="Poppins SemiBold" panose="000007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50985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XP +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22FC6D-3A99-72A8-37DD-B039741D48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/>
        </p:nvSpPr>
        <p:spPr>
          <a:xfrm>
            <a:off x="1342652" y="5761384"/>
            <a:ext cx="1509927" cy="305544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CC26F959-7025-876F-2A7E-2AB97F839FF3}"/>
              </a:ext>
            </a:extLst>
          </p:cNvPr>
          <p:cNvSpPr txBox="1">
            <a:spLocks/>
          </p:cNvSpPr>
          <p:nvPr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5FAFE7F-AEF0-56AE-7B4A-483342818015}"/>
              </a:ext>
            </a:extLst>
          </p:cNvPr>
          <p:cNvGrpSpPr/>
          <p:nvPr/>
        </p:nvGrpSpPr>
        <p:grpSpPr>
          <a:xfrm>
            <a:off x="1329004" y="2629430"/>
            <a:ext cx="2894619" cy="979228"/>
            <a:chOff x="532238" y="532263"/>
            <a:chExt cx="1522954" cy="5152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D955D61-89AD-68BF-11BE-DC3C64CA2E04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3D381AC-9A91-27C3-372C-83904DA3EC10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86545B6-1A77-CD99-D604-0CBE2C8A50BC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</p:grp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78B3459A-8CA0-8653-BC63-848030D1104E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9A00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8ECAB471-DD36-B765-A319-2A51EA7E5DCC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7400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3A3C7847-072F-8F06-63B7-E92BC4E886C9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DD1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3ED91732-4AFF-250B-862A-E31EF85BD96F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DD1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6D825D5B-241C-B463-31A9-CC50DAF439D8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F1E5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6F660E30-65C4-DD19-2F3D-D00BFB54CB6A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F1E5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49355F97-AAF9-11E2-5334-7FAF3A4D3D7E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7F14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5958EFF5-7C87-9E2A-94A8-2A03D995FCA9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9A00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E2109D5B-1C51-CEB5-2275-324D2106108D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4EDAD3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32B38B4A-3114-34EF-100B-EB8B9AEE05EA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65D5E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1F9B240B-2ACB-6AAA-2472-DB6DA68F0D89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0068D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E92B4398-67A6-3F67-E3DA-B9E51F86091E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65D5E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C79EAD67-10C9-603E-1EBD-D000686C1744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3ECAFB">
              <a:alpha val="50000"/>
            </a:srgbClr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C339BAC4-0B00-E89A-EC79-25E15A67A83D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0068D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C792D86-477E-5276-145A-CE3B4CA38385}"/>
              </a:ext>
            </a:extLst>
          </p:cNvPr>
          <p:cNvGrpSpPr/>
          <p:nvPr/>
        </p:nvGrpSpPr>
        <p:grpSpPr>
          <a:xfrm>
            <a:off x="3881118" y="0"/>
            <a:ext cx="8315959" cy="6857999"/>
            <a:chOff x="4609967" y="0"/>
            <a:chExt cx="8315959" cy="6857999"/>
          </a:xfrm>
        </p:grpSpPr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36DD5F0-C72A-F3BE-8C6B-AFB60BAD558D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5878513 w 5878512"/>
                <a:gd name="connsiteY0" fmla="*/ 3493453 h 3493452"/>
                <a:gd name="connsiteX1" fmla="*/ 5857557 w 5878512"/>
                <a:gd name="connsiteY1" fmla="*/ 0 h 3493452"/>
                <a:gd name="connsiteX2" fmla="*/ 2393315 w 5878512"/>
                <a:gd name="connsiteY2" fmla="*/ 0 h 3493452"/>
                <a:gd name="connsiteX3" fmla="*/ 0 w 5878512"/>
                <a:gd name="connsiteY3" fmla="*/ 0 h 3493452"/>
                <a:gd name="connsiteX4" fmla="*/ 5878513 w 5878512"/>
                <a:gd name="connsiteY4" fmla="*/ 3493453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5878513" y="3493453"/>
                  </a:moveTo>
                  <a:lnTo>
                    <a:pt x="5857557" y="0"/>
                  </a:lnTo>
                  <a:lnTo>
                    <a:pt x="2393315" y="0"/>
                  </a:lnTo>
                  <a:lnTo>
                    <a:pt x="0" y="0"/>
                  </a:lnTo>
                  <a:lnTo>
                    <a:pt x="5878513" y="3493453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DC9571F9-A6AA-F72C-84A9-F5F77C277DCD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0 w 5878512"/>
                <a:gd name="connsiteY0" fmla="*/ 0 h 3493452"/>
                <a:gd name="connsiteX1" fmla="*/ 5878513 w 5878512"/>
                <a:gd name="connsiteY1" fmla="*/ 3493453 h 3493452"/>
                <a:gd name="connsiteX2" fmla="*/ 2393315 w 5878512"/>
                <a:gd name="connsiteY2" fmla="*/ 0 h 3493452"/>
                <a:gd name="connsiteX3" fmla="*/ 2393315 w 5878512"/>
                <a:gd name="connsiteY3" fmla="*/ 0 h 3493452"/>
                <a:gd name="connsiteX4" fmla="*/ 0 w 5878512"/>
                <a:gd name="connsiteY4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0" y="0"/>
                  </a:moveTo>
                  <a:lnTo>
                    <a:pt x="5878513" y="3493453"/>
                  </a:lnTo>
                  <a:lnTo>
                    <a:pt x="2393315" y="0"/>
                  </a:lnTo>
                  <a:lnTo>
                    <a:pt x="2393315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2521">
                  <a:schemeClr val="accent6"/>
                </a:gs>
                <a:gs pos="49000">
                  <a:schemeClr val="accent3"/>
                </a:gs>
                <a:gs pos="63000">
                  <a:srgbClr val="C6EB00"/>
                </a:gs>
                <a:gs pos="94000">
                  <a:srgbClr val="C6EB00"/>
                </a:gs>
              </a:gsLst>
              <a:lin ang="184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CCCC7286-8BDB-26DD-B782-CA454A627D91}"/>
                </a:ext>
              </a:extLst>
            </p:cNvPr>
            <p:cNvSpPr/>
            <p:nvPr/>
          </p:nvSpPr>
          <p:spPr>
            <a:xfrm>
              <a:off x="7003281" y="0"/>
              <a:ext cx="3485197" cy="3493452"/>
            </a:xfrm>
            <a:custGeom>
              <a:avLst/>
              <a:gdLst>
                <a:gd name="connsiteX0" fmla="*/ 0 w 3485197"/>
                <a:gd name="connsiteY0" fmla="*/ 0 h 3493452"/>
                <a:gd name="connsiteX1" fmla="*/ 3485198 w 3485197"/>
                <a:gd name="connsiteY1" fmla="*/ 3493453 h 3493452"/>
                <a:gd name="connsiteX2" fmla="*/ 287973 w 3485197"/>
                <a:gd name="connsiteY2" fmla="*/ 0 h 3493452"/>
                <a:gd name="connsiteX3" fmla="*/ 0 w 348519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85197" h="3493452">
                  <a:moveTo>
                    <a:pt x="0" y="0"/>
                  </a:moveTo>
                  <a:lnTo>
                    <a:pt x="3485198" y="3493453"/>
                  </a:lnTo>
                  <a:lnTo>
                    <a:pt x="2879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B972">
                <a:alpha val="4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BC96A91D-2A15-E82B-B83F-9F71ECBC5D59}"/>
                </a:ext>
              </a:extLst>
            </p:cNvPr>
            <p:cNvSpPr/>
            <p:nvPr/>
          </p:nvSpPr>
          <p:spPr>
            <a:xfrm>
              <a:off x="7291254" y="0"/>
              <a:ext cx="3197225" cy="3493452"/>
            </a:xfrm>
            <a:custGeom>
              <a:avLst/>
              <a:gdLst>
                <a:gd name="connsiteX0" fmla="*/ 628650 w 3197225"/>
                <a:gd name="connsiteY0" fmla="*/ 0 h 3493452"/>
                <a:gd name="connsiteX1" fmla="*/ 3197225 w 3197225"/>
                <a:gd name="connsiteY1" fmla="*/ 3493453 h 3493452"/>
                <a:gd name="connsiteX2" fmla="*/ 0 w 3197225"/>
                <a:gd name="connsiteY2" fmla="*/ 0 h 3493452"/>
                <a:gd name="connsiteX3" fmla="*/ 628650 w 319722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97225" h="3493452">
                  <a:moveTo>
                    <a:pt x="628650" y="0"/>
                  </a:moveTo>
                  <a:lnTo>
                    <a:pt x="3197225" y="3493453"/>
                  </a:lnTo>
                  <a:lnTo>
                    <a:pt x="0" y="0"/>
                  </a:lnTo>
                  <a:lnTo>
                    <a:pt x="628650" y="0"/>
                  </a:lnTo>
                  <a:close/>
                </a:path>
              </a:pathLst>
            </a:custGeom>
            <a:gradFill>
              <a:gsLst>
                <a:gs pos="46000">
                  <a:schemeClr val="accent3"/>
                </a:gs>
                <a:gs pos="64000">
                  <a:srgbClr val="C6EB00"/>
                </a:gs>
              </a:gsLst>
              <a:lin ang="18810059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7BDE33A-7F5F-E171-2859-4A2944ADEB84}"/>
                </a:ext>
              </a:extLst>
            </p:cNvPr>
            <p:cNvSpPr/>
            <p:nvPr/>
          </p:nvSpPr>
          <p:spPr>
            <a:xfrm>
              <a:off x="7919904" y="0"/>
              <a:ext cx="2568575" cy="3493452"/>
            </a:xfrm>
            <a:custGeom>
              <a:avLst/>
              <a:gdLst>
                <a:gd name="connsiteX0" fmla="*/ 0 w 2568575"/>
                <a:gd name="connsiteY0" fmla="*/ 0 h 3493452"/>
                <a:gd name="connsiteX1" fmla="*/ 2568575 w 2568575"/>
                <a:gd name="connsiteY1" fmla="*/ 3493453 h 3493452"/>
                <a:gd name="connsiteX2" fmla="*/ 173672 w 2568575"/>
                <a:gd name="connsiteY2" fmla="*/ 0 h 3493452"/>
                <a:gd name="connsiteX3" fmla="*/ 0 w 256857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8575" h="3493452">
                  <a:moveTo>
                    <a:pt x="0" y="0"/>
                  </a:moveTo>
                  <a:lnTo>
                    <a:pt x="2568575" y="3493453"/>
                  </a:lnTo>
                  <a:lnTo>
                    <a:pt x="1736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4A99F4E-02ED-DC0A-C352-32D0A8001760}"/>
                </a:ext>
              </a:extLst>
            </p:cNvPr>
            <p:cNvSpPr/>
            <p:nvPr/>
          </p:nvSpPr>
          <p:spPr>
            <a:xfrm>
              <a:off x="8093577" y="0"/>
              <a:ext cx="2394902" cy="3493452"/>
            </a:xfrm>
            <a:custGeom>
              <a:avLst/>
              <a:gdLst>
                <a:gd name="connsiteX0" fmla="*/ 0 w 2394902"/>
                <a:gd name="connsiteY0" fmla="*/ 0 h 3493452"/>
                <a:gd name="connsiteX1" fmla="*/ 2394903 w 2394902"/>
                <a:gd name="connsiteY1" fmla="*/ 3493453 h 3493452"/>
                <a:gd name="connsiteX2" fmla="*/ 0 w 2394902"/>
                <a:gd name="connsiteY2" fmla="*/ 0 h 3493452"/>
                <a:gd name="connsiteX3" fmla="*/ 0 w 239490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4902" h="3493452">
                  <a:moveTo>
                    <a:pt x="0" y="0"/>
                  </a:moveTo>
                  <a:lnTo>
                    <a:pt x="2394903" y="349345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E9C80E6E-26E4-17DB-0F9D-829E26937A7E}"/>
                </a:ext>
              </a:extLst>
            </p:cNvPr>
            <p:cNvSpPr/>
            <p:nvPr/>
          </p:nvSpPr>
          <p:spPr>
            <a:xfrm>
              <a:off x="8267884" y="0"/>
              <a:ext cx="2220595" cy="3493452"/>
            </a:xfrm>
            <a:custGeom>
              <a:avLst/>
              <a:gdLst>
                <a:gd name="connsiteX0" fmla="*/ 0 w 2220595"/>
                <a:gd name="connsiteY0" fmla="*/ 0 h 3493452"/>
                <a:gd name="connsiteX1" fmla="*/ 2220596 w 2220595"/>
                <a:gd name="connsiteY1" fmla="*/ 3493453 h 3493452"/>
                <a:gd name="connsiteX2" fmla="*/ 187643 w 2220595"/>
                <a:gd name="connsiteY2" fmla="*/ 0 h 3493452"/>
                <a:gd name="connsiteX3" fmla="*/ 0 w 222059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0595" h="3493452">
                  <a:moveTo>
                    <a:pt x="0" y="0"/>
                  </a:moveTo>
                  <a:lnTo>
                    <a:pt x="2220596" y="3493453"/>
                  </a:lnTo>
                  <a:lnTo>
                    <a:pt x="1876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B221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5FCE6926-0F18-1A91-E89F-FC6A2A258C35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solidFill>
              <a:srgbClr val="80D226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59D48824-9DA0-B59C-3334-5C4EAE7F75E0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gradFill>
              <a:gsLst>
                <a:gs pos="38000">
                  <a:srgbClr val="C6EB00"/>
                </a:gs>
                <a:gs pos="52000">
                  <a:schemeClr val="accent3"/>
                </a:gs>
                <a:gs pos="74000">
                  <a:srgbClr val="00A700"/>
                </a:gs>
              </a:gsLst>
              <a:lin ang="2022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5D03C791-9A9B-877C-6C7D-323E516A7616}"/>
                </a:ext>
              </a:extLst>
            </p:cNvPr>
            <p:cNvSpPr/>
            <p:nvPr/>
          </p:nvSpPr>
          <p:spPr>
            <a:xfrm>
              <a:off x="9119419" y="0"/>
              <a:ext cx="1369059" cy="3493452"/>
            </a:xfrm>
            <a:custGeom>
              <a:avLst/>
              <a:gdLst>
                <a:gd name="connsiteX0" fmla="*/ 0 w 1369059"/>
                <a:gd name="connsiteY0" fmla="*/ 0 h 3493452"/>
                <a:gd name="connsiteX1" fmla="*/ 1369060 w 1369059"/>
                <a:gd name="connsiteY1" fmla="*/ 3493453 h 3493452"/>
                <a:gd name="connsiteX2" fmla="*/ 452755 w 1369059"/>
                <a:gd name="connsiteY2" fmla="*/ 0 h 3493452"/>
                <a:gd name="connsiteX3" fmla="*/ 0 w 1369059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059" h="3493452">
                  <a:moveTo>
                    <a:pt x="0" y="0"/>
                  </a:moveTo>
                  <a:lnTo>
                    <a:pt x="1369060" y="3493453"/>
                  </a:lnTo>
                  <a:lnTo>
                    <a:pt x="45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8EEF5257-0622-A30B-DDEF-9C166A25E883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895350 w 916305"/>
                <a:gd name="connsiteY0" fmla="*/ 0 h 3493452"/>
                <a:gd name="connsiteX1" fmla="*/ 916305 w 916305"/>
                <a:gd name="connsiteY1" fmla="*/ 3493453 h 3493452"/>
                <a:gd name="connsiteX2" fmla="*/ 0 w 916305"/>
                <a:gd name="connsiteY2" fmla="*/ 0 h 3493452"/>
                <a:gd name="connsiteX3" fmla="*/ 89535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895350" y="0"/>
                  </a:moveTo>
                  <a:lnTo>
                    <a:pt x="916305" y="3493453"/>
                  </a:lnTo>
                  <a:lnTo>
                    <a:pt x="0" y="0"/>
                  </a:lnTo>
                  <a:lnTo>
                    <a:pt x="895350" y="0"/>
                  </a:lnTo>
                  <a:close/>
                </a:path>
              </a:pathLst>
            </a:custGeom>
            <a:gradFill>
              <a:gsLst>
                <a:gs pos="20000">
                  <a:srgbClr val="C6EB00"/>
                </a:gs>
                <a:gs pos="20000">
                  <a:srgbClr val="C6EB00">
                    <a:alpha val="89804"/>
                  </a:srgbClr>
                </a:gs>
                <a:gs pos="40000">
                  <a:srgbClr val="C6EB00">
                    <a:alpha val="69804"/>
                  </a:srgbClr>
                </a:gs>
                <a:gs pos="70000">
                  <a:srgbClr val="C6EB00">
                    <a:alpha val="29804"/>
                  </a:srgbClr>
                </a:gs>
                <a:gs pos="90000">
                  <a:srgbClr val="C6EB00">
                    <a:alpha val="0"/>
                  </a:srgbClr>
                </a:gs>
              </a:gsLst>
              <a:lin ang="21210000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FE935E3E-7A03-937C-4835-B1294719DF52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0 w 2343784"/>
                <a:gd name="connsiteY0" fmla="*/ 3493453 h 3493452"/>
                <a:gd name="connsiteX1" fmla="*/ 521335 w 2343784"/>
                <a:gd name="connsiteY1" fmla="*/ 0 h 3493452"/>
                <a:gd name="connsiteX2" fmla="*/ 2343785 w 2343784"/>
                <a:gd name="connsiteY2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43784" h="3493452">
                  <a:moveTo>
                    <a:pt x="0" y="3493453"/>
                  </a:moveTo>
                  <a:lnTo>
                    <a:pt x="521335" y="0"/>
                  </a:lnTo>
                  <a:lnTo>
                    <a:pt x="2343785" y="0"/>
                  </a:lnTo>
                </a:path>
              </a:pathLst>
            </a:custGeom>
            <a:solidFill>
              <a:srgbClr val="0EAFE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49F41B27-2B02-47A8-E3EA-FCD496ADFC6B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F55EB0D-C383-C3B5-34A8-96714E899719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gradFill>
              <a:gsLst>
                <a:gs pos="24000">
                  <a:srgbClr val="3ECAFB">
                    <a:alpha val="0"/>
                  </a:srgbClr>
                </a:gs>
                <a:gs pos="47000">
                  <a:srgbClr val="188EEA"/>
                </a:gs>
                <a:gs pos="57000">
                  <a:srgbClr val="0068DF"/>
                </a:gs>
              </a:gsLst>
              <a:lin ang="19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E6FA0420-4F28-A03C-4C3B-B7AC80C41F02}"/>
                </a:ext>
              </a:extLst>
            </p:cNvPr>
            <p:cNvSpPr/>
            <p:nvPr/>
          </p:nvSpPr>
          <p:spPr>
            <a:xfrm>
              <a:off x="10488479" y="0"/>
              <a:ext cx="1231265" cy="3493452"/>
            </a:xfrm>
            <a:custGeom>
              <a:avLst/>
              <a:gdLst>
                <a:gd name="connsiteX0" fmla="*/ 824547 w 1231265"/>
                <a:gd name="connsiteY0" fmla="*/ 0 h 3493452"/>
                <a:gd name="connsiteX1" fmla="*/ 0 w 1231265"/>
                <a:gd name="connsiteY1" fmla="*/ 3493453 h 3493452"/>
                <a:gd name="connsiteX2" fmla="*/ 1231265 w 1231265"/>
                <a:gd name="connsiteY2" fmla="*/ 0 h 3493452"/>
                <a:gd name="connsiteX3" fmla="*/ 824547 w 123126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1265" h="3493452">
                  <a:moveTo>
                    <a:pt x="824547" y="0"/>
                  </a:moveTo>
                  <a:lnTo>
                    <a:pt x="0" y="3493453"/>
                  </a:lnTo>
                  <a:lnTo>
                    <a:pt x="1231265" y="0"/>
                  </a:lnTo>
                  <a:lnTo>
                    <a:pt x="824547" y="0"/>
                  </a:lnTo>
                  <a:close/>
                </a:path>
              </a:pathLst>
            </a:custGeom>
            <a:solidFill>
              <a:srgbClr val="1F7AE3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EB33CA9-2A58-2DF6-9DE1-14BFD9D06BBF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542290 w 542290"/>
                <a:gd name="connsiteY0" fmla="*/ 0 h 3493452"/>
                <a:gd name="connsiteX1" fmla="*/ 20955 w 542290"/>
                <a:gd name="connsiteY1" fmla="*/ 3493453 h 3493452"/>
                <a:gd name="connsiteX2" fmla="*/ 0 w 542290"/>
                <a:gd name="connsiteY2" fmla="*/ 0 h 3493452"/>
                <a:gd name="connsiteX3" fmla="*/ 54229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542290" y="0"/>
                  </a:moveTo>
                  <a:lnTo>
                    <a:pt x="20955" y="3493453"/>
                  </a:lnTo>
                  <a:lnTo>
                    <a:pt x="0" y="0"/>
                  </a:lnTo>
                  <a:lnTo>
                    <a:pt x="542290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DE86A2F-B70A-B395-A7DD-114FD7E2BE72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76DB"/>
                </a:gs>
                <a:gs pos="50000">
                  <a:srgbClr val="2A9FED"/>
                </a:gs>
                <a:gs pos="100000">
                  <a:srgbClr val="54C8FF"/>
                </a:gs>
              </a:gsLst>
              <a:lin ang="20920988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801BC16E-170D-8AAA-829D-40C1A1103560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C5AC35A-A136-E2AA-B6B6-C60AC938C068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0 w 916305"/>
                <a:gd name="connsiteY0" fmla="*/ 0 h 3493452"/>
                <a:gd name="connsiteX1" fmla="*/ 916305 w 916305"/>
                <a:gd name="connsiteY1" fmla="*/ 3493453 h 3493452"/>
                <a:gd name="connsiteX2" fmla="*/ 895350 w 916305"/>
                <a:gd name="connsiteY2" fmla="*/ 0 h 3493452"/>
                <a:gd name="connsiteX3" fmla="*/ 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0" y="0"/>
                  </a:moveTo>
                  <a:lnTo>
                    <a:pt x="916305" y="3493453"/>
                  </a:lnTo>
                  <a:lnTo>
                    <a:pt x="89535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C6EB00"/>
                </a:gs>
                <a:gs pos="54000">
                  <a:srgbClr val="B7D742"/>
                </a:gs>
                <a:gs pos="80000">
                  <a:srgbClr val="5DCAD3"/>
                </a:gs>
                <a:gs pos="100000">
                  <a:srgbClr val="49C8F5"/>
                </a:gs>
              </a:gsLst>
              <a:lin ang="2094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3B217707-250A-66D7-D5E6-B099752C419D}"/>
                </a:ext>
              </a:extLst>
            </p:cNvPr>
            <p:cNvSpPr/>
            <p:nvPr/>
          </p:nvSpPr>
          <p:spPr>
            <a:xfrm>
              <a:off x="10488479" y="0"/>
              <a:ext cx="824547" cy="3493452"/>
            </a:xfrm>
            <a:custGeom>
              <a:avLst/>
              <a:gdLst>
                <a:gd name="connsiteX0" fmla="*/ 521335 w 824547"/>
                <a:gd name="connsiteY0" fmla="*/ 0 h 3493452"/>
                <a:gd name="connsiteX1" fmla="*/ 0 w 824547"/>
                <a:gd name="connsiteY1" fmla="*/ 3493453 h 3493452"/>
                <a:gd name="connsiteX2" fmla="*/ 824547 w 824547"/>
                <a:gd name="connsiteY2" fmla="*/ 0 h 3493452"/>
                <a:gd name="connsiteX3" fmla="*/ 521335 w 82454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4547" h="3493452">
                  <a:moveTo>
                    <a:pt x="521335" y="0"/>
                  </a:moveTo>
                  <a:lnTo>
                    <a:pt x="0" y="3493453"/>
                  </a:lnTo>
                  <a:lnTo>
                    <a:pt x="824547" y="0"/>
                  </a:lnTo>
                  <a:lnTo>
                    <a:pt x="52133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6C26E78C-6512-18B1-5E0C-935422C011B4}"/>
                </a:ext>
              </a:extLst>
            </p:cNvPr>
            <p:cNvSpPr/>
            <p:nvPr/>
          </p:nvSpPr>
          <p:spPr>
            <a:xfrm>
              <a:off x="10488479" y="0"/>
              <a:ext cx="1507490" cy="3493452"/>
            </a:xfrm>
            <a:custGeom>
              <a:avLst/>
              <a:gdLst>
                <a:gd name="connsiteX0" fmla="*/ 1231265 w 1507490"/>
                <a:gd name="connsiteY0" fmla="*/ 0 h 3493452"/>
                <a:gd name="connsiteX1" fmla="*/ 0 w 1507490"/>
                <a:gd name="connsiteY1" fmla="*/ 3493453 h 3493452"/>
                <a:gd name="connsiteX2" fmla="*/ 1507490 w 1507490"/>
                <a:gd name="connsiteY2" fmla="*/ 0 h 3493452"/>
                <a:gd name="connsiteX3" fmla="*/ 1231265 w 15074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7490" h="3493452">
                  <a:moveTo>
                    <a:pt x="123126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123126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34" name="Graphic 57">
              <a:extLst>
                <a:ext uri="{FF2B5EF4-FFF2-40B4-BE49-F238E27FC236}">
                  <a16:creationId xmlns:a16="http://schemas.microsoft.com/office/drawing/2014/main" id="{BE5C6FCC-EE7A-91D3-DDC8-05F243C32AE5}"/>
                </a:ext>
              </a:extLst>
            </p:cNvPr>
            <p:cNvGrpSpPr/>
            <p:nvPr/>
          </p:nvGrpSpPr>
          <p:grpSpPr>
            <a:xfrm>
              <a:off x="9375642" y="3493452"/>
              <a:ext cx="3550284" cy="3364547"/>
              <a:chOff x="12299315" y="3493452"/>
              <a:chExt cx="3550284" cy="3364547"/>
            </a:xfrm>
          </p:grpSpPr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ABD84F2F-6AE7-A640-9EBA-0915BC4CA0D0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3550284" cy="3364547"/>
              </a:xfrm>
              <a:custGeom>
                <a:avLst/>
                <a:gdLst>
                  <a:gd name="connsiteX0" fmla="*/ 1112838 w 3550284"/>
                  <a:gd name="connsiteY0" fmla="*/ 0 h 3364547"/>
                  <a:gd name="connsiteX1" fmla="*/ 3550285 w 3550284"/>
                  <a:gd name="connsiteY1" fmla="*/ 879475 h 3364547"/>
                  <a:gd name="connsiteX2" fmla="*/ 3550285 w 3550284"/>
                  <a:gd name="connsiteY2" fmla="*/ 3364547 h 3364547"/>
                  <a:gd name="connsiteX3" fmla="*/ 0 w 3550284"/>
                  <a:gd name="connsiteY3" fmla="*/ 3364547 h 3364547"/>
                  <a:gd name="connsiteX4" fmla="*/ 1112838 w 3550284"/>
                  <a:gd name="connsiteY4" fmla="*/ 0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50284" h="3364547">
                    <a:moveTo>
                      <a:pt x="1112838" y="0"/>
                    </a:moveTo>
                    <a:lnTo>
                      <a:pt x="3550285" y="879475"/>
                    </a:lnTo>
                    <a:lnTo>
                      <a:pt x="3550285" y="3364547"/>
                    </a:lnTo>
                    <a:lnTo>
                      <a:pt x="0" y="3364547"/>
                    </a:lnTo>
                    <a:lnTo>
                      <a:pt x="1112838" y="0"/>
                    </a:lnTo>
                    <a:close/>
                  </a:path>
                </a:pathLst>
              </a:custGeom>
              <a:solidFill>
                <a:srgbClr val="FF9A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18B11804-DF4E-0342-4589-BA391BEF82FD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solidFill>
                <a:srgbClr val="FFD8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D815B004-2378-C71A-661F-759ADBF8D407}"/>
                  </a:ext>
                </a:extLst>
              </p:cNvPr>
              <p:cNvSpPr/>
              <p:nvPr/>
            </p:nvSpPr>
            <p:spPr>
              <a:xfrm>
                <a:off x="13242607" y="3493452"/>
                <a:ext cx="1357312" cy="3364547"/>
              </a:xfrm>
              <a:custGeom>
                <a:avLst/>
                <a:gdLst>
                  <a:gd name="connsiteX0" fmla="*/ 0 w 1357312"/>
                  <a:gd name="connsiteY0" fmla="*/ 3364547 h 3364547"/>
                  <a:gd name="connsiteX1" fmla="*/ 169545 w 1357312"/>
                  <a:gd name="connsiteY1" fmla="*/ 0 h 3364547"/>
                  <a:gd name="connsiteX2" fmla="*/ 1357313 w 1357312"/>
                  <a:gd name="connsiteY2" fmla="*/ 3364547 h 3364547"/>
                  <a:gd name="connsiteX3" fmla="*/ 0 w 1357312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7312" h="3364547">
                    <a:moveTo>
                      <a:pt x="0" y="3364547"/>
                    </a:moveTo>
                    <a:lnTo>
                      <a:pt x="169545" y="0"/>
                    </a:lnTo>
                    <a:lnTo>
                      <a:pt x="1357313" y="3364547"/>
                    </a:lnTo>
                    <a:lnTo>
                      <a:pt x="0" y="3364547"/>
                    </a:lnTo>
                    <a:close/>
                  </a:path>
                </a:pathLst>
              </a:custGeom>
              <a:gradFill>
                <a:gsLst>
                  <a:gs pos="20000">
                    <a:srgbClr val="FF7400"/>
                  </a:gs>
                  <a:gs pos="20000">
                    <a:srgbClr val="FF7F15">
                      <a:alpha val="89804"/>
                    </a:srgbClr>
                  </a:gs>
                  <a:gs pos="40000">
                    <a:srgbClr val="FF9E4D">
                      <a:alpha val="69804"/>
                    </a:srgbClr>
                  </a:gs>
                  <a:gs pos="70000">
                    <a:srgbClr val="FFCFA6">
                      <a:alpha val="29804"/>
                    </a:srgbClr>
                  </a:gs>
                  <a:gs pos="90000">
                    <a:srgbClr val="FFFFFF">
                      <a:alpha val="0"/>
                    </a:srgbClr>
                  </a:gs>
                </a:gsLst>
                <a:lin ang="21066000" scaled="1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80AB79BD-EAFB-1773-5787-AB9BE5EF2B2E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834707" cy="3364547"/>
              </a:xfrm>
              <a:custGeom>
                <a:avLst/>
                <a:gdLst>
                  <a:gd name="connsiteX0" fmla="*/ 834707 w 834707"/>
                  <a:gd name="connsiteY0" fmla="*/ 3364547 h 3364547"/>
                  <a:gd name="connsiteX1" fmla="*/ 0 w 834707"/>
                  <a:gd name="connsiteY1" fmla="*/ 0 h 3364547"/>
                  <a:gd name="connsiteX2" fmla="*/ 641032 w 834707"/>
                  <a:gd name="connsiteY2" fmla="*/ 3364547 h 3364547"/>
                  <a:gd name="connsiteX3" fmla="*/ 834707 w 83470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4707" h="3364547">
                    <a:moveTo>
                      <a:pt x="834707" y="3364547"/>
                    </a:moveTo>
                    <a:lnTo>
                      <a:pt x="0" y="0"/>
                    </a:lnTo>
                    <a:lnTo>
                      <a:pt x="641032" y="3364547"/>
                    </a:lnTo>
                    <a:lnTo>
                      <a:pt x="834707" y="3364547"/>
                    </a:lnTo>
                    <a:close/>
                  </a:path>
                </a:pathLst>
              </a:custGeom>
              <a:solidFill>
                <a:srgbClr val="FFD800">
                  <a:alpha val="40000"/>
                </a:srgbClr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0C5C3A33-DF95-541C-DE48-B04D94E41D95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1816417" cy="3364547"/>
              </a:xfrm>
              <a:custGeom>
                <a:avLst/>
                <a:gdLst>
                  <a:gd name="connsiteX0" fmla="*/ 1816417 w 1816417"/>
                  <a:gd name="connsiteY0" fmla="*/ 3364547 h 3364547"/>
                  <a:gd name="connsiteX1" fmla="*/ 0 w 1816417"/>
                  <a:gd name="connsiteY1" fmla="*/ 0 h 3364547"/>
                  <a:gd name="connsiteX2" fmla="*/ 1187767 w 1816417"/>
                  <a:gd name="connsiteY2" fmla="*/ 3364547 h 3364547"/>
                  <a:gd name="connsiteX3" fmla="*/ 1816417 w 181641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1641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118776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54B4B118-AE38-9F88-5F91-24B6F78AC099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3364547"/>
              </a:xfrm>
              <a:custGeom>
                <a:avLst/>
                <a:gdLst>
                  <a:gd name="connsiteX0" fmla="*/ 1816417 w 2437447"/>
                  <a:gd name="connsiteY0" fmla="*/ 3364547 h 3364547"/>
                  <a:gd name="connsiteX1" fmla="*/ 0 w 2437447"/>
                  <a:gd name="connsiteY1" fmla="*/ 0 h 3364547"/>
                  <a:gd name="connsiteX2" fmla="*/ 2437447 w 2437447"/>
                  <a:gd name="connsiteY2" fmla="*/ 2812732 h 3364547"/>
                  <a:gd name="connsiteX3" fmla="*/ 2437447 w 2437447"/>
                  <a:gd name="connsiteY3" fmla="*/ 3364547 h 3364547"/>
                  <a:gd name="connsiteX4" fmla="*/ 1816417 w 2437447"/>
                  <a:gd name="connsiteY4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744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gradFill>
                <a:gsLst>
                  <a:gs pos="44000">
                    <a:srgbClr val="FF9A00"/>
                  </a:gs>
                  <a:gs pos="57000">
                    <a:srgbClr val="FF7400">
                      <a:alpha val="89804"/>
                    </a:srgbClr>
                  </a:gs>
                </a:gsLst>
                <a:lin ang="1956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57411A26-EF57-DC6B-5CD5-80A1F468089C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2812732"/>
              </a:xfrm>
              <a:custGeom>
                <a:avLst/>
                <a:gdLst>
                  <a:gd name="connsiteX0" fmla="*/ 2437447 w 2437447"/>
                  <a:gd name="connsiteY0" fmla="*/ 1587182 h 2812732"/>
                  <a:gd name="connsiteX1" fmla="*/ 0 w 2437447"/>
                  <a:gd name="connsiteY1" fmla="*/ 0 h 2812732"/>
                  <a:gd name="connsiteX2" fmla="*/ 2437447 w 2437447"/>
                  <a:gd name="connsiteY2" fmla="*/ 2812732 h 2812732"/>
                  <a:gd name="connsiteX3" fmla="*/ 2437447 w 2437447"/>
                  <a:gd name="connsiteY3" fmla="*/ 1587182 h 281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2812732">
                    <a:moveTo>
                      <a:pt x="2437447" y="1587182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1587182"/>
                    </a:lnTo>
                    <a:close/>
                  </a:path>
                </a:pathLst>
              </a:custGeom>
              <a:gradFill>
                <a:gsLst>
                  <a:gs pos="54000">
                    <a:srgbClr val="FF9A00"/>
                  </a:gs>
                  <a:gs pos="64000">
                    <a:srgbClr val="FF7E00"/>
                  </a:gs>
                </a:gsLst>
                <a:lin ang="1890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1DF34A3D-0EA6-1411-1985-196E395393A8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D1F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F04F8CA5-579F-DE4C-50FD-AEEE4F2CC97D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D7F15295-68C3-1577-090C-32AE392AD22E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gradFill>
                <a:gsLst>
                  <a:gs pos="0">
                    <a:srgbClr val="FF8700"/>
                  </a:gs>
                  <a:gs pos="16000">
                    <a:srgbClr val="FF7400">
                      <a:alpha val="0"/>
                    </a:srgbClr>
                  </a:gs>
                  <a:gs pos="32000">
                    <a:srgbClr val="FF7400">
                      <a:alpha val="49804"/>
                    </a:srgbClr>
                  </a:gs>
                  <a:gs pos="58000">
                    <a:srgbClr val="FF7400">
                      <a:alpha val="89804"/>
                    </a:srgbClr>
                  </a:gs>
                </a:gsLst>
                <a:lin ang="1158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8501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XP +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A084577-DDF3-0832-E5ED-5FF10B2E3F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/>
        </p:nvSpPr>
        <p:spPr>
          <a:xfrm>
            <a:off x="1342652" y="5761384"/>
            <a:ext cx="1509927" cy="305544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CC26F959-7025-876F-2A7E-2AB97F839FF3}"/>
              </a:ext>
            </a:extLst>
          </p:cNvPr>
          <p:cNvSpPr txBox="1">
            <a:spLocks/>
          </p:cNvSpPr>
          <p:nvPr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79993E6-A0C2-2282-9D83-AF057F94A080}"/>
              </a:ext>
            </a:extLst>
          </p:cNvPr>
          <p:cNvGrpSpPr/>
          <p:nvPr/>
        </p:nvGrpSpPr>
        <p:grpSpPr>
          <a:xfrm>
            <a:off x="3881118" y="0"/>
            <a:ext cx="8315959" cy="6857999"/>
            <a:chOff x="4609967" y="0"/>
            <a:chExt cx="8315959" cy="6857999"/>
          </a:xfrm>
        </p:grpSpPr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C887985F-1D93-DAFC-74AB-CE8D59DA60B9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5878513 w 5878512"/>
                <a:gd name="connsiteY0" fmla="*/ 3493453 h 3493452"/>
                <a:gd name="connsiteX1" fmla="*/ 5857557 w 5878512"/>
                <a:gd name="connsiteY1" fmla="*/ 0 h 3493452"/>
                <a:gd name="connsiteX2" fmla="*/ 2393315 w 5878512"/>
                <a:gd name="connsiteY2" fmla="*/ 0 h 3493452"/>
                <a:gd name="connsiteX3" fmla="*/ 0 w 5878512"/>
                <a:gd name="connsiteY3" fmla="*/ 0 h 3493452"/>
                <a:gd name="connsiteX4" fmla="*/ 5878513 w 5878512"/>
                <a:gd name="connsiteY4" fmla="*/ 3493453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5878513" y="3493453"/>
                  </a:moveTo>
                  <a:lnTo>
                    <a:pt x="5857557" y="0"/>
                  </a:lnTo>
                  <a:lnTo>
                    <a:pt x="2393315" y="0"/>
                  </a:lnTo>
                  <a:lnTo>
                    <a:pt x="0" y="0"/>
                  </a:lnTo>
                  <a:lnTo>
                    <a:pt x="5878513" y="3493453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E7814D08-EE86-E321-263E-AF405AD40066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0 w 5878512"/>
                <a:gd name="connsiteY0" fmla="*/ 0 h 3493452"/>
                <a:gd name="connsiteX1" fmla="*/ 5878513 w 5878512"/>
                <a:gd name="connsiteY1" fmla="*/ 3493453 h 3493452"/>
                <a:gd name="connsiteX2" fmla="*/ 2393315 w 5878512"/>
                <a:gd name="connsiteY2" fmla="*/ 0 h 3493452"/>
                <a:gd name="connsiteX3" fmla="*/ 2393315 w 5878512"/>
                <a:gd name="connsiteY3" fmla="*/ 0 h 3493452"/>
                <a:gd name="connsiteX4" fmla="*/ 0 w 5878512"/>
                <a:gd name="connsiteY4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0" y="0"/>
                  </a:moveTo>
                  <a:lnTo>
                    <a:pt x="5878513" y="3493453"/>
                  </a:lnTo>
                  <a:lnTo>
                    <a:pt x="2393315" y="0"/>
                  </a:lnTo>
                  <a:lnTo>
                    <a:pt x="2393315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2521">
                  <a:schemeClr val="accent6"/>
                </a:gs>
                <a:gs pos="49000">
                  <a:schemeClr val="accent3"/>
                </a:gs>
                <a:gs pos="63000">
                  <a:srgbClr val="C6EB00"/>
                </a:gs>
                <a:gs pos="94000">
                  <a:srgbClr val="C6EB00"/>
                </a:gs>
              </a:gsLst>
              <a:lin ang="184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93459D98-54E4-0EEE-94CB-2FCBEEF4A592}"/>
                </a:ext>
              </a:extLst>
            </p:cNvPr>
            <p:cNvSpPr/>
            <p:nvPr/>
          </p:nvSpPr>
          <p:spPr>
            <a:xfrm>
              <a:off x="7003281" y="0"/>
              <a:ext cx="3485197" cy="3493452"/>
            </a:xfrm>
            <a:custGeom>
              <a:avLst/>
              <a:gdLst>
                <a:gd name="connsiteX0" fmla="*/ 0 w 3485197"/>
                <a:gd name="connsiteY0" fmla="*/ 0 h 3493452"/>
                <a:gd name="connsiteX1" fmla="*/ 3485198 w 3485197"/>
                <a:gd name="connsiteY1" fmla="*/ 3493453 h 3493452"/>
                <a:gd name="connsiteX2" fmla="*/ 287973 w 3485197"/>
                <a:gd name="connsiteY2" fmla="*/ 0 h 3493452"/>
                <a:gd name="connsiteX3" fmla="*/ 0 w 348519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85197" h="3493452">
                  <a:moveTo>
                    <a:pt x="0" y="0"/>
                  </a:moveTo>
                  <a:lnTo>
                    <a:pt x="3485198" y="3493453"/>
                  </a:lnTo>
                  <a:lnTo>
                    <a:pt x="2879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B972">
                <a:alpha val="4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FAEC36D-F404-90FE-3357-7C09FBE64DDD}"/>
                </a:ext>
              </a:extLst>
            </p:cNvPr>
            <p:cNvSpPr/>
            <p:nvPr/>
          </p:nvSpPr>
          <p:spPr>
            <a:xfrm>
              <a:off x="7291254" y="0"/>
              <a:ext cx="3197225" cy="3493452"/>
            </a:xfrm>
            <a:custGeom>
              <a:avLst/>
              <a:gdLst>
                <a:gd name="connsiteX0" fmla="*/ 628650 w 3197225"/>
                <a:gd name="connsiteY0" fmla="*/ 0 h 3493452"/>
                <a:gd name="connsiteX1" fmla="*/ 3197225 w 3197225"/>
                <a:gd name="connsiteY1" fmla="*/ 3493453 h 3493452"/>
                <a:gd name="connsiteX2" fmla="*/ 0 w 3197225"/>
                <a:gd name="connsiteY2" fmla="*/ 0 h 3493452"/>
                <a:gd name="connsiteX3" fmla="*/ 628650 w 319722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97225" h="3493452">
                  <a:moveTo>
                    <a:pt x="628650" y="0"/>
                  </a:moveTo>
                  <a:lnTo>
                    <a:pt x="3197225" y="3493453"/>
                  </a:lnTo>
                  <a:lnTo>
                    <a:pt x="0" y="0"/>
                  </a:lnTo>
                  <a:lnTo>
                    <a:pt x="628650" y="0"/>
                  </a:lnTo>
                  <a:close/>
                </a:path>
              </a:pathLst>
            </a:custGeom>
            <a:gradFill>
              <a:gsLst>
                <a:gs pos="46000">
                  <a:schemeClr val="accent3"/>
                </a:gs>
                <a:gs pos="64000">
                  <a:srgbClr val="C6EB00"/>
                </a:gs>
              </a:gsLst>
              <a:lin ang="18810059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5CA7BF3E-52B1-61EC-32CD-26A550AB40D5}"/>
                </a:ext>
              </a:extLst>
            </p:cNvPr>
            <p:cNvSpPr/>
            <p:nvPr/>
          </p:nvSpPr>
          <p:spPr>
            <a:xfrm>
              <a:off x="7919904" y="0"/>
              <a:ext cx="2568575" cy="3493452"/>
            </a:xfrm>
            <a:custGeom>
              <a:avLst/>
              <a:gdLst>
                <a:gd name="connsiteX0" fmla="*/ 0 w 2568575"/>
                <a:gd name="connsiteY0" fmla="*/ 0 h 3493452"/>
                <a:gd name="connsiteX1" fmla="*/ 2568575 w 2568575"/>
                <a:gd name="connsiteY1" fmla="*/ 3493453 h 3493452"/>
                <a:gd name="connsiteX2" fmla="*/ 173672 w 2568575"/>
                <a:gd name="connsiteY2" fmla="*/ 0 h 3493452"/>
                <a:gd name="connsiteX3" fmla="*/ 0 w 256857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8575" h="3493452">
                  <a:moveTo>
                    <a:pt x="0" y="0"/>
                  </a:moveTo>
                  <a:lnTo>
                    <a:pt x="2568575" y="3493453"/>
                  </a:lnTo>
                  <a:lnTo>
                    <a:pt x="1736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1E3E7-CE0D-4AAA-3FB6-B6726FB0CD12}"/>
                </a:ext>
              </a:extLst>
            </p:cNvPr>
            <p:cNvSpPr/>
            <p:nvPr/>
          </p:nvSpPr>
          <p:spPr>
            <a:xfrm>
              <a:off x="8093577" y="0"/>
              <a:ext cx="2394902" cy="3493452"/>
            </a:xfrm>
            <a:custGeom>
              <a:avLst/>
              <a:gdLst>
                <a:gd name="connsiteX0" fmla="*/ 0 w 2394902"/>
                <a:gd name="connsiteY0" fmla="*/ 0 h 3493452"/>
                <a:gd name="connsiteX1" fmla="*/ 2394903 w 2394902"/>
                <a:gd name="connsiteY1" fmla="*/ 3493453 h 3493452"/>
                <a:gd name="connsiteX2" fmla="*/ 0 w 2394902"/>
                <a:gd name="connsiteY2" fmla="*/ 0 h 3493452"/>
                <a:gd name="connsiteX3" fmla="*/ 0 w 239490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4902" h="3493452">
                  <a:moveTo>
                    <a:pt x="0" y="0"/>
                  </a:moveTo>
                  <a:lnTo>
                    <a:pt x="2394903" y="349345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0F4E2FE-3961-5039-524A-C7BFBEF407E6}"/>
                </a:ext>
              </a:extLst>
            </p:cNvPr>
            <p:cNvSpPr/>
            <p:nvPr/>
          </p:nvSpPr>
          <p:spPr>
            <a:xfrm>
              <a:off x="8267884" y="0"/>
              <a:ext cx="2220595" cy="3493452"/>
            </a:xfrm>
            <a:custGeom>
              <a:avLst/>
              <a:gdLst>
                <a:gd name="connsiteX0" fmla="*/ 0 w 2220595"/>
                <a:gd name="connsiteY0" fmla="*/ 0 h 3493452"/>
                <a:gd name="connsiteX1" fmla="*/ 2220596 w 2220595"/>
                <a:gd name="connsiteY1" fmla="*/ 3493453 h 3493452"/>
                <a:gd name="connsiteX2" fmla="*/ 187643 w 2220595"/>
                <a:gd name="connsiteY2" fmla="*/ 0 h 3493452"/>
                <a:gd name="connsiteX3" fmla="*/ 0 w 222059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0595" h="3493452">
                  <a:moveTo>
                    <a:pt x="0" y="0"/>
                  </a:moveTo>
                  <a:lnTo>
                    <a:pt x="2220596" y="3493453"/>
                  </a:lnTo>
                  <a:lnTo>
                    <a:pt x="1876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B221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8D89A4A1-BD86-2041-AD1E-85D8F0FA7545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solidFill>
              <a:srgbClr val="80D226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746FA9E-2870-9A65-A5F0-0F8571A42208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gradFill>
              <a:gsLst>
                <a:gs pos="38000">
                  <a:srgbClr val="C6EB00"/>
                </a:gs>
                <a:gs pos="52000">
                  <a:schemeClr val="accent3"/>
                </a:gs>
                <a:gs pos="74000">
                  <a:srgbClr val="00A700"/>
                </a:gs>
              </a:gsLst>
              <a:lin ang="2022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98B01B5A-9CCD-0927-40F5-07AE1EB05810}"/>
                </a:ext>
              </a:extLst>
            </p:cNvPr>
            <p:cNvSpPr/>
            <p:nvPr/>
          </p:nvSpPr>
          <p:spPr>
            <a:xfrm>
              <a:off x="9119419" y="0"/>
              <a:ext cx="1369059" cy="3493452"/>
            </a:xfrm>
            <a:custGeom>
              <a:avLst/>
              <a:gdLst>
                <a:gd name="connsiteX0" fmla="*/ 0 w 1369059"/>
                <a:gd name="connsiteY0" fmla="*/ 0 h 3493452"/>
                <a:gd name="connsiteX1" fmla="*/ 1369060 w 1369059"/>
                <a:gd name="connsiteY1" fmla="*/ 3493453 h 3493452"/>
                <a:gd name="connsiteX2" fmla="*/ 452755 w 1369059"/>
                <a:gd name="connsiteY2" fmla="*/ 0 h 3493452"/>
                <a:gd name="connsiteX3" fmla="*/ 0 w 1369059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059" h="3493452">
                  <a:moveTo>
                    <a:pt x="0" y="0"/>
                  </a:moveTo>
                  <a:lnTo>
                    <a:pt x="1369060" y="3493453"/>
                  </a:lnTo>
                  <a:lnTo>
                    <a:pt x="45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84530221-7573-6728-6902-AE3BCFD1B788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895350 w 916305"/>
                <a:gd name="connsiteY0" fmla="*/ 0 h 3493452"/>
                <a:gd name="connsiteX1" fmla="*/ 916305 w 916305"/>
                <a:gd name="connsiteY1" fmla="*/ 3493453 h 3493452"/>
                <a:gd name="connsiteX2" fmla="*/ 0 w 916305"/>
                <a:gd name="connsiteY2" fmla="*/ 0 h 3493452"/>
                <a:gd name="connsiteX3" fmla="*/ 89535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895350" y="0"/>
                  </a:moveTo>
                  <a:lnTo>
                    <a:pt x="916305" y="3493453"/>
                  </a:lnTo>
                  <a:lnTo>
                    <a:pt x="0" y="0"/>
                  </a:lnTo>
                  <a:lnTo>
                    <a:pt x="895350" y="0"/>
                  </a:lnTo>
                  <a:close/>
                </a:path>
              </a:pathLst>
            </a:custGeom>
            <a:gradFill>
              <a:gsLst>
                <a:gs pos="20000">
                  <a:srgbClr val="C6EB00"/>
                </a:gs>
                <a:gs pos="20000">
                  <a:srgbClr val="C6EB00">
                    <a:alpha val="89804"/>
                  </a:srgbClr>
                </a:gs>
                <a:gs pos="40000">
                  <a:srgbClr val="C6EB00">
                    <a:alpha val="69804"/>
                  </a:srgbClr>
                </a:gs>
                <a:gs pos="70000">
                  <a:srgbClr val="C6EB00">
                    <a:alpha val="29804"/>
                  </a:srgbClr>
                </a:gs>
                <a:gs pos="90000">
                  <a:srgbClr val="C6EB00">
                    <a:alpha val="0"/>
                  </a:srgbClr>
                </a:gs>
              </a:gsLst>
              <a:lin ang="21210000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E305A30F-4210-E96A-694A-6E516693D43F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0 w 2343784"/>
                <a:gd name="connsiteY0" fmla="*/ 3493453 h 3493452"/>
                <a:gd name="connsiteX1" fmla="*/ 521335 w 2343784"/>
                <a:gd name="connsiteY1" fmla="*/ 0 h 3493452"/>
                <a:gd name="connsiteX2" fmla="*/ 2343785 w 2343784"/>
                <a:gd name="connsiteY2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43784" h="3493452">
                  <a:moveTo>
                    <a:pt x="0" y="3493453"/>
                  </a:moveTo>
                  <a:lnTo>
                    <a:pt x="521335" y="0"/>
                  </a:lnTo>
                  <a:lnTo>
                    <a:pt x="2343785" y="0"/>
                  </a:lnTo>
                </a:path>
              </a:pathLst>
            </a:custGeom>
            <a:solidFill>
              <a:srgbClr val="0EAFE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ECFBB89E-BEBC-7CD6-1982-E69C64F41F32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FC9CBB3D-10AB-900E-DDFF-874DC2105612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gradFill>
              <a:gsLst>
                <a:gs pos="24000">
                  <a:srgbClr val="3ECAFB">
                    <a:alpha val="0"/>
                  </a:srgbClr>
                </a:gs>
                <a:gs pos="47000">
                  <a:srgbClr val="188EEA"/>
                </a:gs>
                <a:gs pos="57000">
                  <a:srgbClr val="0068DF"/>
                </a:gs>
              </a:gsLst>
              <a:lin ang="19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9526ADC2-0154-7098-07BA-C7D05E711BEB}"/>
                </a:ext>
              </a:extLst>
            </p:cNvPr>
            <p:cNvSpPr/>
            <p:nvPr/>
          </p:nvSpPr>
          <p:spPr>
            <a:xfrm>
              <a:off x="10488479" y="0"/>
              <a:ext cx="1231265" cy="3493452"/>
            </a:xfrm>
            <a:custGeom>
              <a:avLst/>
              <a:gdLst>
                <a:gd name="connsiteX0" fmla="*/ 824547 w 1231265"/>
                <a:gd name="connsiteY0" fmla="*/ 0 h 3493452"/>
                <a:gd name="connsiteX1" fmla="*/ 0 w 1231265"/>
                <a:gd name="connsiteY1" fmla="*/ 3493453 h 3493452"/>
                <a:gd name="connsiteX2" fmla="*/ 1231265 w 1231265"/>
                <a:gd name="connsiteY2" fmla="*/ 0 h 3493452"/>
                <a:gd name="connsiteX3" fmla="*/ 824547 w 123126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1265" h="3493452">
                  <a:moveTo>
                    <a:pt x="824547" y="0"/>
                  </a:moveTo>
                  <a:lnTo>
                    <a:pt x="0" y="3493453"/>
                  </a:lnTo>
                  <a:lnTo>
                    <a:pt x="1231265" y="0"/>
                  </a:lnTo>
                  <a:lnTo>
                    <a:pt x="824547" y="0"/>
                  </a:lnTo>
                  <a:close/>
                </a:path>
              </a:pathLst>
            </a:custGeom>
            <a:solidFill>
              <a:srgbClr val="1F7AE3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9AF1836-38F3-443A-FF5B-C263972B1EE7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542290 w 542290"/>
                <a:gd name="connsiteY0" fmla="*/ 0 h 3493452"/>
                <a:gd name="connsiteX1" fmla="*/ 20955 w 542290"/>
                <a:gd name="connsiteY1" fmla="*/ 3493453 h 3493452"/>
                <a:gd name="connsiteX2" fmla="*/ 0 w 542290"/>
                <a:gd name="connsiteY2" fmla="*/ 0 h 3493452"/>
                <a:gd name="connsiteX3" fmla="*/ 54229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542290" y="0"/>
                  </a:moveTo>
                  <a:lnTo>
                    <a:pt x="20955" y="3493453"/>
                  </a:lnTo>
                  <a:lnTo>
                    <a:pt x="0" y="0"/>
                  </a:lnTo>
                  <a:lnTo>
                    <a:pt x="542290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D3A5C3A-736D-166F-F645-3728D9FA9DAA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76DB"/>
                </a:gs>
                <a:gs pos="50000">
                  <a:srgbClr val="2A9FED"/>
                </a:gs>
                <a:gs pos="100000">
                  <a:srgbClr val="54C8FF"/>
                </a:gs>
              </a:gsLst>
              <a:lin ang="20920988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832D2AC5-692E-3B83-F7EA-7B73246FBF79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78081749-69BF-173A-EB05-9EEF258EE2B0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0 w 916305"/>
                <a:gd name="connsiteY0" fmla="*/ 0 h 3493452"/>
                <a:gd name="connsiteX1" fmla="*/ 916305 w 916305"/>
                <a:gd name="connsiteY1" fmla="*/ 3493453 h 3493452"/>
                <a:gd name="connsiteX2" fmla="*/ 895350 w 916305"/>
                <a:gd name="connsiteY2" fmla="*/ 0 h 3493452"/>
                <a:gd name="connsiteX3" fmla="*/ 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0" y="0"/>
                  </a:moveTo>
                  <a:lnTo>
                    <a:pt x="916305" y="3493453"/>
                  </a:lnTo>
                  <a:lnTo>
                    <a:pt x="89535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C6EB00"/>
                </a:gs>
                <a:gs pos="54000">
                  <a:srgbClr val="B7D742"/>
                </a:gs>
                <a:gs pos="80000">
                  <a:srgbClr val="5DCAD3"/>
                </a:gs>
                <a:gs pos="100000">
                  <a:srgbClr val="49C8F5"/>
                </a:gs>
              </a:gsLst>
              <a:lin ang="2094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12098DD5-2AFE-2F89-353D-97173AC45973}"/>
                </a:ext>
              </a:extLst>
            </p:cNvPr>
            <p:cNvSpPr/>
            <p:nvPr/>
          </p:nvSpPr>
          <p:spPr>
            <a:xfrm>
              <a:off x="10488479" y="0"/>
              <a:ext cx="824547" cy="3493452"/>
            </a:xfrm>
            <a:custGeom>
              <a:avLst/>
              <a:gdLst>
                <a:gd name="connsiteX0" fmla="*/ 521335 w 824547"/>
                <a:gd name="connsiteY0" fmla="*/ 0 h 3493452"/>
                <a:gd name="connsiteX1" fmla="*/ 0 w 824547"/>
                <a:gd name="connsiteY1" fmla="*/ 3493453 h 3493452"/>
                <a:gd name="connsiteX2" fmla="*/ 824547 w 824547"/>
                <a:gd name="connsiteY2" fmla="*/ 0 h 3493452"/>
                <a:gd name="connsiteX3" fmla="*/ 521335 w 82454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4547" h="3493452">
                  <a:moveTo>
                    <a:pt x="521335" y="0"/>
                  </a:moveTo>
                  <a:lnTo>
                    <a:pt x="0" y="3493453"/>
                  </a:lnTo>
                  <a:lnTo>
                    <a:pt x="824547" y="0"/>
                  </a:lnTo>
                  <a:lnTo>
                    <a:pt x="52133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A2CF7D6-9028-349C-9BDD-0D0AB6CA72C0}"/>
                </a:ext>
              </a:extLst>
            </p:cNvPr>
            <p:cNvSpPr/>
            <p:nvPr/>
          </p:nvSpPr>
          <p:spPr>
            <a:xfrm>
              <a:off x="10488479" y="0"/>
              <a:ext cx="1507490" cy="3493452"/>
            </a:xfrm>
            <a:custGeom>
              <a:avLst/>
              <a:gdLst>
                <a:gd name="connsiteX0" fmla="*/ 1231265 w 1507490"/>
                <a:gd name="connsiteY0" fmla="*/ 0 h 3493452"/>
                <a:gd name="connsiteX1" fmla="*/ 0 w 1507490"/>
                <a:gd name="connsiteY1" fmla="*/ 3493453 h 3493452"/>
                <a:gd name="connsiteX2" fmla="*/ 1507490 w 1507490"/>
                <a:gd name="connsiteY2" fmla="*/ 0 h 3493452"/>
                <a:gd name="connsiteX3" fmla="*/ 1231265 w 15074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7490" h="3493452">
                  <a:moveTo>
                    <a:pt x="123126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123126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38" name="Graphic 57">
              <a:extLst>
                <a:ext uri="{FF2B5EF4-FFF2-40B4-BE49-F238E27FC236}">
                  <a16:creationId xmlns:a16="http://schemas.microsoft.com/office/drawing/2014/main" id="{C4FC5CAF-4688-232A-6992-3DBA4628B5E0}"/>
                </a:ext>
              </a:extLst>
            </p:cNvPr>
            <p:cNvGrpSpPr/>
            <p:nvPr/>
          </p:nvGrpSpPr>
          <p:grpSpPr>
            <a:xfrm>
              <a:off x="9375642" y="3493452"/>
              <a:ext cx="3550284" cy="3364547"/>
              <a:chOff x="12299315" y="3493452"/>
              <a:chExt cx="3550284" cy="3364547"/>
            </a:xfrm>
          </p:grpSpPr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E70998FF-F0A7-FC66-8E62-1A96657E7F98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3550284" cy="3364547"/>
              </a:xfrm>
              <a:custGeom>
                <a:avLst/>
                <a:gdLst>
                  <a:gd name="connsiteX0" fmla="*/ 1112838 w 3550284"/>
                  <a:gd name="connsiteY0" fmla="*/ 0 h 3364547"/>
                  <a:gd name="connsiteX1" fmla="*/ 3550285 w 3550284"/>
                  <a:gd name="connsiteY1" fmla="*/ 879475 h 3364547"/>
                  <a:gd name="connsiteX2" fmla="*/ 3550285 w 3550284"/>
                  <a:gd name="connsiteY2" fmla="*/ 3364547 h 3364547"/>
                  <a:gd name="connsiteX3" fmla="*/ 0 w 3550284"/>
                  <a:gd name="connsiteY3" fmla="*/ 3364547 h 3364547"/>
                  <a:gd name="connsiteX4" fmla="*/ 1112838 w 3550284"/>
                  <a:gd name="connsiteY4" fmla="*/ 0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50284" h="3364547">
                    <a:moveTo>
                      <a:pt x="1112838" y="0"/>
                    </a:moveTo>
                    <a:lnTo>
                      <a:pt x="3550285" y="879475"/>
                    </a:lnTo>
                    <a:lnTo>
                      <a:pt x="3550285" y="3364547"/>
                    </a:lnTo>
                    <a:lnTo>
                      <a:pt x="0" y="3364547"/>
                    </a:lnTo>
                    <a:lnTo>
                      <a:pt x="1112838" y="0"/>
                    </a:lnTo>
                    <a:close/>
                  </a:path>
                </a:pathLst>
              </a:custGeom>
              <a:solidFill>
                <a:srgbClr val="FF9A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F3BA8CEE-0385-A6F0-44A6-C607C3E975A5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solidFill>
                <a:srgbClr val="FFD8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8B30A002-E800-2FFC-B6EF-4F4F723C5090}"/>
                  </a:ext>
                </a:extLst>
              </p:cNvPr>
              <p:cNvSpPr/>
              <p:nvPr/>
            </p:nvSpPr>
            <p:spPr>
              <a:xfrm>
                <a:off x="13242607" y="3493452"/>
                <a:ext cx="1357312" cy="3364547"/>
              </a:xfrm>
              <a:custGeom>
                <a:avLst/>
                <a:gdLst>
                  <a:gd name="connsiteX0" fmla="*/ 0 w 1357312"/>
                  <a:gd name="connsiteY0" fmla="*/ 3364547 h 3364547"/>
                  <a:gd name="connsiteX1" fmla="*/ 169545 w 1357312"/>
                  <a:gd name="connsiteY1" fmla="*/ 0 h 3364547"/>
                  <a:gd name="connsiteX2" fmla="*/ 1357313 w 1357312"/>
                  <a:gd name="connsiteY2" fmla="*/ 3364547 h 3364547"/>
                  <a:gd name="connsiteX3" fmla="*/ 0 w 1357312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7312" h="3364547">
                    <a:moveTo>
                      <a:pt x="0" y="3364547"/>
                    </a:moveTo>
                    <a:lnTo>
                      <a:pt x="169545" y="0"/>
                    </a:lnTo>
                    <a:lnTo>
                      <a:pt x="1357313" y="3364547"/>
                    </a:lnTo>
                    <a:lnTo>
                      <a:pt x="0" y="3364547"/>
                    </a:lnTo>
                    <a:close/>
                  </a:path>
                </a:pathLst>
              </a:custGeom>
              <a:gradFill>
                <a:gsLst>
                  <a:gs pos="20000">
                    <a:srgbClr val="FF7400"/>
                  </a:gs>
                  <a:gs pos="20000">
                    <a:srgbClr val="FF7F15">
                      <a:alpha val="89804"/>
                    </a:srgbClr>
                  </a:gs>
                  <a:gs pos="40000">
                    <a:srgbClr val="FF9E4D">
                      <a:alpha val="69804"/>
                    </a:srgbClr>
                  </a:gs>
                  <a:gs pos="70000">
                    <a:srgbClr val="FFCFA6">
                      <a:alpha val="29804"/>
                    </a:srgbClr>
                  </a:gs>
                  <a:gs pos="90000">
                    <a:srgbClr val="FFFFFF">
                      <a:alpha val="0"/>
                    </a:srgbClr>
                  </a:gs>
                </a:gsLst>
                <a:lin ang="21066000" scaled="1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049FD7AD-6741-92FD-F2D4-ADDFCB1E8984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834707" cy="3364547"/>
              </a:xfrm>
              <a:custGeom>
                <a:avLst/>
                <a:gdLst>
                  <a:gd name="connsiteX0" fmla="*/ 834707 w 834707"/>
                  <a:gd name="connsiteY0" fmla="*/ 3364547 h 3364547"/>
                  <a:gd name="connsiteX1" fmla="*/ 0 w 834707"/>
                  <a:gd name="connsiteY1" fmla="*/ 0 h 3364547"/>
                  <a:gd name="connsiteX2" fmla="*/ 641032 w 834707"/>
                  <a:gd name="connsiteY2" fmla="*/ 3364547 h 3364547"/>
                  <a:gd name="connsiteX3" fmla="*/ 834707 w 83470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4707" h="3364547">
                    <a:moveTo>
                      <a:pt x="834707" y="3364547"/>
                    </a:moveTo>
                    <a:lnTo>
                      <a:pt x="0" y="0"/>
                    </a:lnTo>
                    <a:lnTo>
                      <a:pt x="641032" y="3364547"/>
                    </a:lnTo>
                    <a:lnTo>
                      <a:pt x="834707" y="3364547"/>
                    </a:lnTo>
                    <a:close/>
                  </a:path>
                </a:pathLst>
              </a:custGeom>
              <a:solidFill>
                <a:srgbClr val="FFD800">
                  <a:alpha val="40000"/>
                </a:srgbClr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C3489775-C831-B62B-F3F1-FE81AEE78845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1816417" cy="3364547"/>
              </a:xfrm>
              <a:custGeom>
                <a:avLst/>
                <a:gdLst>
                  <a:gd name="connsiteX0" fmla="*/ 1816417 w 1816417"/>
                  <a:gd name="connsiteY0" fmla="*/ 3364547 h 3364547"/>
                  <a:gd name="connsiteX1" fmla="*/ 0 w 1816417"/>
                  <a:gd name="connsiteY1" fmla="*/ 0 h 3364547"/>
                  <a:gd name="connsiteX2" fmla="*/ 1187767 w 1816417"/>
                  <a:gd name="connsiteY2" fmla="*/ 3364547 h 3364547"/>
                  <a:gd name="connsiteX3" fmla="*/ 1816417 w 181641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1641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118776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FBE244A9-E1B3-7502-C592-65FD5B14AB4B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3364547"/>
              </a:xfrm>
              <a:custGeom>
                <a:avLst/>
                <a:gdLst>
                  <a:gd name="connsiteX0" fmla="*/ 1816417 w 2437447"/>
                  <a:gd name="connsiteY0" fmla="*/ 3364547 h 3364547"/>
                  <a:gd name="connsiteX1" fmla="*/ 0 w 2437447"/>
                  <a:gd name="connsiteY1" fmla="*/ 0 h 3364547"/>
                  <a:gd name="connsiteX2" fmla="*/ 2437447 w 2437447"/>
                  <a:gd name="connsiteY2" fmla="*/ 2812732 h 3364547"/>
                  <a:gd name="connsiteX3" fmla="*/ 2437447 w 2437447"/>
                  <a:gd name="connsiteY3" fmla="*/ 3364547 h 3364547"/>
                  <a:gd name="connsiteX4" fmla="*/ 1816417 w 2437447"/>
                  <a:gd name="connsiteY4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744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gradFill>
                <a:gsLst>
                  <a:gs pos="44000">
                    <a:srgbClr val="FF9A00"/>
                  </a:gs>
                  <a:gs pos="57000">
                    <a:srgbClr val="FF7400">
                      <a:alpha val="89804"/>
                    </a:srgbClr>
                  </a:gs>
                </a:gsLst>
                <a:lin ang="1956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C33B9AA1-6F8F-0117-7EF5-54D4ACDB7231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2812732"/>
              </a:xfrm>
              <a:custGeom>
                <a:avLst/>
                <a:gdLst>
                  <a:gd name="connsiteX0" fmla="*/ 2437447 w 2437447"/>
                  <a:gd name="connsiteY0" fmla="*/ 1587182 h 2812732"/>
                  <a:gd name="connsiteX1" fmla="*/ 0 w 2437447"/>
                  <a:gd name="connsiteY1" fmla="*/ 0 h 2812732"/>
                  <a:gd name="connsiteX2" fmla="*/ 2437447 w 2437447"/>
                  <a:gd name="connsiteY2" fmla="*/ 2812732 h 2812732"/>
                  <a:gd name="connsiteX3" fmla="*/ 2437447 w 2437447"/>
                  <a:gd name="connsiteY3" fmla="*/ 1587182 h 281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2812732">
                    <a:moveTo>
                      <a:pt x="2437447" y="1587182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1587182"/>
                    </a:lnTo>
                    <a:close/>
                  </a:path>
                </a:pathLst>
              </a:custGeom>
              <a:gradFill>
                <a:gsLst>
                  <a:gs pos="54000">
                    <a:srgbClr val="FF9A00"/>
                  </a:gs>
                  <a:gs pos="64000">
                    <a:srgbClr val="FF7E00"/>
                  </a:gs>
                </a:gsLst>
                <a:lin ang="1890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FC31BCF2-3799-BEFE-670D-06F6F4301A0A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D1F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271EA46D-6F7E-63F7-02CD-693E71E0E5EC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21BFF8C1-CC60-B92E-553D-C9F448B62B40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gradFill>
                <a:gsLst>
                  <a:gs pos="0">
                    <a:srgbClr val="FF8700"/>
                  </a:gs>
                  <a:gs pos="16000">
                    <a:srgbClr val="FF7400">
                      <a:alpha val="0"/>
                    </a:srgbClr>
                  </a:gs>
                  <a:gs pos="32000">
                    <a:srgbClr val="FF7400">
                      <a:alpha val="49804"/>
                    </a:srgbClr>
                  </a:gs>
                  <a:gs pos="58000">
                    <a:srgbClr val="FF7400">
                      <a:alpha val="89804"/>
                    </a:srgbClr>
                  </a:gs>
                </a:gsLst>
                <a:lin ang="1158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324E62A-A266-449D-644F-E0FCFEE9BBBC}"/>
              </a:ext>
            </a:extLst>
          </p:cNvPr>
          <p:cNvGrpSpPr/>
          <p:nvPr/>
        </p:nvGrpSpPr>
        <p:grpSpPr>
          <a:xfrm>
            <a:off x="1329004" y="2629430"/>
            <a:ext cx="5566813" cy="1018700"/>
            <a:chOff x="1329004" y="2629430"/>
            <a:chExt cx="5566813" cy="1018700"/>
          </a:xfrm>
        </p:grpSpPr>
        <p:grpSp>
          <p:nvGrpSpPr>
            <p:cNvPr id="4" name="Graphic 1">
              <a:extLst>
                <a:ext uri="{FF2B5EF4-FFF2-40B4-BE49-F238E27FC236}">
                  <a16:creationId xmlns:a16="http://schemas.microsoft.com/office/drawing/2014/main" id="{7BD040A0-6EB2-4625-2A1C-25C6FC668768}"/>
                </a:ext>
              </a:extLst>
            </p:cNvPr>
            <p:cNvGrpSpPr/>
            <p:nvPr userDrawn="1"/>
          </p:nvGrpSpPr>
          <p:grpSpPr>
            <a:xfrm>
              <a:off x="4783656" y="2681524"/>
              <a:ext cx="2112161" cy="966606"/>
              <a:chOff x="4783656" y="2681524"/>
              <a:chExt cx="2112161" cy="966606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9F4C5BEF-4063-7196-2616-4FE90F82CD7D}"/>
                  </a:ext>
                </a:extLst>
              </p:cNvPr>
              <p:cNvSpPr/>
              <p:nvPr/>
            </p:nvSpPr>
            <p:spPr>
              <a:xfrm>
                <a:off x="4784665" y="2721924"/>
                <a:ext cx="249588" cy="328013"/>
              </a:xfrm>
              <a:custGeom>
                <a:avLst/>
                <a:gdLst>
                  <a:gd name="connsiteX0" fmla="*/ 231723 w 249588"/>
                  <a:gd name="connsiteY0" fmla="*/ 187492 h 328013"/>
                  <a:gd name="connsiteX1" fmla="*/ 249588 w 249588"/>
                  <a:gd name="connsiteY1" fmla="*/ 239179 h 328013"/>
                  <a:gd name="connsiteX2" fmla="*/ 236670 w 249588"/>
                  <a:gd name="connsiteY2" fmla="*/ 285467 h 328013"/>
                  <a:gd name="connsiteX3" fmla="*/ 199313 w 249588"/>
                  <a:gd name="connsiteY3" fmla="*/ 316727 h 328013"/>
                  <a:gd name="connsiteX4" fmla="*/ 141488 w 249588"/>
                  <a:gd name="connsiteY4" fmla="*/ 328014 h 328013"/>
                  <a:gd name="connsiteX5" fmla="*/ 0 w 249588"/>
                  <a:gd name="connsiteY5" fmla="*/ 328014 h 328013"/>
                  <a:gd name="connsiteX6" fmla="*/ 0 w 249588"/>
                  <a:gd name="connsiteY6" fmla="*/ 0 h 328013"/>
                  <a:gd name="connsiteX7" fmla="*/ 135402 w 249588"/>
                  <a:gd name="connsiteY7" fmla="*/ 0 h 328013"/>
                  <a:gd name="connsiteX8" fmla="*/ 193000 w 249588"/>
                  <a:gd name="connsiteY8" fmla="*/ 10799 h 328013"/>
                  <a:gd name="connsiteX9" fmla="*/ 229673 w 249588"/>
                  <a:gd name="connsiteY9" fmla="*/ 40888 h 328013"/>
                  <a:gd name="connsiteX10" fmla="*/ 242137 w 249588"/>
                  <a:gd name="connsiteY10" fmla="*/ 84573 h 328013"/>
                  <a:gd name="connsiteX11" fmla="*/ 226875 w 249588"/>
                  <a:gd name="connsiteY11" fmla="*/ 132520 h 328013"/>
                  <a:gd name="connsiteX12" fmla="*/ 186199 w 249588"/>
                  <a:gd name="connsiteY12" fmla="*/ 159778 h 328013"/>
                  <a:gd name="connsiteX13" fmla="*/ 231788 w 249588"/>
                  <a:gd name="connsiteY13" fmla="*/ 187492 h 328013"/>
                  <a:gd name="connsiteX14" fmla="*/ 65798 w 249588"/>
                  <a:gd name="connsiteY14" fmla="*/ 135317 h 328013"/>
                  <a:gd name="connsiteX15" fmla="*/ 125966 w 249588"/>
                  <a:gd name="connsiteY15" fmla="*/ 135317 h 328013"/>
                  <a:gd name="connsiteX16" fmla="*/ 162151 w 249588"/>
                  <a:gd name="connsiteY16" fmla="*/ 124745 h 328013"/>
                  <a:gd name="connsiteX17" fmla="*/ 174842 w 249588"/>
                  <a:gd name="connsiteY17" fmla="*/ 94429 h 328013"/>
                  <a:gd name="connsiteX18" fmla="*/ 162151 w 249588"/>
                  <a:gd name="connsiteY18" fmla="*/ 63885 h 328013"/>
                  <a:gd name="connsiteX19" fmla="*/ 125966 w 249588"/>
                  <a:gd name="connsiteY19" fmla="*/ 53086 h 328013"/>
                  <a:gd name="connsiteX20" fmla="*/ 65798 w 249588"/>
                  <a:gd name="connsiteY20" fmla="*/ 53086 h 328013"/>
                  <a:gd name="connsiteX21" fmla="*/ 65798 w 249588"/>
                  <a:gd name="connsiteY21" fmla="*/ 135317 h 328013"/>
                  <a:gd name="connsiteX22" fmla="*/ 169440 w 249588"/>
                  <a:gd name="connsiteY22" fmla="*/ 263153 h 328013"/>
                  <a:gd name="connsiteX23" fmla="*/ 182847 w 249588"/>
                  <a:gd name="connsiteY23" fmla="*/ 231210 h 328013"/>
                  <a:gd name="connsiteX24" fmla="*/ 168757 w 249588"/>
                  <a:gd name="connsiteY24" fmla="*/ 198064 h 328013"/>
                  <a:gd name="connsiteX25" fmla="*/ 130684 w 249588"/>
                  <a:gd name="connsiteY25" fmla="*/ 186094 h 328013"/>
                  <a:gd name="connsiteX26" fmla="*/ 65798 w 249588"/>
                  <a:gd name="connsiteY26" fmla="*/ 186094 h 328013"/>
                  <a:gd name="connsiteX27" fmla="*/ 65798 w 249588"/>
                  <a:gd name="connsiteY27" fmla="*/ 274440 h 328013"/>
                  <a:gd name="connsiteX28" fmla="*/ 132083 w 249588"/>
                  <a:gd name="connsiteY28" fmla="*/ 274440 h 328013"/>
                  <a:gd name="connsiteX29" fmla="*/ 169473 w 249588"/>
                  <a:gd name="connsiteY29" fmla="*/ 263153 h 328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49588" h="328013">
                    <a:moveTo>
                      <a:pt x="231723" y="187492"/>
                    </a:moveTo>
                    <a:cubicBezTo>
                      <a:pt x="243633" y="202520"/>
                      <a:pt x="249588" y="219760"/>
                      <a:pt x="249588" y="239179"/>
                    </a:cubicBezTo>
                    <a:cubicBezTo>
                      <a:pt x="249588" y="256712"/>
                      <a:pt x="245260" y="272163"/>
                      <a:pt x="236670" y="285467"/>
                    </a:cubicBezTo>
                    <a:cubicBezTo>
                      <a:pt x="228046" y="298771"/>
                      <a:pt x="215583" y="309213"/>
                      <a:pt x="199313" y="316727"/>
                    </a:cubicBezTo>
                    <a:cubicBezTo>
                      <a:pt x="183010" y="324241"/>
                      <a:pt x="163745" y="328014"/>
                      <a:pt x="141488" y="328014"/>
                    </a:cubicBezTo>
                    <a:lnTo>
                      <a:pt x="0" y="328014"/>
                    </a:lnTo>
                    <a:lnTo>
                      <a:pt x="0" y="0"/>
                    </a:lnTo>
                    <a:lnTo>
                      <a:pt x="135402" y="0"/>
                    </a:lnTo>
                    <a:cubicBezTo>
                      <a:pt x="157660" y="0"/>
                      <a:pt x="176859" y="3611"/>
                      <a:pt x="193000" y="10799"/>
                    </a:cubicBezTo>
                    <a:cubicBezTo>
                      <a:pt x="209140" y="18021"/>
                      <a:pt x="221376" y="28039"/>
                      <a:pt x="229673" y="40888"/>
                    </a:cubicBezTo>
                    <a:cubicBezTo>
                      <a:pt x="237971" y="53737"/>
                      <a:pt x="242137" y="68309"/>
                      <a:pt x="242137" y="84573"/>
                    </a:cubicBezTo>
                    <a:cubicBezTo>
                      <a:pt x="242137" y="103700"/>
                      <a:pt x="237027" y="119671"/>
                      <a:pt x="226875" y="132520"/>
                    </a:cubicBezTo>
                    <a:cubicBezTo>
                      <a:pt x="216689" y="145368"/>
                      <a:pt x="203120" y="154444"/>
                      <a:pt x="186199" y="159778"/>
                    </a:cubicBezTo>
                    <a:cubicBezTo>
                      <a:pt x="204682" y="163226"/>
                      <a:pt x="219878" y="172464"/>
                      <a:pt x="231788" y="187492"/>
                    </a:cubicBezTo>
                    <a:close/>
                    <a:moveTo>
                      <a:pt x="65798" y="135317"/>
                    </a:moveTo>
                    <a:lnTo>
                      <a:pt x="125966" y="135317"/>
                    </a:lnTo>
                    <a:cubicBezTo>
                      <a:pt x="141650" y="135317"/>
                      <a:pt x="153690" y="131804"/>
                      <a:pt x="162151" y="124745"/>
                    </a:cubicBezTo>
                    <a:cubicBezTo>
                      <a:pt x="170611" y="117687"/>
                      <a:pt x="174842" y="107603"/>
                      <a:pt x="174842" y="94429"/>
                    </a:cubicBezTo>
                    <a:cubicBezTo>
                      <a:pt x="174842" y="81255"/>
                      <a:pt x="170611" y="71107"/>
                      <a:pt x="162151" y="63885"/>
                    </a:cubicBezTo>
                    <a:cubicBezTo>
                      <a:pt x="153690" y="56697"/>
                      <a:pt x="141618" y="53086"/>
                      <a:pt x="125966" y="53086"/>
                    </a:cubicBezTo>
                    <a:lnTo>
                      <a:pt x="65798" y="53086"/>
                    </a:lnTo>
                    <a:lnTo>
                      <a:pt x="65798" y="135317"/>
                    </a:lnTo>
                    <a:close/>
                    <a:moveTo>
                      <a:pt x="169440" y="263153"/>
                    </a:moveTo>
                    <a:cubicBezTo>
                      <a:pt x="178356" y="255639"/>
                      <a:pt x="182847" y="245002"/>
                      <a:pt x="182847" y="231210"/>
                    </a:cubicBezTo>
                    <a:cubicBezTo>
                      <a:pt x="182847" y="217418"/>
                      <a:pt x="178161" y="206066"/>
                      <a:pt x="168757" y="198064"/>
                    </a:cubicBezTo>
                    <a:cubicBezTo>
                      <a:pt x="159352" y="190062"/>
                      <a:pt x="146661" y="186094"/>
                      <a:pt x="130684" y="186094"/>
                    </a:cubicBezTo>
                    <a:lnTo>
                      <a:pt x="65798" y="186094"/>
                    </a:lnTo>
                    <a:lnTo>
                      <a:pt x="65798" y="274440"/>
                    </a:lnTo>
                    <a:lnTo>
                      <a:pt x="132083" y="274440"/>
                    </a:lnTo>
                    <a:cubicBezTo>
                      <a:pt x="148061" y="274440"/>
                      <a:pt x="160524" y="270667"/>
                      <a:pt x="169473" y="263153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287635C-1119-D843-3975-6F586F93251F}"/>
                  </a:ext>
                </a:extLst>
              </p:cNvPr>
              <p:cNvSpPr/>
              <p:nvPr/>
            </p:nvSpPr>
            <p:spPr>
              <a:xfrm>
                <a:off x="5091590" y="2785842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70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1F5F9BF8-02F2-0E91-3ADB-6D6288C484E6}"/>
                  </a:ext>
                </a:extLst>
              </p:cNvPr>
              <p:cNvSpPr/>
              <p:nvPr/>
            </p:nvSpPr>
            <p:spPr>
              <a:xfrm>
                <a:off x="5279188" y="2681524"/>
                <a:ext cx="80831" cy="368381"/>
              </a:xfrm>
              <a:custGeom>
                <a:avLst/>
                <a:gdLst>
                  <a:gd name="connsiteX0" fmla="*/ 11520 w 80831"/>
                  <a:gd name="connsiteY0" fmla="*/ 66000 h 368381"/>
                  <a:gd name="connsiteX1" fmla="*/ 0 w 80831"/>
                  <a:gd name="connsiteY1" fmla="*/ 38513 h 368381"/>
                  <a:gd name="connsiteX2" fmla="*/ 11520 w 80831"/>
                  <a:gd name="connsiteY2" fmla="*/ 11027 h 368381"/>
                  <a:gd name="connsiteX3" fmla="*/ 40416 w 80831"/>
                  <a:gd name="connsiteY3" fmla="*/ 0 h 368381"/>
                  <a:gd name="connsiteX4" fmla="*/ 69312 w 80831"/>
                  <a:gd name="connsiteY4" fmla="*/ 11027 h 368381"/>
                  <a:gd name="connsiteX5" fmla="*/ 80831 w 80831"/>
                  <a:gd name="connsiteY5" fmla="*/ 38513 h 368381"/>
                  <a:gd name="connsiteX6" fmla="*/ 69312 w 80831"/>
                  <a:gd name="connsiteY6" fmla="*/ 66000 h 368381"/>
                  <a:gd name="connsiteX7" fmla="*/ 40416 w 80831"/>
                  <a:gd name="connsiteY7" fmla="*/ 77059 h 368381"/>
                  <a:gd name="connsiteX8" fmla="*/ 11520 w 80831"/>
                  <a:gd name="connsiteY8" fmla="*/ 66000 h 368381"/>
                  <a:gd name="connsiteX9" fmla="*/ 72859 w 80831"/>
                  <a:gd name="connsiteY9" fmla="*/ 108058 h 368381"/>
                  <a:gd name="connsiteX10" fmla="*/ 72859 w 80831"/>
                  <a:gd name="connsiteY10" fmla="*/ 368381 h 368381"/>
                  <a:gd name="connsiteX11" fmla="*/ 7029 w 80831"/>
                  <a:gd name="connsiteY11" fmla="*/ 368381 h 368381"/>
                  <a:gd name="connsiteX12" fmla="*/ 7029 w 80831"/>
                  <a:gd name="connsiteY12" fmla="*/ 108058 h 368381"/>
                  <a:gd name="connsiteX13" fmla="*/ 72859 w 80831"/>
                  <a:gd name="connsiteY13" fmla="*/ 108058 h 368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0831" h="368381">
                    <a:moveTo>
                      <a:pt x="11520" y="66000"/>
                    </a:moveTo>
                    <a:cubicBezTo>
                      <a:pt x="3840" y="58648"/>
                      <a:pt x="0" y="49475"/>
                      <a:pt x="0" y="38513"/>
                    </a:cubicBezTo>
                    <a:cubicBezTo>
                      <a:pt x="0" y="27551"/>
                      <a:pt x="3840" y="18378"/>
                      <a:pt x="11520" y="11027"/>
                    </a:cubicBezTo>
                    <a:cubicBezTo>
                      <a:pt x="19199" y="3676"/>
                      <a:pt x="28831" y="0"/>
                      <a:pt x="40416" y="0"/>
                    </a:cubicBezTo>
                    <a:cubicBezTo>
                      <a:pt x="52000" y="0"/>
                      <a:pt x="61633" y="3676"/>
                      <a:pt x="69312" y="11027"/>
                    </a:cubicBezTo>
                    <a:cubicBezTo>
                      <a:pt x="76992" y="18378"/>
                      <a:pt x="80831" y="27551"/>
                      <a:pt x="80831" y="38513"/>
                    </a:cubicBezTo>
                    <a:cubicBezTo>
                      <a:pt x="80831" y="49475"/>
                      <a:pt x="76992" y="58648"/>
                      <a:pt x="69312" y="66000"/>
                    </a:cubicBezTo>
                    <a:cubicBezTo>
                      <a:pt x="61633" y="73351"/>
                      <a:pt x="52000" y="77059"/>
                      <a:pt x="40416" y="77059"/>
                    </a:cubicBezTo>
                    <a:cubicBezTo>
                      <a:pt x="28831" y="77059"/>
                      <a:pt x="19167" y="73384"/>
                      <a:pt x="11520" y="66000"/>
                    </a:cubicBezTo>
                    <a:close/>
                    <a:moveTo>
                      <a:pt x="72859" y="108058"/>
                    </a:moveTo>
                    <a:lnTo>
                      <a:pt x="72859" y="368381"/>
                    </a:lnTo>
                    <a:lnTo>
                      <a:pt x="7029" y="368381"/>
                    </a:lnTo>
                    <a:lnTo>
                      <a:pt x="7029" y="108058"/>
                    </a:lnTo>
                    <a:lnTo>
                      <a:pt x="72859" y="108058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D51A46CE-B761-F8DA-16E5-54CA2FA8F43B}"/>
                  </a:ext>
                </a:extLst>
              </p:cNvPr>
              <p:cNvSpPr/>
              <p:nvPr/>
            </p:nvSpPr>
            <p:spPr>
              <a:xfrm>
                <a:off x="5404698" y="2785354"/>
                <a:ext cx="271260" cy="392842"/>
              </a:xfrm>
              <a:custGeom>
                <a:avLst/>
                <a:gdLst>
                  <a:gd name="connsiteX0" fmla="*/ 170188 w 271260"/>
                  <a:gd name="connsiteY0" fmla="*/ 11515 h 392842"/>
                  <a:gd name="connsiteX1" fmla="*/ 204975 w 271260"/>
                  <a:gd name="connsiteY1" fmla="*/ 41343 h 392842"/>
                  <a:gd name="connsiteX2" fmla="*/ 204975 w 271260"/>
                  <a:gd name="connsiteY2" fmla="*/ 4229 h 392842"/>
                  <a:gd name="connsiteX3" fmla="*/ 271261 w 271260"/>
                  <a:gd name="connsiteY3" fmla="*/ 4229 h 392842"/>
                  <a:gd name="connsiteX4" fmla="*/ 271261 w 271260"/>
                  <a:gd name="connsiteY4" fmla="*/ 266438 h 392842"/>
                  <a:gd name="connsiteX5" fmla="*/ 256682 w 271260"/>
                  <a:gd name="connsiteY5" fmla="*/ 331039 h 392842"/>
                  <a:gd name="connsiteX6" fmla="*/ 212947 w 271260"/>
                  <a:gd name="connsiteY6" fmla="*/ 376156 h 392842"/>
                  <a:gd name="connsiteX7" fmla="*/ 142431 w 271260"/>
                  <a:gd name="connsiteY7" fmla="*/ 392842 h 392842"/>
                  <a:gd name="connsiteX8" fmla="*/ 51479 w 271260"/>
                  <a:gd name="connsiteY8" fmla="*/ 366983 h 392842"/>
                  <a:gd name="connsiteX9" fmla="*/ 11292 w 271260"/>
                  <a:gd name="connsiteY9" fmla="*/ 296494 h 392842"/>
                  <a:gd name="connsiteX10" fmla="*/ 76633 w 271260"/>
                  <a:gd name="connsiteY10" fmla="*/ 296494 h 392842"/>
                  <a:gd name="connsiteX11" fmla="*/ 98956 w 271260"/>
                  <a:gd name="connsiteY11" fmla="*/ 324924 h 392842"/>
                  <a:gd name="connsiteX12" fmla="*/ 140576 w 271260"/>
                  <a:gd name="connsiteY12" fmla="*/ 335495 h 392842"/>
                  <a:gd name="connsiteX13" fmla="*/ 187110 w 271260"/>
                  <a:gd name="connsiteY13" fmla="*/ 318353 h 392842"/>
                  <a:gd name="connsiteX14" fmla="*/ 204975 w 271260"/>
                  <a:gd name="connsiteY14" fmla="*/ 266438 h 392842"/>
                  <a:gd name="connsiteX15" fmla="*/ 204975 w 271260"/>
                  <a:gd name="connsiteY15" fmla="*/ 226038 h 392842"/>
                  <a:gd name="connsiteX16" fmla="*/ 169961 w 271260"/>
                  <a:gd name="connsiteY16" fmla="*/ 256582 h 392842"/>
                  <a:gd name="connsiteX17" fmla="*/ 118937 w 271260"/>
                  <a:gd name="connsiteY17" fmla="*/ 268813 h 392842"/>
                  <a:gd name="connsiteX18" fmla="*/ 58769 w 271260"/>
                  <a:gd name="connsiteY18" fmla="*/ 251898 h 392842"/>
                  <a:gd name="connsiteX19" fmla="*/ 15750 w 271260"/>
                  <a:gd name="connsiteY19" fmla="*/ 204212 h 392842"/>
                  <a:gd name="connsiteX20" fmla="*/ 0 w 271260"/>
                  <a:gd name="connsiteY20" fmla="*/ 133496 h 392842"/>
                  <a:gd name="connsiteX21" fmla="*/ 15750 w 271260"/>
                  <a:gd name="connsiteY21" fmla="*/ 63462 h 392842"/>
                  <a:gd name="connsiteX22" fmla="*/ 58541 w 271260"/>
                  <a:gd name="connsiteY22" fmla="*/ 16459 h 392842"/>
                  <a:gd name="connsiteX23" fmla="*/ 118937 w 271260"/>
                  <a:gd name="connsiteY23" fmla="*/ 0 h 392842"/>
                  <a:gd name="connsiteX24" fmla="*/ 170188 w 271260"/>
                  <a:gd name="connsiteY24" fmla="*/ 11515 h 392842"/>
                  <a:gd name="connsiteX25" fmla="*/ 195570 w 271260"/>
                  <a:gd name="connsiteY25" fmla="*/ 93291 h 392842"/>
                  <a:gd name="connsiteX26" fmla="*/ 170188 w 271260"/>
                  <a:gd name="connsiteY26" fmla="*/ 66975 h 392842"/>
                  <a:gd name="connsiteX27" fmla="*/ 135858 w 271260"/>
                  <a:gd name="connsiteY27" fmla="*/ 57803 h 392842"/>
                  <a:gd name="connsiteX28" fmla="*/ 102016 w 271260"/>
                  <a:gd name="connsiteY28" fmla="*/ 66715 h 392842"/>
                  <a:gd name="connsiteX29" fmla="*/ 76861 w 271260"/>
                  <a:gd name="connsiteY29" fmla="*/ 92803 h 392842"/>
                  <a:gd name="connsiteX30" fmla="*/ 67229 w 271260"/>
                  <a:gd name="connsiteY30" fmla="*/ 133463 h 392842"/>
                  <a:gd name="connsiteX31" fmla="*/ 76861 w 271260"/>
                  <a:gd name="connsiteY31" fmla="*/ 174579 h 392842"/>
                  <a:gd name="connsiteX32" fmla="*/ 102243 w 271260"/>
                  <a:gd name="connsiteY32" fmla="*/ 201609 h 392842"/>
                  <a:gd name="connsiteX33" fmla="*/ 135858 w 271260"/>
                  <a:gd name="connsiteY33" fmla="*/ 211010 h 392842"/>
                  <a:gd name="connsiteX34" fmla="*/ 170188 w 271260"/>
                  <a:gd name="connsiteY34" fmla="*/ 201837 h 392842"/>
                  <a:gd name="connsiteX35" fmla="*/ 195570 w 271260"/>
                  <a:gd name="connsiteY35" fmla="*/ 175522 h 392842"/>
                  <a:gd name="connsiteX36" fmla="*/ 204975 w 271260"/>
                  <a:gd name="connsiteY36" fmla="*/ 134406 h 392842"/>
                  <a:gd name="connsiteX37" fmla="*/ 195570 w 271260"/>
                  <a:gd name="connsiteY37" fmla="*/ 93291 h 392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71260" h="392842">
                    <a:moveTo>
                      <a:pt x="170188" y="11515"/>
                    </a:moveTo>
                    <a:cubicBezTo>
                      <a:pt x="184930" y="19192"/>
                      <a:pt x="196514" y="29145"/>
                      <a:pt x="204975" y="41343"/>
                    </a:cubicBezTo>
                    <a:lnTo>
                      <a:pt x="204975" y="4229"/>
                    </a:lnTo>
                    <a:lnTo>
                      <a:pt x="271261" y="4229"/>
                    </a:lnTo>
                    <a:lnTo>
                      <a:pt x="271261" y="266438"/>
                    </a:lnTo>
                    <a:cubicBezTo>
                      <a:pt x="271261" y="290574"/>
                      <a:pt x="266412" y="312108"/>
                      <a:pt x="256682" y="331039"/>
                    </a:cubicBezTo>
                    <a:cubicBezTo>
                      <a:pt x="246952" y="350003"/>
                      <a:pt x="232407" y="365031"/>
                      <a:pt x="212947" y="376156"/>
                    </a:cubicBezTo>
                    <a:cubicBezTo>
                      <a:pt x="193520" y="387280"/>
                      <a:pt x="169993" y="392842"/>
                      <a:pt x="142431" y="392842"/>
                    </a:cubicBezTo>
                    <a:cubicBezTo>
                      <a:pt x="105432" y="392842"/>
                      <a:pt x="75137" y="384222"/>
                      <a:pt x="51479" y="366983"/>
                    </a:cubicBezTo>
                    <a:cubicBezTo>
                      <a:pt x="27822" y="349743"/>
                      <a:pt x="14415" y="326257"/>
                      <a:pt x="11292" y="296494"/>
                    </a:cubicBezTo>
                    <a:lnTo>
                      <a:pt x="76633" y="296494"/>
                    </a:lnTo>
                    <a:cubicBezTo>
                      <a:pt x="80083" y="308399"/>
                      <a:pt x="87535" y="317865"/>
                      <a:pt x="98956" y="324924"/>
                    </a:cubicBezTo>
                    <a:cubicBezTo>
                      <a:pt x="110378" y="331982"/>
                      <a:pt x="124273" y="335495"/>
                      <a:pt x="140576" y="335495"/>
                    </a:cubicBezTo>
                    <a:cubicBezTo>
                      <a:pt x="159678" y="335495"/>
                      <a:pt x="175200" y="329770"/>
                      <a:pt x="187110" y="318353"/>
                    </a:cubicBezTo>
                    <a:cubicBezTo>
                      <a:pt x="199020" y="306903"/>
                      <a:pt x="204975" y="289598"/>
                      <a:pt x="204975" y="266438"/>
                    </a:cubicBezTo>
                    <a:lnTo>
                      <a:pt x="204975" y="226038"/>
                    </a:lnTo>
                    <a:cubicBezTo>
                      <a:pt x="196514" y="238269"/>
                      <a:pt x="184832" y="248450"/>
                      <a:pt x="169961" y="256582"/>
                    </a:cubicBezTo>
                    <a:cubicBezTo>
                      <a:pt x="155057" y="264714"/>
                      <a:pt x="138071" y="268813"/>
                      <a:pt x="118937" y="268813"/>
                    </a:cubicBezTo>
                    <a:cubicBezTo>
                      <a:pt x="97004" y="268813"/>
                      <a:pt x="76926" y="263185"/>
                      <a:pt x="58769" y="251898"/>
                    </a:cubicBezTo>
                    <a:cubicBezTo>
                      <a:pt x="40578" y="240611"/>
                      <a:pt x="26260" y="224737"/>
                      <a:pt x="15750" y="204212"/>
                    </a:cubicBezTo>
                    <a:cubicBezTo>
                      <a:pt x="5239" y="183686"/>
                      <a:pt x="0" y="160136"/>
                      <a:pt x="0" y="133496"/>
                    </a:cubicBezTo>
                    <a:cubicBezTo>
                      <a:pt x="0" y="106855"/>
                      <a:pt x="5239" y="83858"/>
                      <a:pt x="15750" y="63462"/>
                    </a:cubicBezTo>
                    <a:cubicBezTo>
                      <a:pt x="26260" y="43100"/>
                      <a:pt x="40513" y="27454"/>
                      <a:pt x="58541" y="16459"/>
                    </a:cubicBezTo>
                    <a:cubicBezTo>
                      <a:pt x="76568" y="5497"/>
                      <a:pt x="96679" y="0"/>
                      <a:pt x="118937" y="0"/>
                    </a:cubicBezTo>
                    <a:cubicBezTo>
                      <a:pt x="138363" y="0"/>
                      <a:pt x="155447" y="3838"/>
                      <a:pt x="170188" y="11515"/>
                    </a:cubicBezTo>
                    <a:close/>
                    <a:moveTo>
                      <a:pt x="195570" y="93291"/>
                    </a:moveTo>
                    <a:cubicBezTo>
                      <a:pt x="189290" y="81873"/>
                      <a:pt x="180829" y="73091"/>
                      <a:pt x="170188" y="66975"/>
                    </a:cubicBezTo>
                    <a:cubicBezTo>
                      <a:pt x="159515" y="60860"/>
                      <a:pt x="148093" y="57803"/>
                      <a:pt x="135858" y="57803"/>
                    </a:cubicBezTo>
                    <a:cubicBezTo>
                      <a:pt x="123623" y="57803"/>
                      <a:pt x="112363" y="60795"/>
                      <a:pt x="102016" y="66715"/>
                    </a:cubicBezTo>
                    <a:cubicBezTo>
                      <a:pt x="91667" y="72668"/>
                      <a:pt x="83272" y="81353"/>
                      <a:pt x="76861" y="92803"/>
                    </a:cubicBezTo>
                    <a:cubicBezTo>
                      <a:pt x="70418" y="104253"/>
                      <a:pt x="67229" y="117784"/>
                      <a:pt x="67229" y="133463"/>
                    </a:cubicBezTo>
                    <a:cubicBezTo>
                      <a:pt x="67229" y="149142"/>
                      <a:pt x="70451" y="162836"/>
                      <a:pt x="76861" y="174579"/>
                    </a:cubicBezTo>
                    <a:cubicBezTo>
                      <a:pt x="83272" y="186321"/>
                      <a:pt x="91732" y="195332"/>
                      <a:pt x="102243" y="201609"/>
                    </a:cubicBezTo>
                    <a:cubicBezTo>
                      <a:pt x="112754" y="207887"/>
                      <a:pt x="123948" y="211010"/>
                      <a:pt x="135858" y="211010"/>
                    </a:cubicBezTo>
                    <a:cubicBezTo>
                      <a:pt x="147768" y="211010"/>
                      <a:pt x="159515" y="207952"/>
                      <a:pt x="170188" y="201837"/>
                    </a:cubicBezTo>
                    <a:cubicBezTo>
                      <a:pt x="180829" y="195722"/>
                      <a:pt x="189290" y="186972"/>
                      <a:pt x="195570" y="175522"/>
                    </a:cubicBezTo>
                    <a:cubicBezTo>
                      <a:pt x="201851" y="164105"/>
                      <a:pt x="204975" y="150378"/>
                      <a:pt x="204975" y="134406"/>
                    </a:cubicBezTo>
                    <a:cubicBezTo>
                      <a:pt x="204975" y="118435"/>
                      <a:pt x="201851" y="104741"/>
                      <a:pt x="195570" y="93291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4317E66D-89D2-659D-2DC4-CCECF1477E25}"/>
                  </a:ext>
                </a:extLst>
              </p:cNvPr>
              <p:cNvSpPr/>
              <p:nvPr/>
            </p:nvSpPr>
            <p:spPr>
              <a:xfrm>
                <a:off x="5745011" y="2702180"/>
                <a:ext cx="248254" cy="347725"/>
              </a:xfrm>
              <a:custGeom>
                <a:avLst/>
                <a:gdLst>
                  <a:gd name="connsiteX0" fmla="*/ 199378 w 248254"/>
                  <a:gd name="connsiteY0" fmla="*/ 96576 h 347725"/>
                  <a:gd name="connsiteX1" fmla="*/ 235335 w 248254"/>
                  <a:gd name="connsiteY1" fmla="*/ 134634 h 347725"/>
                  <a:gd name="connsiteX2" fmla="*/ 248254 w 248254"/>
                  <a:gd name="connsiteY2" fmla="*/ 195006 h 347725"/>
                  <a:gd name="connsiteX3" fmla="*/ 248254 w 248254"/>
                  <a:gd name="connsiteY3" fmla="*/ 347726 h 347725"/>
                  <a:gd name="connsiteX4" fmla="*/ 182424 w 248254"/>
                  <a:gd name="connsiteY4" fmla="*/ 347726 h 347725"/>
                  <a:gd name="connsiteX5" fmla="*/ 182424 w 248254"/>
                  <a:gd name="connsiteY5" fmla="*/ 203919 h 347725"/>
                  <a:gd name="connsiteX6" fmla="*/ 166902 w 248254"/>
                  <a:gd name="connsiteY6" fmla="*/ 156233 h 347725"/>
                  <a:gd name="connsiteX7" fmla="*/ 124599 w 248254"/>
                  <a:gd name="connsiteY7" fmla="*/ 139546 h 347725"/>
                  <a:gd name="connsiteX8" fmla="*/ 81580 w 248254"/>
                  <a:gd name="connsiteY8" fmla="*/ 156233 h 347725"/>
                  <a:gd name="connsiteX9" fmla="*/ 65830 w 248254"/>
                  <a:gd name="connsiteY9" fmla="*/ 203919 h 347725"/>
                  <a:gd name="connsiteX10" fmla="*/ 65830 w 248254"/>
                  <a:gd name="connsiteY10" fmla="*/ 347726 h 347725"/>
                  <a:gd name="connsiteX11" fmla="*/ 0 w 248254"/>
                  <a:gd name="connsiteY11" fmla="*/ 347726 h 347725"/>
                  <a:gd name="connsiteX12" fmla="*/ 0 w 248254"/>
                  <a:gd name="connsiteY12" fmla="*/ 0 h 347725"/>
                  <a:gd name="connsiteX13" fmla="*/ 65830 w 248254"/>
                  <a:gd name="connsiteY13" fmla="*/ 0 h 347725"/>
                  <a:gd name="connsiteX14" fmla="*/ 65830 w 248254"/>
                  <a:gd name="connsiteY14" fmla="*/ 119834 h 347725"/>
                  <a:gd name="connsiteX15" fmla="*/ 99673 w 248254"/>
                  <a:gd name="connsiteY15" fmla="*/ 93291 h 347725"/>
                  <a:gd name="connsiteX16" fmla="*/ 146694 w 248254"/>
                  <a:gd name="connsiteY16" fmla="*/ 83662 h 347725"/>
                  <a:gd name="connsiteX17" fmla="*/ 199345 w 248254"/>
                  <a:gd name="connsiteY17" fmla="*/ 96576 h 3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48254" h="347725">
                    <a:moveTo>
                      <a:pt x="199378" y="96576"/>
                    </a:moveTo>
                    <a:cubicBezTo>
                      <a:pt x="214737" y="105196"/>
                      <a:pt x="226712" y="117882"/>
                      <a:pt x="235335" y="134634"/>
                    </a:cubicBezTo>
                    <a:cubicBezTo>
                      <a:pt x="243959" y="151386"/>
                      <a:pt x="248254" y="171521"/>
                      <a:pt x="248254" y="195006"/>
                    </a:cubicBezTo>
                    <a:lnTo>
                      <a:pt x="248254" y="347726"/>
                    </a:lnTo>
                    <a:lnTo>
                      <a:pt x="182424" y="347726"/>
                    </a:lnTo>
                    <a:lnTo>
                      <a:pt x="182424" y="203919"/>
                    </a:lnTo>
                    <a:cubicBezTo>
                      <a:pt x="182424" y="183231"/>
                      <a:pt x="177250" y="167357"/>
                      <a:pt x="166902" y="156233"/>
                    </a:cubicBezTo>
                    <a:cubicBezTo>
                      <a:pt x="156554" y="145108"/>
                      <a:pt x="142464" y="139546"/>
                      <a:pt x="124599" y="139546"/>
                    </a:cubicBezTo>
                    <a:cubicBezTo>
                      <a:pt x="106734" y="139546"/>
                      <a:pt x="92091" y="145108"/>
                      <a:pt x="81580" y="156233"/>
                    </a:cubicBezTo>
                    <a:cubicBezTo>
                      <a:pt x="71069" y="167357"/>
                      <a:pt x="65830" y="183264"/>
                      <a:pt x="65830" y="203919"/>
                    </a:cubicBezTo>
                    <a:lnTo>
                      <a:pt x="65830" y="347726"/>
                    </a:lnTo>
                    <a:lnTo>
                      <a:pt x="0" y="347726"/>
                    </a:lnTo>
                    <a:lnTo>
                      <a:pt x="0" y="0"/>
                    </a:lnTo>
                    <a:lnTo>
                      <a:pt x="65830" y="0"/>
                    </a:lnTo>
                    <a:lnTo>
                      <a:pt x="65830" y="119834"/>
                    </a:lnTo>
                    <a:cubicBezTo>
                      <a:pt x="74291" y="108546"/>
                      <a:pt x="85583" y="99699"/>
                      <a:pt x="99673" y="93291"/>
                    </a:cubicBezTo>
                    <a:cubicBezTo>
                      <a:pt x="113763" y="86883"/>
                      <a:pt x="129448" y="83662"/>
                      <a:pt x="146694" y="83662"/>
                    </a:cubicBezTo>
                    <a:cubicBezTo>
                      <a:pt x="166447" y="83662"/>
                      <a:pt x="183986" y="87989"/>
                      <a:pt x="199345" y="96576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CAD75B1-6957-A2C2-EADA-0911D967A3F1}"/>
                  </a:ext>
                </a:extLst>
              </p:cNvPr>
              <p:cNvSpPr/>
              <p:nvPr/>
            </p:nvSpPr>
            <p:spPr>
              <a:xfrm>
                <a:off x="6039831" y="2725275"/>
                <a:ext cx="155578" cy="324695"/>
              </a:xfrm>
              <a:custGeom>
                <a:avLst/>
                <a:gdLst>
                  <a:gd name="connsiteX0" fmla="*/ 97297 w 155578"/>
                  <a:gd name="connsiteY0" fmla="*/ 118370 h 324695"/>
                  <a:gd name="connsiteX1" fmla="*/ 97297 w 155578"/>
                  <a:gd name="connsiteY1" fmla="*/ 244319 h 324695"/>
                  <a:gd name="connsiteX2" fmla="*/ 103643 w 155578"/>
                  <a:gd name="connsiteY2" fmla="*/ 263348 h 324695"/>
                  <a:gd name="connsiteX3" fmla="*/ 125022 w 155578"/>
                  <a:gd name="connsiteY3" fmla="*/ 269235 h 324695"/>
                  <a:gd name="connsiteX4" fmla="*/ 155578 w 155578"/>
                  <a:gd name="connsiteY4" fmla="*/ 269235 h 324695"/>
                  <a:gd name="connsiteX5" fmla="*/ 155578 w 155578"/>
                  <a:gd name="connsiteY5" fmla="*/ 324696 h 324695"/>
                  <a:gd name="connsiteX6" fmla="*/ 114218 w 155578"/>
                  <a:gd name="connsiteY6" fmla="*/ 324696 h 324695"/>
                  <a:gd name="connsiteX7" fmla="*/ 31012 w 155578"/>
                  <a:gd name="connsiteY7" fmla="*/ 243863 h 324695"/>
                  <a:gd name="connsiteX8" fmla="*/ 31012 w 155578"/>
                  <a:gd name="connsiteY8" fmla="*/ 118402 h 324695"/>
                  <a:gd name="connsiteX9" fmla="*/ 0 w 155578"/>
                  <a:gd name="connsiteY9" fmla="*/ 118402 h 324695"/>
                  <a:gd name="connsiteX10" fmla="*/ 0 w 155578"/>
                  <a:gd name="connsiteY10" fmla="*/ 64373 h 324695"/>
                  <a:gd name="connsiteX11" fmla="*/ 31012 w 155578"/>
                  <a:gd name="connsiteY11" fmla="*/ 64373 h 324695"/>
                  <a:gd name="connsiteX12" fmla="*/ 31012 w 155578"/>
                  <a:gd name="connsiteY12" fmla="*/ 0 h 324695"/>
                  <a:gd name="connsiteX13" fmla="*/ 97297 w 155578"/>
                  <a:gd name="connsiteY13" fmla="*/ 0 h 324695"/>
                  <a:gd name="connsiteX14" fmla="*/ 97297 w 155578"/>
                  <a:gd name="connsiteY14" fmla="*/ 64373 h 324695"/>
                  <a:gd name="connsiteX15" fmla="*/ 155578 w 155578"/>
                  <a:gd name="connsiteY15" fmla="*/ 64373 h 324695"/>
                  <a:gd name="connsiteX16" fmla="*/ 155578 w 155578"/>
                  <a:gd name="connsiteY16" fmla="*/ 118402 h 324695"/>
                  <a:gd name="connsiteX17" fmla="*/ 97297 w 155578"/>
                  <a:gd name="connsiteY17" fmla="*/ 118402 h 324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5578" h="324695">
                    <a:moveTo>
                      <a:pt x="97297" y="118370"/>
                    </a:moveTo>
                    <a:lnTo>
                      <a:pt x="97297" y="244319"/>
                    </a:lnTo>
                    <a:cubicBezTo>
                      <a:pt x="97297" y="253101"/>
                      <a:pt x="99412" y="259444"/>
                      <a:pt x="103643" y="263348"/>
                    </a:cubicBezTo>
                    <a:cubicBezTo>
                      <a:pt x="107873" y="267284"/>
                      <a:pt x="114999" y="269235"/>
                      <a:pt x="125022" y="269235"/>
                    </a:cubicBezTo>
                    <a:lnTo>
                      <a:pt x="155578" y="269235"/>
                    </a:lnTo>
                    <a:lnTo>
                      <a:pt x="155578" y="324696"/>
                    </a:lnTo>
                    <a:lnTo>
                      <a:pt x="114218" y="324696"/>
                    </a:lnTo>
                    <a:cubicBezTo>
                      <a:pt x="58736" y="324696"/>
                      <a:pt x="31012" y="297763"/>
                      <a:pt x="31012" y="243863"/>
                    </a:cubicBezTo>
                    <a:lnTo>
                      <a:pt x="31012" y="118402"/>
                    </a:lnTo>
                    <a:lnTo>
                      <a:pt x="0" y="118402"/>
                    </a:lnTo>
                    <a:lnTo>
                      <a:pt x="0" y="64373"/>
                    </a:lnTo>
                    <a:lnTo>
                      <a:pt x="31012" y="64373"/>
                    </a:lnTo>
                    <a:lnTo>
                      <a:pt x="31012" y="0"/>
                    </a:lnTo>
                    <a:lnTo>
                      <a:pt x="97297" y="0"/>
                    </a:lnTo>
                    <a:lnTo>
                      <a:pt x="97297" y="64373"/>
                    </a:lnTo>
                    <a:lnTo>
                      <a:pt x="155578" y="64373"/>
                    </a:lnTo>
                    <a:lnTo>
                      <a:pt x="155578" y="118402"/>
                    </a:lnTo>
                    <a:lnTo>
                      <a:pt x="97297" y="118402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5312B5F5-0A50-31C8-C3CE-63BE451CE26C}"/>
                  </a:ext>
                </a:extLst>
              </p:cNvPr>
              <p:cNvSpPr/>
              <p:nvPr/>
            </p:nvSpPr>
            <p:spPr>
              <a:xfrm>
                <a:off x="6230683" y="2785354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3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5 w 259025"/>
                  <a:gd name="connsiteY11" fmla="*/ 63462 h 268812"/>
                  <a:gd name="connsiteX12" fmla="*/ 62543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6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8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3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2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19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4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5" y="63462"/>
                    </a:cubicBezTo>
                    <a:cubicBezTo>
                      <a:pt x="27432" y="43100"/>
                      <a:pt x="42791" y="27454"/>
                      <a:pt x="62543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0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6"/>
                    </a:cubicBezTo>
                    <a:cubicBezTo>
                      <a:pt x="253623" y="80898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8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010633F-90F7-9123-5B3F-4D939509B052}"/>
                  </a:ext>
                </a:extLst>
              </p:cNvPr>
              <p:cNvSpPr/>
              <p:nvPr/>
            </p:nvSpPr>
            <p:spPr>
              <a:xfrm>
                <a:off x="6542294" y="2785842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69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2A5A042F-F560-64C0-61FF-F90F3F28E0D3}"/>
                  </a:ext>
                </a:extLst>
              </p:cNvPr>
              <p:cNvSpPr/>
              <p:nvPr/>
            </p:nvSpPr>
            <p:spPr>
              <a:xfrm>
                <a:off x="4783656" y="3191826"/>
                <a:ext cx="240705" cy="328013"/>
              </a:xfrm>
              <a:custGeom>
                <a:avLst/>
                <a:gdLst>
                  <a:gd name="connsiteX0" fmla="*/ 240705 w 240705"/>
                  <a:gd name="connsiteY0" fmla="*/ 0 h 328013"/>
                  <a:gd name="connsiteX1" fmla="*/ 240705 w 240705"/>
                  <a:gd name="connsiteY1" fmla="*/ 53118 h 328013"/>
                  <a:gd name="connsiteX2" fmla="*/ 153268 w 240705"/>
                  <a:gd name="connsiteY2" fmla="*/ 53118 h 328013"/>
                  <a:gd name="connsiteX3" fmla="*/ 153268 w 240705"/>
                  <a:gd name="connsiteY3" fmla="*/ 328014 h 328013"/>
                  <a:gd name="connsiteX4" fmla="*/ 87437 w 240705"/>
                  <a:gd name="connsiteY4" fmla="*/ 328014 h 328013"/>
                  <a:gd name="connsiteX5" fmla="*/ 87437 w 240705"/>
                  <a:gd name="connsiteY5" fmla="*/ 53118 h 328013"/>
                  <a:gd name="connsiteX6" fmla="*/ 0 w 240705"/>
                  <a:gd name="connsiteY6" fmla="*/ 53118 h 328013"/>
                  <a:gd name="connsiteX7" fmla="*/ 0 w 240705"/>
                  <a:gd name="connsiteY7" fmla="*/ 0 h 328013"/>
                  <a:gd name="connsiteX8" fmla="*/ 240705 w 240705"/>
                  <a:gd name="connsiteY8" fmla="*/ 0 h 328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0705" h="328013">
                    <a:moveTo>
                      <a:pt x="240705" y="0"/>
                    </a:moveTo>
                    <a:lnTo>
                      <a:pt x="240705" y="53118"/>
                    </a:lnTo>
                    <a:lnTo>
                      <a:pt x="153268" y="53118"/>
                    </a:lnTo>
                    <a:lnTo>
                      <a:pt x="153268" y="328014"/>
                    </a:lnTo>
                    <a:lnTo>
                      <a:pt x="87437" y="328014"/>
                    </a:lnTo>
                    <a:lnTo>
                      <a:pt x="87437" y="53118"/>
                    </a:lnTo>
                    <a:lnTo>
                      <a:pt x="0" y="53118"/>
                    </a:lnTo>
                    <a:lnTo>
                      <a:pt x="0" y="0"/>
                    </a:lnTo>
                    <a:lnTo>
                      <a:pt x="240705" y="0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FAD98615-2CB5-469A-0199-E4E0600F26ED}"/>
                  </a:ext>
                </a:extLst>
              </p:cNvPr>
              <p:cNvSpPr/>
              <p:nvPr/>
            </p:nvSpPr>
            <p:spPr>
              <a:xfrm>
                <a:off x="5013557" y="3255256"/>
                <a:ext cx="268006" cy="268812"/>
              </a:xfrm>
              <a:custGeom>
                <a:avLst/>
                <a:gdLst>
                  <a:gd name="connsiteX0" fmla="*/ 64398 w 268006"/>
                  <a:gd name="connsiteY0" fmla="*/ 252126 h 268812"/>
                  <a:gd name="connsiteX1" fmla="*/ 17149 w 268006"/>
                  <a:gd name="connsiteY1" fmla="*/ 204895 h 268812"/>
                  <a:gd name="connsiteX2" fmla="*/ 0 w 268006"/>
                  <a:gd name="connsiteY2" fmla="*/ 134406 h 268812"/>
                  <a:gd name="connsiteX3" fmla="*/ 17637 w 268006"/>
                  <a:gd name="connsiteY3" fmla="*/ 63918 h 268812"/>
                  <a:gd name="connsiteX4" fmla="*/ 65830 w 268006"/>
                  <a:gd name="connsiteY4" fmla="*/ 16687 h 268812"/>
                  <a:gd name="connsiteX5" fmla="*/ 134003 w 268006"/>
                  <a:gd name="connsiteY5" fmla="*/ 0 h 268812"/>
                  <a:gd name="connsiteX6" fmla="*/ 202176 w 268006"/>
                  <a:gd name="connsiteY6" fmla="*/ 16687 h 268812"/>
                  <a:gd name="connsiteX7" fmla="*/ 250370 w 268006"/>
                  <a:gd name="connsiteY7" fmla="*/ 63918 h 268812"/>
                  <a:gd name="connsiteX8" fmla="*/ 268006 w 268006"/>
                  <a:gd name="connsiteY8" fmla="*/ 134406 h 268812"/>
                  <a:gd name="connsiteX9" fmla="*/ 249914 w 268006"/>
                  <a:gd name="connsiteY9" fmla="*/ 204895 h 268812"/>
                  <a:gd name="connsiteX10" fmla="*/ 201038 w 268006"/>
                  <a:gd name="connsiteY10" fmla="*/ 252126 h 268812"/>
                  <a:gd name="connsiteX11" fmla="*/ 132181 w 268006"/>
                  <a:gd name="connsiteY11" fmla="*/ 268813 h 268812"/>
                  <a:gd name="connsiteX12" fmla="*/ 64496 w 268006"/>
                  <a:gd name="connsiteY12" fmla="*/ 252126 h 268812"/>
                  <a:gd name="connsiteX13" fmla="*/ 165698 w 268006"/>
                  <a:gd name="connsiteY13" fmla="*/ 202780 h 268812"/>
                  <a:gd name="connsiteX14" fmla="*/ 190852 w 268006"/>
                  <a:gd name="connsiteY14" fmla="*/ 176693 h 268812"/>
                  <a:gd name="connsiteX15" fmla="*/ 200257 w 268006"/>
                  <a:gd name="connsiteY15" fmla="*/ 134406 h 268812"/>
                  <a:gd name="connsiteX16" fmla="*/ 180732 w 268006"/>
                  <a:gd name="connsiteY16" fmla="*/ 77319 h 268812"/>
                  <a:gd name="connsiteX17" fmla="*/ 133027 w 268006"/>
                  <a:gd name="connsiteY17" fmla="*/ 57347 h 268812"/>
                  <a:gd name="connsiteX18" fmla="*/ 85778 w 268006"/>
                  <a:gd name="connsiteY18" fmla="*/ 77319 h 268812"/>
                  <a:gd name="connsiteX19" fmla="*/ 66741 w 268006"/>
                  <a:gd name="connsiteY19" fmla="*/ 134406 h 268812"/>
                  <a:gd name="connsiteX20" fmla="*/ 85322 w 268006"/>
                  <a:gd name="connsiteY20" fmla="*/ 191493 h 268812"/>
                  <a:gd name="connsiteX21" fmla="*/ 132083 w 268006"/>
                  <a:gd name="connsiteY21" fmla="*/ 211465 h 268812"/>
                  <a:gd name="connsiteX22" fmla="*/ 165698 w 268006"/>
                  <a:gd name="connsiteY22" fmla="*/ 202780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68006" h="268812">
                    <a:moveTo>
                      <a:pt x="64398" y="252126"/>
                    </a:moveTo>
                    <a:cubicBezTo>
                      <a:pt x="44353" y="241001"/>
                      <a:pt x="28604" y="225257"/>
                      <a:pt x="17149" y="204895"/>
                    </a:cubicBezTo>
                    <a:cubicBezTo>
                      <a:pt x="5695" y="184532"/>
                      <a:pt x="0" y="161047"/>
                      <a:pt x="0" y="134406"/>
                    </a:cubicBezTo>
                    <a:cubicBezTo>
                      <a:pt x="0" y="107766"/>
                      <a:pt x="5890" y="84280"/>
                      <a:pt x="17637" y="63918"/>
                    </a:cubicBezTo>
                    <a:cubicBezTo>
                      <a:pt x="29384" y="43555"/>
                      <a:pt x="45459" y="27812"/>
                      <a:pt x="65830" y="16687"/>
                    </a:cubicBezTo>
                    <a:cubicBezTo>
                      <a:pt x="86201" y="5562"/>
                      <a:pt x="108914" y="0"/>
                      <a:pt x="134003" y="0"/>
                    </a:cubicBezTo>
                    <a:cubicBezTo>
                      <a:pt x="159092" y="0"/>
                      <a:pt x="181806" y="5562"/>
                      <a:pt x="202176" y="16687"/>
                    </a:cubicBezTo>
                    <a:cubicBezTo>
                      <a:pt x="222547" y="27812"/>
                      <a:pt x="238622" y="43555"/>
                      <a:pt x="250370" y="63918"/>
                    </a:cubicBezTo>
                    <a:cubicBezTo>
                      <a:pt x="262117" y="84280"/>
                      <a:pt x="268006" y="107798"/>
                      <a:pt x="268006" y="134406"/>
                    </a:cubicBezTo>
                    <a:cubicBezTo>
                      <a:pt x="268006" y="161014"/>
                      <a:pt x="261954" y="184532"/>
                      <a:pt x="249914" y="204895"/>
                    </a:cubicBezTo>
                    <a:cubicBezTo>
                      <a:pt x="237841" y="225257"/>
                      <a:pt x="221538" y="241001"/>
                      <a:pt x="201038" y="252126"/>
                    </a:cubicBezTo>
                    <a:cubicBezTo>
                      <a:pt x="180504" y="263250"/>
                      <a:pt x="157563" y="268813"/>
                      <a:pt x="132181" y="268813"/>
                    </a:cubicBezTo>
                    <a:cubicBezTo>
                      <a:pt x="106799" y="268813"/>
                      <a:pt x="84541" y="263250"/>
                      <a:pt x="64496" y="252126"/>
                    </a:cubicBezTo>
                    <a:close/>
                    <a:moveTo>
                      <a:pt x="165698" y="202780"/>
                    </a:moveTo>
                    <a:cubicBezTo>
                      <a:pt x="176209" y="196990"/>
                      <a:pt x="184572" y="188305"/>
                      <a:pt x="190852" y="176693"/>
                    </a:cubicBezTo>
                    <a:cubicBezTo>
                      <a:pt x="197133" y="165113"/>
                      <a:pt x="200257" y="150996"/>
                      <a:pt x="200257" y="134406"/>
                    </a:cubicBezTo>
                    <a:cubicBezTo>
                      <a:pt x="200257" y="109652"/>
                      <a:pt x="193748" y="90623"/>
                      <a:pt x="180732" y="77319"/>
                    </a:cubicBezTo>
                    <a:cubicBezTo>
                      <a:pt x="167716" y="64015"/>
                      <a:pt x="151836" y="57347"/>
                      <a:pt x="133027" y="57347"/>
                    </a:cubicBezTo>
                    <a:cubicBezTo>
                      <a:pt x="114218" y="57347"/>
                      <a:pt x="98469" y="64015"/>
                      <a:pt x="85778" y="77319"/>
                    </a:cubicBezTo>
                    <a:cubicBezTo>
                      <a:pt x="73087" y="90623"/>
                      <a:pt x="66741" y="109685"/>
                      <a:pt x="66741" y="134406"/>
                    </a:cubicBezTo>
                    <a:cubicBezTo>
                      <a:pt x="66741" y="159128"/>
                      <a:pt x="72924" y="178189"/>
                      <a:pt x="85322" y="191493"/>
                    </a:cubicBezTo>
                    <a:cubicBezTo>
                      <a:pt x="97688" y="204797"/>
                      <a:pt x="113307" y="211465"/>
                      <a:pt x="132083" y="211465"/>
                    </a:cubicBezTo>
                    <a:cubicBezTo>
                      <a:pt x="143993" y="211465"/>
                      <a:pt x="155188" y="208570"/>
                      <a:pt x="165698" y="202780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F7C8CC5-9F24-3097-2989-D5A7C77D1B4C}"/>
                  </a:ext>
                </a:extLst>
              </p:cNvPr>
              <p:cNvSpPr/>
              <p:nvPr/>
            </p:nvSpPr>
            <p:spPr>
              <a:xfrm>
                <a:off x="5317684" y="3255288"/>
                <a:ext cx="271260" cy="392842"/>
              </a:xfrm>
              <a:custGeom>
                <a:avLst/>
                <a:gdLst>
                  <a:gd name="connsiteX0" fmla="*/ 170189 w 271260"/>
                  <a:gd name="connsiteY0" fmla="*/ 11515 h 392842"/>
                  <a:gd name="connsiteX1" fmla="*/ 204975 w 271260"/>
                  <a:gd name="connsiteY1" fmla="*/ 41343 h 392842"/>
                  <a:gd name="connsiteX2" fmla="*/ 204975 w 271260"/>
                  <a:gd name="connsiteY2" fmla="*/ 4229 h 392842"/>
                  <a:gd name="connsiteX3" fmla="*/ 271261 w 271260"/>
                  <a:gd name="connsiteY3" fmla="*/ 4229 h 392842"/>
                  <a:gd name="connsiteX4" fmla="*/ 271261 w 271260"/>
                  <a:gd name="connsiteY4" fmla="*/ 266438 h 392842"/>
                  <a:gd name="connsiteX5" fmla="*/ 256682 w 271260"/>
                  <a:gd name="connsiteY5" fmla="*/ 331039 h 392842"/>
                  <a:gd name="connsiteX6" fmla="*/ 212948 w 271260"/>
                  <a:gd name="connsiteY6" fmla="*/ 376156 h 392842"/>
                  <a:gd name="connsiteX7" fmla="*/ 142431 w 271260"/>
                  <a:gd name="connsiteY7" fmla="*/ 392842 h 392842"/>
                  <a:gd name="connsiteX8" fmla="*/ 51480 w 271260"/>
                  <a:gd name="connsiteY8" fmla="*/ 366983 h 392842"/>
                  <a:gd name="connsiteX9" fmla="*/ 11292 w 271260"/>
                  <a:gd name="connsiteY9" fmla="*/ 296494 h 392842"/>
                  <a:gd name="connsiteX10" fmla="*/ 76634 w 271260"/>
                  <a:gd name="connsiteY10" fmla="*/ 296494 h 392842"/>
                  <a:gd name="connsiteX11" fmla="*/ 98957 w 271260"/>
                  <a:gd name="connsiteY11" fmla="*/ 324924 h 392842"/>
                  <a:gd name="connsiteX12" fmla="*/ 140577 w 271260"/>
                  <a:gd name="connsiteY12" fmla="*/ 335495 h 392842"/>
                  <a:gd name="connsiteX13" fmla="*/ 187110 w 271260"/>
                  <a:gd name="connsiteY13" fmla="*/ 318353 h 392842"/>
                  <a:gd name="connsiteX14" fmla="*/ 204975 w 271260"/>
                  <a:gd name="connsiteY14" fmla="*/ 266438 h 392842"/>
                  <a:gd name="connsiteX15" fmla="*/ 204975 w 271260"/>
                  <a:gd name="connsiteY15" fmla="*/ 226038 h 392842"/>
                  <a:gd name="connsiteX16" fmla="*/ 169961 w 271260"/>
                  <a:gd name="connsiteY16" fmla="*/ 256582 h 392842"/>
                  <a:gd name="connsiteX17" fmla="*/ 118937 w 271260"/>
                  <a:gd name="connsiteY17" fmla="*/ 268813 h 392842"/>
                  <a:gd name="connsiteX18" fmla="*/ 58769 w 271260"/>
                  <a:gd name="connsiteY18" fmla="*/ 251898 h 392842"/>
                  <a:gd name="connsiteX19" fmla="*/ 15750 w 271260"/>
                  <a:gd name="connsiteY19" fmla="*/ 204212 h 392842"/>
                  <a:gd name="connsiteX20" fmla="*/ 0 w 271260"/>
                  <a:gd name="connsiteY20" fmla="*/ 133496 h 392842"/>
                  <a:gd name="connsiteX21" fmla="*/ 15750 w 271260"/>
                  <a:gd name="connsiteY21" fmla="*/ 63462 h 392842"/>
                  <a:gd name="connsiteX22" fmla="*/ 58541 w 271260"/>
                  <a:gd name="connsiteY22" fmla="*/ 16459 h 392842"/>
                  <a:gd name="connsiteX23" fmla="*/ 118937 w 271260"/>
                  <a:gd name="connsiteY23" fmla="*/ 0 h 392842"/>
                  <a:gd name="connsiteX24" fmla="*/ 170189 w 271260"/>
                  <a:gd name="connsiteY24" fmla="*/ 11515 h 392842"/>
                  <a:gd name="connsiteX25" fmla="*/ 195571 w 271260"/>
                  <a:gd name="connsiteY25" fmla="*/ 93258 h 392842"/>
                  <a:gd name="connsiteX26" fmla="*/ 170189 w 271260"/>
                  <a:gd name="connsiteY26" fmla="*/ 66943 h 392842"/>
                  <a:gd name="connsiteX27" fmla="*/ 135858 w 271260"/>
                  <a:gd name="connsiteY27" fmla="*/ 57770 h 392842"/>
                  <a:gd name="connsiteX28" fmla="*/ 102016 w 271260"/>
                  <a:gd name="connsiteY28" fmla="*/ 66683 h 392842"/>
                  <a:gd name="connsiteX29" fmla="*/ 76862 w 271260"/>
                  <a:gd name="connsiteY29" fmla="*/ 92770 h 392842"/>
                  <a:gd name="connsiteX30" fmla="*/ 67230 w 271260"/>
                  <a:gd name="connsiteY30" fmla="*/ 133431 h 392842"/>
                  <a:gd name="connsiteX31" fmla="*/ 76862 w 271260"/>
                  <a:gd name="connsiteY31" fmla="*/ 174546 h 392842"/>
                  <a:gd name="connsiteX32" fmla="*/ 102244 w 271260"/>
                  <a:gd name="connsiteY32" fmla="*/ 201577 h 392842"/>
                  <a:gd name="connsiteX33" fmla="*/ 135858 w 271260"/>
                  <a:gd name="connsiteY33" fmla="*/ 210978 h 392842"/>
                  <a:gd name="connsiteX34" fmla="*/ 170189 w 271260"/>
                  <a:gd name="connsiteY34" fmla="*/ 201805 h 392842"/>
                  <a:gd name="connsiteX35" fmla="*/ 195571 w 271260"/>
                  <a:gd name="connsiteY35" fmla="*/ 175489 h 392842"/>
                  <a:gd name="connsiteX36" fmla="*/ 204975 w 271260"/>
                  <a:gd name="connsiteY36" fmla="*/ 134374 h 392842"/>
                  <a:gd name="connsiteX37" fmla="*/ 195571 w 271260"/>
                  <a:gd name="connsiteY37" fmla="*/ 93258 h 392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71260" h="392842">
                    <a:moveTo>
                      <a:pt x="170189" y="11515"/>
                    </a:moveTo>
                    <a:cubicBezTo>
                      <a:pt x="184930" y="19192"/>
                      <a:pt x="196514" y="29145"/>
                      <a:pt x="204975" y="41343"/>
                    </a:cubicBezTo>
                    <a:lnTo>
                      <a:pt x="204975" y="4229"/>
                    </a:lnTo>
                    <a:lnTo>
                      <a:pt x="271261" y="4229"/>
                    </a:lnTo>
                    <a:lnTo>
                      <a:pt x="271261" y="266438"/>
                    </a:lnTo>
                    <a:cubicBezTo>
                      <a:pt x="271261" y="290574"/>
                      <a:pt x="266412" y="312108"/>
                      <a:pt x="256682" y="331039"/>
                    </a:cubicBezTo>
                    <a:cubicBezTo>
                      <a:pt x="246953" y="350003"/>
                      <a:pt x="232407" y="365031"/>
                      <a:pt x="212948" y="376156"/>
                    </a:cubicBezTo>
                    <a:cubicBezTo>
                      <a:pt x="193521" y="387280"/>
                      <a:pt x="169994" y="392842"/>
                      <a:pt x="142431" y="392842"/>
                    </a:cubicBezTo>
                    <a:cubicBezTo>
                      <a:pt x="105432" y="392842"/>
                      <a:pt x="75137" y="384222"/>
                      <a:pt x="51480" y="366983"/>
                    </a:cubicBezTo>
                    <a:cubicBezTo>
                      <a:pt x="27823" y="349743"/>
                      <a:pt x="14416" y="326257"/>
                      <a:pt x="11292" y="296494"/>
                    </a:cubicBezTo>
                    <a:lnTo>
                      <a:pt x="76634" y="296494"/>
                    </a:lnTo>
                    <a:cubicBezTo>
                      <a:pt x="80083" y="308399"/>
                      <a:pt x="87535" y="317865"/>
                      <a:pt x="98957" y="324924"/>
                    </a:cubicBezTo>
                    <a:cubicBezTo>
                      <a:pt x="110379" y="331982"/>
                      <a:pt x="124274" y="335495"/>
                      <a:pt x="140577" y="335495"/>
                    </a:cubicBezTo>
                    <a:cubicBezTo>
                      <a:pt x="159678" y="335495"/>
                      <a:pt x="175200" y="329770"/>
                      <a:pt x="187110" y="318353"/>
                    </a:cubicBezTo>
                    <a:cubicBezTo>
                      <a:pt x="199020" y="306903"/>
                      <a:pt x="204975" y="289598"/>
                      <a:pt x="204975" y="266438"/>
                    </a:cubicBezTo>
                    <a:lnTo>
                      <a:pt x="204975" y="226038"/>
                    </a:lnTo>
                    <a:cubicBezTo>
                      <a:pt x="196514" y="238269"/>
                      <a:pt x="184832" y="248450"/>
                      <a:pt x="169961" y="256582"/>
                    </a:cubicBezTo>
                    <a:cubicBezTo>
                      <a:pt x="155057" y="264714"/>
                      <a:pt x="138071" y="268813"/>
                      <a:pt x="118937" y="268813"/>
                    </a:cubicBezTo>
                    <a:cubicBezTo>
                      <a:pt x="97004" y="268813"/>
                      <a:pt x="76927" y="263185"/>
                      <a:pt x="58769" y="251898"/>
                    </a:cubicBezTo>
                    <a:cubicBezTo>
                      <a:pt x="40579" y="240611"/>
                      <a:pt x="26261" y="224737"/>
                      <a:pt x="15750" y="204212"/>
                    </a:cubicBezTo>
                    <a:cubicBezTo>
                      <a:pt x="5239" y="183686"/>
                      <a:pt x="0" y="160136"/>
                      <a:pt x="0" y="133496"/>
                    </a:cubicBezTo>
                    <a:cubicBezTo>
                      <a:pt x="0" y="106855"/>
                      <a:pt x="5239" y="83858"/>
                      <a:pt x="15750" y="63462"/>
                    </a:cubicBezTo>
                    <a:cubicBezTo>
                      <a:pt x="26261" y="43100"/>
                      <a:pt x="40514" y="27454"/>
                      <a:pt x="58541" y="16459"/>
                    </a:cubicBezTo>
                    <a:cubicBezTo>
                      <a:pt x="76569" y="5497"/>
                      <a:pt x="96679" y="0"/>
                      <a:pt x="118937" y="0"/>
                    </a:cubicBezTo>
                    <a:cubicBezTo>
                      <a:pt x="138364" y="0"/>
                      <a:pt x="155448" y="3838"/>
                      <a:pt x="170189" y="11515"/>
                    </a:cubicBezTo>
                    <a:close/>
                    <a:moveTo>
                      <a:pt x="195571" y="93258"/>
                    </a:moveTo>
                    <a:cubicBezTo>
                      <a:pt x="189290" y="81841"/>
                      <a:pt x="180830" y="73058"/>
                      <a:pt x="170189" y="66943"/>
                    </a:cubicBezTo>
                    <a:cubicBezTo>
                      <a:pt x="159515" y="60828"/>
                      <a:pt x="148093" y="57770"/>
                      <a:pt x="135858" y="57770"/>
                    </a:cubicBezTo>
                    <a:cubicBezTo>
                      <a:pt x="123623" y="57770"/>
                      <a:pt x="112364" y="60763"/>
                      <a:pt x="102016" y="66683"/>
                    </a:cubicBezTo>
                    <a:cubicBezTo>
                      <a:pt x="91668" y="72635"/>
                      <a:pt x="83272" y="81320"/>
                      <a:pt x="76862" y="92770"/>
                    </a:cubicBezTo>
                    <a:cubicBezTo>
                      <a:pt x="70418" y="104220"/>
                      <a:pt x="67230" y="117752"/>
                      <a:pt x="67230" y="133431"/>
                    </a:cubicBezTo>
                    <a:cubicBezTo>
                      <a:pt x="67230" y="149109"/>
                      <a:pt x="70451" y="162803"/>
                      <a:pt x="76862" y="174546"/>
                    </a:cubicBezTo>
                    <a:cubicBezTo>
                      <a:pt x="83272" y="186289"/>
                      <a:pt x="91733" y="195299"/>
                      <a:pt x="102244" y="201577"/>
                    </a:cubicBezTo>
                    <a:cubicBezTo>
                      <a:pt x="112754" y="207855"/>
                      <a:pt x="123948" y="210978"/>
                      <a:pt x="135858" y="210978"/>
                    </a:cubicBezTo>
                    <a:cubicBezTo>
                      <a:pt x="147768" y="210978"/>
                      <a:pt x="159515" y="207920"/>
                      <a:pt x="170189" y="201805"/>
                    </a:cubicBezTo>
                    <a:cubicBezTo>
                      <a:pt x="180830" y="195689"/>
                      <a:pt x="189290" y="186939"/>
                      <a:pt x="195571" y="175489"/>
                    </a:cubicBezTo>
                    <a:cubicBezTo>
                      <a:pt x="201851" y="164072"/>
                      <a:pt x="204975" y="150345"/>
                      <a:pt x="204975" y="134374"/>
                    </a:cubicBezTo>
                    <a:cubicBezTo>
                      <a:pt x="204975" y="118402"/>
                      <a:pt x="201851" y="104708"/>
                      <a:pt x="195571" y="93258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EE6D4EC-FF4F-7882-3BA1-5A72017F7C4D}"/>
                  </a:ext>
                </a:extLst>
              </p:cNvPr>
              <p:cNvSpPr/>
              <p:nvPr/>
            </p:nvSpPr>
            <p:spPr>
              <a:xfrm>
                <a:off x="5641140" y="3255256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4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6 w 259025"/>
                  <a:gd name="connsiteY11" fmla="*/ 63462 h 268812"/>
                  <a:gd name="connsiteX12" fmla="*/ 62544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5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7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4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3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20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5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6" y="63462"/>
                    </a:cubicBezTo>
                    <a:cubicBezTo>
                      <a:pt x="27432" y="43100"/>
                      <a:pt x="42791" y="27454"/>
                      <a:pt x="62544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1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5"/>
                    </a:cubicBezTo>
                    <a:cubicBezTo>
                      <a:pt x="253624" y="80897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7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F0D20A08-46A5-9AD8-3BBF-33D19B04ADF8}"/>
                  </a:ext>
                </a:extLst>
              </p:cNvPr>
              <p:cNvSpPr/>
              <p:nvPr/>
            </p:nvSpPr>
            <p:spPr>
              <a:xfrm>
                <a:off x="5932120" y="3195176"/>
                <a:ext cx="155577" cy="324695"/>
              </a:xfrm>
              <a:custGeom>
                <a:avLst/>
                <a:gdLst>
                  <a:gd name="connsiteX0" fmla="*/ 97297 w 155577"/>
                  <a:gd name="connsiteY0" fmla="*/ 118370 h 324695"/>
                  <a:gd name="connsiteX1" fmla="*/ 97297 w 155577"/>
                  <a:gd name="connsiteY1" fmla="*/ 244319 h 324695"/>
                  <a:gd name="connsiteX2" fmla="*/ 103643 w 155577"/>
                  <a:gd name="connsiteY2" fmla="*/ 263348 h 324695"/>
                  <a:gd name="connsiteX3" fmla="*/ 125022 w 155577"/>
                  <a:gd name="connsiteY3" fmla="*/ 269235 h 324695"/>
                  <a:gd name="connsiteX4" fmla="*/ 155578 w 155577"/>
                  <a:gd name="connsiteY4" fmla="*/ 269235 h 324695"/>
                  <a:gd name="connsiteX5" fmla="*/ 155578 w 155577"/>
                  <a:gd name="connsiteY5" fmla="*/ 324696 h 324695"/>
                  <a:gd name="connsiteX6" fmla="*/ 114218 w 155577"/>
                  <a:gd name="connsiteY6" fmla="*/ 324696 h 324695"/>
                  <a:gd name="connsiteX7" fmla="*/ 31012 w 155577"/>
                  <a:gd name="connsiteY7" fmla="*/ 243863 h 324695"/>
                  <a:gd name="connsiteX8" fmla="*/ 31012 w 155577"/>
                  <a:gd name="connsiteY8" fmla="*/ 118402 h 324695"/>
                  <a:gd name="connsiteX9" fmla="*/ 0 w 155577"/>
                  <a:gd name="connsiteY9" fmla="*/ 118402 h 324695"/>
                  <a:gd name="connsiteX10" fmla="*/ 0 w 155577"/>
                  <a:gd name="connsiteY10" fmla="*/ 64373 h 324695"/>
                  <a:gd name="connsiteX11" fmla="*/ 31012 w 155577"/>
                  <a:gd name="connsiteY11" fmla="*/ 64373 h 324695"/>
                  <a:gd name="connsiteX12" fmla="*/ 31012 w 155577"/>
                  <a:gd name="connsiteY12" fmla="*/ 0 h 324695"/>
                  <a:gd name="connsiteX13" fmla="*/ 97297 w 155577"/>
                  <a:gd name="connsiteY13" fmla="*/ 0 h 324695"/>
                  <a:gd name="connsiteX14" fmla="*/ 97297 w 155577"/>
                  <a:gd name="connsiteY14" fmla="*/ 64373 h 324695"/>
                  <a:gd name="connsiteX15" fmla="*/ 155578 w 155577"/>
                  <a:gd name="connsiteY15" fmla="*/ 64373 h 324695"/>
                  <a:gd name="connsiteX16" fmla="*/ 155578 w 155577"/>
                  <a:gd name="connsiteY16" fmla="*/ 118402 h 324695"/>
                  <a:gd name="connsiteX17" fmla="*/ 97297 w 155577"/>
                  <a:gd name="connsiteY17" fmla="*/ 118402 h 324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5577" h="324695">
                    <a:moveTo>
                      <a:pt x="97297" y="118370"/>
                    </a:moveTo>
                    <a:lnTo>
                      <a:pt x="97297" y="244319"/>
                    </a:lnTo>
                    <a:cubicBezTo>
                      <a:pt x="97297" y="253101"/>
                      <a:pt x="99412" y="259444"/>
                      <a:pt x="103643" y="263348"/>
                    </a:cubicBezTo>
                    <a:cubicBezTo>
                      <a:pt x="107873" y="267284"/>
                      <a:pt x="114999" y="269235"/>
                      <a:pt x="125022" y="269235"/>
                    </a:cubicBezTo>
                    <a:lnTo>
                      <a:pt x="155578" y="269235"/>
                    </a:lnTo>
                    <a:lnTo>
                      <a:pt x="155578" y="324696"/>
                    </a:lnTo>
                    <a:lnTo>
                      <a:pt x="114218" y="324696"/>
                    </a:lnTo>
                    <a:cubicBezTo>
                      <a:pt x="58736" y="324696"/>
                      <a:pt x="31012" y="297763"/>
                      <a:pt x="31012" y="243863"/>
                    </a:cubicBezTo>
                    <a:lnTo>
                      <a:pt x="31012" y="118402"/>
                    </a:lnTo>
                    <a:lnTo>
                      <a:pt x="0" y="118402"/>
                    </a:lnTo>
                    <a:lnTo>
                      <a:pt x="0" y="64373"/>
                    </a:lnTo>
                    <a:lnTo>
                      <a:pt x="31012" y="64373"/>
                    </a:lnTo>
                    <a:lnTo>
                      <a:pt x="31012" y="0"/>
                    </a:lnTo>
                    <a:lnTo>
                      <a:pt x="97297" y="0"/>
                    </a:lnTo>
                    <a:lnTo>
                      <a:pt x="97297" y="64373"/>
                    </a:lnTo>
                    <a:lnTo>
                      <a:pt x="155578" y="64373"/>
                    </a:lnTo>
                    <a:lnTo>
                      <a:pt x="155578" y="118402"/>
                    </a:lnTo>
                    <a:lnTo>
                      <a:pt x="97297" y="118402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34870FD2-C551-CF62-6786-AA80BE6BCCAA}"/>
                  </a:ext>
                </a:extLst>
              </p:cNvPr>
              <p:cNvSpPr/>
              <p:nvPr/>
            </p:nvSpPr>
            <p:spPr>
              <a:xfrm>
                <a:off x="6139829" y="3172081"/>
                <a:ext cx="248254" cy="347725"/>
              </a:xfrm>
              <a:custGeom>
                <a:avLst/>
                <a:gdLst>
                  <a:gd name="connsiteX0" fmla="*/ 199378 w 248254"/>
                  <a:gd name="connsiteY0" fmla="*/ 96576 h 347725"/>
                  <a:gd name="connsiteX1" fmla="*/ 235336 w 248254"/>
                  <a:gd name="connsiteY1" fmla="*/ 134634 h 347725"/>
                  <a:gd name="connsiteX2" fmla="*/ 248254 w 248254"/>
                  <a:gd name="connsiteY2" fmla="*/ 195006 h 347725"/>
                  <a:gd name="connsiteX3" fmla="*/ 248254 w 248254"/>
                  <a:gd name="connsiteY3" fmla="*/ 347726 h 347725"/>
                  <a:gd name="connsiteX4" fmla="*/ 182424 w 248254"/>
                  <a:gd name="connsiteY4" fmla="*/ 347726 h 347725"/>
                  <a:gd name="connsiteX5" fmla="*/ 182424 w 248254"/>
                  <a:gd name="connsiteY5" fmla="*/ 203919 h 347725"/>
                  <a:gd name="connsiteX6" fmla="*/ 166902 w 248254"/>
                  <a:gd name="connsiteY6" fmla="*/ 156233 h 347725"/>
                  <a:gd name="connsiteX7" fmla="*/ 124599 w 248254"/>
                  <a:gd name="connsiteY7" fmla="*/ 139546 h 347725"/>
                  <a:gd name="connsiteX8" fmla="*/ 81580 w 248254"/>
                  <a:gd name="connsiteY8" fmla="*/ 156233 h 347725"/>
                  <a:gd name="connsiteX9" fmla="*/ 65830 w 248254"/>
                  <a:gd name="connsiteY9" fmla="*/ 203919 h 347725"/>
                  <a:gd name="connsiteX10" fmla="*/ 65830 w 248254"/>
                  <a:gd name="connsiteY10" fmla="*/ 347726 h 347725"/>
                  <a:gd name="connsiteX11" fmla="*/ 0 w 248254"/>
                  <a:gd name="connsiteY11" fmla="*/ 347726 h 347725"/>
                  <a:gd name="connsiteX12" fmla="*/ 0 w 248254"/>
                  <a:gd name="connsiteY12" fmla="*/ 0 h 347725"/>
                  <a:gd name="connsiteX13" fmla="*/ 65830 w 248254"/>
                  <a:gd name="connsiteY13" fmla="*/ 0 h 347725"/>
                  <a:gd name="connsiteX14" fmla="*/ 65830 w 248254"/>
                  <a:gd name="connsiteY14" fmla="*/ 119834 h 347725"/>
                  <a:gd name="connsiteX15" fmla="*/ 99673 w 248254"/>
                  <a:gd name="connsiteY15" fmla="*/ 93291 h 347725"/>
                  <a:gd name="connsiteX16" fmla="*/ 146694 w 248254"/>
                  <a:gd name="connsiteY16" fmla="*/ 83662 h 347725"/>
                  <a:gd name="connsiteX17" fmla="*/ 199345 w 248254"/>
                  <a:gd name="connsiteY17" fmla="*/ 96576 h 3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48254" h="347725">
                    <a:moveTo>
                      <a:pt x="199378" y="96576"/>
                    </a:moveTo>
                    <a:cubicBezTo>
                      <a:pt x="214737" y="105196"/>
                      <a:pt x="226712" y="117882"/>
                      <a:pt x="235336" y="134634"/>
                    </a:cubicBezTo>
                    <a:cubicBezTo>
                      <a:pt x="243959" y="151386"/>
                      <a:pt x="248254" y="171521"/>
                      <a:pt x="248254" y="195006"/>
                    </a:cubicBezTo>
                    <a:lnTo>
                      <a:pt x="248254" y="347726"/>
                    </a:lnTo>
                    <a:lnTo>
                      <a:pt x="182424" y="347726"/>
                    </a:lnTo>
                    <a:lnTo>
                      <a:pt x="182424" y="203919"/>
                    </a:lnTo>
                    <a:cubicBezTo>
                      <a:pt x="182424" y="183231"/>
                      <a:pt x="177250" y="167357"/>
                      <a:pt x="166902" y="156233"/>
                    </a:cubicBezTo>
                    <a:cubicBezTo>
                      <a:pt x="156554" y="145108"/>
                      <a:pt x="142464" y="139546"/>
                      <a:pt x="124599" y="139546"/>
                    </a:cubicBezTo>
                    <a:cubicBezTo>
                      <a:pt x="106734" y="139546"/>
                      <a:pt x="92091" y="145108"/>
                      <a:pt x="81580" y="156233"/>
                    </a:cubicBezTo>
                    <a:cubicBezTo>
                      <a:pt x="71070" y="167357"/>
                      <a:pt x="65830" y="183264"/>
                      <a:pt x="65830" y="203919"/>
                    </a:cubicBezTo>
                    <a:lnTo>
                      <a:pt x="65830" y="347726"/>
                    </a:lnTo>
                    <a:lnTo>
                      <a:pt x="0" y="347726"/>
                    </a:lnTo>
                    <a:lnTo>
                      <a:pt x="0" y="0"/>
                    </a:lnTo>
                    <a:lnTo>
                      <a:pt x="65830" y="0"/>
                    </a:lnTo>
                    <a:lnTo>
                      <a:pt x="65830" y="119834"/>
                    </a:lnTo>
                    <a:cubicBezTo>
                      <a:pt x="74291" y="108546"/>
                      <a:pt x="85583" y="99699"/>
                      <a:pt x="99673" y="93291"/>
                    </a:cubicBezTo>
                    <a:cubicBezTo>
                      <a:pt x="113763" y="86883"/>
                      <a:pt x="129448" y="83662"/>
                      <a:pt x="146694" y="83662"/>
                    </a:cubicBezTo>
                    <a:cubicBezTo>
                      <a:pt x="166447" y="83662"/>
                      <a:pt x="183986" y="87989"/>
                      <a:pt x="199345" y="96576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5E787C6-9910-6B6B-9187-48B6B7811F24}"/>
                  </a:ext>
                </a:extLst>
              </p:cNvPr>
              <p:cNvSpPr/>
              <p:nvPr/>
            </p:nvSpPr>
            <p:spPr>
              <a:xfrm>
                <a:off x="6438424" y="3255256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4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6 w 259025"/>
                  <a:gd name="connsiteY11" fmla="*/ 63462 h 268812"/>
                  <a:gd name="connsiteX12" fmla="*/ 62543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5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7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4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2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19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5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6" y="63462"/>
                    </a:cubicBezTo>
                    <a:cubicBezTo>
                      <a:pt x="27432" y="43100"/>
                      <a:pt x="42791" y="27454"/>
                      <a:pt x="62543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0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5"/>
                    </a:cubicBezTo>
                    <a:cubicBezTo>
                      <a:pt x="253624" y="80897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7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A681CCB0-C041-4136-7B54-D8D87217A049}"/>
                  </a:ext>
                </a:extLst>
              </p:cNvPr>
              <p:cNvSpPr/>
              <p:nvPr/>
            </p:nvSpPr>
            <p:spPr>
              <a:xfrm>
                <a:off x="6750067" y="3255744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69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2A451F3-EA40-05A5-1CA4-282553DF7107}"/>
                </a:ext>
              </a:extLst>
            </p:cNvPr>
            <p:cNvGrpSpPr/>
            <p:nvPr userDrawn="1"/>
          </p:nvGrpSpPr>
          <p:grpSpPr>
            <a:xfrm>
              <a:off x="1329004" y="2629430"/>
              <a:ext cx="2894619" cy="979228"/>
              <a:chOff x="532238" y="532263"/>
              <a:chExt cx="1522954" cy="515204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68806E6-3F8C-FE9D-B4CA-CF0D9A88A383}"/>
                  </a:ext>
                </a:extLst>
              </p:cNvPr>
              <p:cNvSpPr/>
              <p:nvPr/>
            </p:nvSpPr>
            <p:spPr>
              <a:xfrm>
                <a:off x="532238" y="532263"/>
                <a:ext cx="584573" cy="515204"/>
              </a:xfrm>
              <a:custGeom>
                <a:avLst/>
                <a:gdLst>
                  <a:gd name="connsiteX0" fmla="*/ 670274 w 919067"/>
                  <a:gd name="connsiteY0" fmla="*/ 0 h 810006"/>
                  <a:gd name="connsiteX1" fmla="*/ 670274 w 919067"/>
                  <a:gd name="connsiteY1" fmla="*/ 489394 h 810006"/>
                  <a:gd name="connsiteX2" fmla="*/ 248984 w 919067"/>
                  <a:gd name="connsiteY2" fmla="*/ 0 h 810006"/>
                  <a:gd name="connsiteX3" fmla="*/ 0 w 919067"/>
                  <a:gd name="connsiteY3" fmla="*/ 0 h 810006"/>
                  <a:gd name="connsiteX4" fmla="*/ 0 w 919067"/>
                  <a:gd name="connsiteY4" fmla="*/ 809244 h 810006"/>
                  <a:gd name="connsiteX5" fmla="*/ 476 w 919067"/>
                  <a:gd name="connsiteY5" fmla="*/ 810006 h 810006"/>
                  <a:gd name="connsiteX6" fmla="*/ 249174 w 919067"/>
                  <a:gd name="connsiteY6" fmla="*/ 809911 h 810006"/>
                  <a:gd name="connsiteX7" fmla="*/ 249079 w 919067"/>
                  <a:gd name="connsiteY7" fmla="*/ 320516 h 810006"/>
                  <a:gd name="connsiteX8" fmla="*/ 670370 w 919067"/>
                  <a:gd name="connsiteY8" fmla="*/ 810006 h 810006"/>
                  <a:gd name="connsiteX9" fmla="*/ 919067 w 919067"/>
                  <a:gd name="connsiteY9" fmla="*/ 405003 h 810006"/>
                  <a:gd name="connsiteX10" fmla="*/ 670370 w 919067"/>
                  <a:gd name="connsiteY10" fmla="*/ 0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19067" h="810006">
                    <a:moveTo>
                      <a:pt x="670274" y="0"/>
                    </a:moveTo>
                    <a:lnTo>
                      <a:pt x="670274" y="489394"/>
                    </a:lnTo>
                    <a:lnTo>
                      <a:pt x="248984" y="0"/>
                    </a:lnTo>
                    <a:lnTo>
                      <a:pt x="0" y="0"/>
                    </a:lnTo>
                    <a:lnTo>
                      <a:pt x="0" y="809244"/>
                    </a:lnTo>
                    <a:lnTo>
                      <a:pt x="476" y="810006"/>
                    </a:lnTo>
                    <a:lnTo>
                      <a:pt x="249174" y="809911"/>
                    </a:lnTo>
                    <a:lnTo>
                      <a:pt x="249079" y="320516"/>
                    </a:lnTo>
                    <a:lnTo>
                      <a:pt x="670370" y="810006"/>
                    </a:lnTo>
                    <a:lnTo>
                      <a:pt x="919067" y="405003"/>
                    </a:lnTo>
                    <a:lnTo>
                      <a:pt x="670370" y="0"/>
                    </a:lnTo>
                  </a:path>
                </a:pathLst>
              </a:custGeom>
              <a:solidFill>
                <a:srgbClr val="F9B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Poppins" panose="00000500000000000000" pitchFamily="2" charset="0"/>
                </a:endParaRPr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A96E841D-CD05-1410-1424-E348EAE1DD04}"/>
                  </a:ext>
                </a:extLst>
              </p:cNvPr>
              <p:cNvSpPr/>
              <p:nvPr/>
            </p:nvSpPr>
            <p:spPr>
              <a:xfrm>
                <a:off x="1484069" y="532263"/>
                <a:ext cx="571123" cy="515204"/>
              </a:xfrm>
              <a:custGeom>
                <a:avLst/>
                <a:gdLst>
                  <a:gd name="connsiteX0" fmla="*/ 603599 w 897921"/>
                  <a:gd name="connsiteY0" fmla="*/ 0 h 810006"/>
                  <a:gd name="connsiteX1" fmla="*/ 248698 w 897921"/>
                  <a:gd name="connsiteY1" fmla="*/ 0 h 810006"/>
                  <a:gd name="connsiteX2" fmla="*/ 0 w 897921"/>
                  <a:gd name="connsiteY2" fmla="*/ 405003 h 810006"/>
                  <a:gd name="connsiteX3" fmla="*/ 248603 w 897921"/>
                  <a:gd name="connsiteY3" fmla="*/ 810006 h 810006"/>
                  <a:gd name="connsiteX4" fmla="*/ 248698 w 897921"/>
                  <a:gd name="connsiteY4" fmla="*/ 810006 h 810006"/>
                  <a:gd name="connsiteX5" fmla="*/ 248603 w 897921"/>
                  <a:gd name="connsiteY5" fmla="*/ 631127 h 810006"/>
                  <a:gd name="connsiteX6" fmla="*/ 668750 w 897921"/>
                  <a:gd name="connsiteY6" fmla="*/ 631127 h 810006"/>
                  <a:gd name="connsiteX7" fmla="*/ 897922 w 897921"/>
                  <a:gd name="connsiteY7" fmla="*/ 372142 h 810006"/>
                  <a:gd name="connsiteX8" fmla="*/ 897922 w 897921"/>
                  <a:gd name="connsiteY8" fmla="*/ 276987 h 810006"/>
                  <a:gd name="connsiteX9" fmla="*/ 603599 w 897921"/>
                  <a:gd name="connsiteY9" fmla="*/ 0 h 810006"/>
                  <a:gd name="connsiteX10" fmla="*/ 665702 w 897921"/>
                  <a:gd name="connsiteY10" fmla="*/ 326803 h 810006"/>
                  <a:gd name="connsiteX11" fmla="*/ 584835 w 897921"/>
                  <a:gd name="connsiteY11" fmla="*/ 430054 h 810006"/>
                  <a:gd name="connsiteX12" fmla="*/ 248984 w 897921"/>
                  <a:gd name="connsiteY12" fmla="*/ 430054 h 810006"/>
                  <a:gd name="connsiteX13" fmla="*/ 248984 w 897921"/>
                  <a:gd name="connsiteY13" fmla="*/ 200882 h 810006"/>
                  <a:gd name="connsiteX14" fmla="*/ 563499 w 897921"/>
                  <a:gd name="connsiteY14" fmla="*/ 200882 h 810006"/>
                  <a:gd name="connsiteX15" fmla="*/ 665702 w 897921"/>
                  <a:gd name="connsiteY15" fmla="*/ 286893 h 810006"/>
                  <a:gd name="connsiteX16" fmla="*/ 665702 w 897921"/>
                  <a:gd name="connsiteY16" fmla="*/ 326803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97921" h="810006">
                    <a:moveTo>
                      <a:pt x="603599" y="0"/>
                    </a:moveTo>
                    <a:lnTo>
                      <a:pt x="248698" y="0"/>
                    </a:lnTo>
                    <a:lnTo>
                      <a:pt x="0" y="405003"/>
                    </a:lnTo>
                    <a:lnTo>
                      <a:pt x="248603" y="810006"/>
                    </a:lnTo>
                    <a:lnTo>
                      <a:pt x="248698" y="810006"/>
                    </a:lnTo>
                    <a:lnTo>
                      <a:pt x="248603" y="631127"/>
                    </a:lnTo>
                    <a:lnTo>
                      <a:pt x="668750" y="631127"/>
                    </a:lnTo>
                    <a:cubicBezTo>
                      <a:pt x="845153" y="631127"/>
                      <a:pt x="897922" y="492728"/>
                      <a:pt x="897922" y="372142"/>
                    </a:cubicBezTo>
                    <a:lnTo>
                      <a:pt x="897922" y="276987"/>
                    </a:lnTo>
                    <a:cubicBezTo>
                      <a:pt x="897922" y="118300"/>
                      <a:pt x="840677" y="0"/>
                      <a:pt x="603599" y="0"/>
                    </a:cubicBezTo>
                    <a:close/>
                    <a:moveTo>
                      <a:pt x="665702" y="326803"/>
                    </a:moveTo>
                    <a:cubicBezTo>
                      <a:pt x="665702" y="374809"/>
                      <a:pt x="643223" y="430054"/>
                      <a:pt x="584835" y="430054"/>
                    </a:cubicBezTo>
                    <a:lnTo>
                      <a:pt x="248984" y="430054"/>
                    </a:lnTo>
                    <a:lnTo>
                      <a:pt x="248984" y="200882"/>
                    </a:lnTo>
                    <a:lnTo>
                      <a:pt x="563499" y="200882"/>
                    </a:lnTo>
                    <a:cubicBezTo>
                      <a:pt x="638747" y="200882"/>
                      <a:pt x="665702" y="232124"/>
                      <a:pt x="665702" y="286893"/>
                    </a:cubicBezTo>
                    <a:lnTo>
                      <a:pt x="665702" y="326803"/>
                    </a:lnTo>
                    <a:close/>
                  </a:path>
                </a:pathLst>
              </a:custGeom>
              <a:solidFill>
                <a:srgbClr val="69CA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Poppins" panose="00000500000000000000" pitchFamily="2" charset="0"/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FD13BE84-A06E-5AED-9FA2-295126F3E61D}"/>
                  </a:ext>
                </a:extLst>
              </p:cNvPr>
              <p:cNvSpPr/>
              <p:nvPr/>
            </p:nvSpPr>
            <p:spPr>
              <a:xfrm>
                <a:off x="1006245" y="532263"/>
                <a:ext cx="588389" cy="515204"/>
              </a:xfrm>
              <a:custGeom>
                <a:avLst/>
                <a:gdLst>
                  <a:gd name="connsiteX0" fmla="*/ 675894 w 925067"/>
                  <a:gd name="connsiteY0" fmla="*/ 0 h 810006"/>
                  <a:gd name="connsiteX1" fmla="*/ 630460 w 925067"/>
                  <a:gd name="connsiteY1" fmla="*/ 0 h 810006"/>
                  <a:gd name="connsiteX2" fmla="*/ 462534 w 925067"/>
                  <a:gd name="connsiteY2" fmla="*/ 269177 h 810006"/>
                  <a:gd name="connsiteX3" fmla="*/ 294704 w 925067"/>
                  <a:gd name="connsiteY3" fmla="*/ 0 h 810006"/>
                  <a:gd name="connsiteX4" fmla="*/ 248507 w 925067"/>
                  <a:gd name="connsiteY4" fmla="*/ 0 h 810006"/>
                  <a:gd name="connsiteX5" fmla="*/ 0 w 925067"/>
                  <a:gd name="connsiteY5" fmla="*/ 0 h 810006"/>
                  <a:gd name="connsiteX6" fmla="*/ 248698 w 925067"/>
                  <a:gd name="connsiteY6" fmla="*/ 405003 h 810006"/>
                  <a:gd name="connsiteX7" fmla="*/ 0 w 925067"/>
                  <a:gd name="connsiteY7" fmla="*/ 810006 h 810006"/>
                  <a:gd name="connsiteX8" fmla="*/ 248984 w 925067"/>
                  <a:gd name="connsiteY8" fmla="*/ 810006 h 810006"/>
                  <a:gd name="connsiteX9" fmla="*/ 294704 w 925067"/>
                  <a:gd name="connsiteY9" fmla="*/ 810006 h 810006"/>
                  <a:gd name="connsiteX10" fmla="*/ 462534 w 925067"/>
                  <a:gd name="connsiteY10" fmla="*/ 540734 h 810006"/>
                  <a:gd name="connsiteX11" fmla="*/ 630460 w 925067"/>
                  <a:gd name="connsiteY11" fmla="*/ 810006 h 810006"/>
                  <a:gd name="connsiteX12" fmla="*/ 676466 w 925067"/>
                  <a:gd name="connsiteY12" fmla="*/ 810006 h 810006"/>
                  <a:gd name="connsiteX13" fmla="*/ 925068 w 925067"/>
                  <a:gd name="connsiteY13" fmla="*/ 809911 h 810006"/>
                  <a:gd name="connsiteX14" fmla="*/ 676370 w 925067"/>
                  <a:gd name="connsiteY14" fmla="*/ 405003 h 810006"/>
                  <a:gd name="connsiteX15" fmla="*/ 925068 w 925067"/>
                  <a:gd name="connsiteY15" fmla="*/ 0 h 810006"/>
                  <a:gd name="connsiteX16" fmla="*/ 675894 w 925067"/>
                  <a:gd name="connsiteY16" fmla="*/ 0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25067" h="810006">
                    <a:moveTo>
                      <a:pt x="675894" y="0"/>
                    </a:moveTo>
                    <a:lnTo>
                      <a:pt x="630460" y="0"/>
                    </a:lnTo>
                    <a:lnTo>
                      <a:pt x="462534" y="269177"/>
                    </a:lnTo>
                    <a:lnTo>
                      <a:pt x="294704" y="0"/>
                    </a:lnTo>
                    <a:lnTo>
                      <a:pt x="248507" y="0"/>
                    </a:lnTo>
                    <a:lnTo>
                      <a:pt x="0" y="0"/>
                    </a:lnTo>
                    <a:lnTo>
                      <a:pt x="248698" y="405003"/>
                    </a:lnTo>
                    <a:lnTo>
                      <a:pt x="0" y="810006"/>
                    </a:lnTo>
                    <a:lnTo>
                      <a:pt x="248984" y="810006"/>
                    </a:lnTo>
                    <a:lnTo>
                      <a:pt x="294704" y="810006"/>
                    </a:lnTo>
                    <a:lnTo>
                      <a:pt x="462534" y="540734"/>
                    </a:lnTo>
                    <a:lnTo>
                      <a:pt x="630460" y="810006"/>
                    </a:lnTo>
                    <a:lnTo>
                      <a:pt x="676466" y="810006"/>
                    </a:lnTo>
                    <a:lnTo>
                      <a:pt x="925068" y="809911"/>
                    </a:lnTo>
                    <a:lnTo>
                      <a:pt x="676370" y="405003"/>
                    </a:lnTo>
                    <a:lnTo>
                      <a:pt x="925068" y="0"/>
                    </a:lnTo>
                    <a:lnTo>
                      <a:pt x="675894" y="0"/>
                    </a:lnTo>
                  </a:path>
                </a:pathLst>
              </a:custGeom>
              <a:solidFill>
                <a:srgbClr val="0EAF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Poppins" panose="000005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0104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575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 + bur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C028A98-A4AF-A265-70EA-A82E35D968B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B927F5D-4721-0803-59FF-213A55372D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486750"/>
            <a:ext cx="752219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AB92F9B-E6FB-0A22-91E7-5E1B2C56C9C5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8B9B8F1-41B0-48AB-1747-F71A0EC43090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CEB8687C-1C5D-5DB1-5AE5-7DA6E4DB29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36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Section divider header goes here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6DBD690-7FE4-A0C7-A98D-0449F9C135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412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Secondary header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F1E65E2-8DE9-91B6-40AD-BEA84B8DE023}"/>
              </a:ext>
            </a:extLst>
          </p:cNvPr>
          <p:cNvGrpSpPr/>
          <p:nvPr userDrawn="1"/>
        </p:nvGrpSpPr>
        <p:grpSpPr>
          <a:xfrm>
            <a:off x="5741362" y="0"/>
            <a:ext cx="6450638" cy="6858000"/>
            <a:chOff x="5741362" y="0"/>
            <a:chExt cx="6450638" cy="6858000"/>
          </a:xfrm>
        </p:grpSpPr>
        <p:sp>
          <p:nvSpPr>
            <p:cNvPr id="62" name="Rectangle 93">
              <a:extLst>
                <a:ext uri="{FF2B5EF4-FFF2-40B4-BE49-F238E27FC236}">
                  <a16:creationId xmlns:a16="http://schemas.microsoft.com/office/drawing/2014/main" id="{D2C4B7CC-6E25-ED14-EF1E-41D9C4FF3BCE}"/>
                </a:ext>
              </a:extLst>
            </p:cNvPr>
            <p:cNvSpPr/>
            <p:nvPr userDrawn="1"/>
          </p:nvSpPr>
          <p:spPr>
            <a:xfrm>
              <a:off x="8937266" y="0"/>
              <a:ext cx="3254733" cy="6858000"/>
            </a:xfrm>
            <a:custGeom>
              <a:avLst/>
              <a:gdLst>
                <a:gd name="connsiteX0" fmla="*/ 0 w 3254733"/>
                <a:gd name="connsiteY0" fmla="*/ 0 h 6858000"/>
                <a:gd name="connsiteX1" fmla="*/ 3254733 w 3254733"/>
                <a:gd name="connsiteY1" fmla="*/ 0 h 6858000"/>
                <a:gd name="connsiteX2" fmla="*/ 3254733 w 3254733"/>
                <a:gd name="connsiteY2" fmla="*/ 6858000 h 6858000"/>
                <a:gd name="connsiteX3" fmla="*/ 0 w 3254733"/>
                <a:gd name="connsiteY3" fmla="*/ 6858000 h 6858000"/>
                <a:gd name="connsiteX4" fmla="*/ 0 w 3254733"/>
                <a:gd name="connsiteY4" fmla="*/ 0 h 6858000"/>
                <a:gd name="connsiteX0" fmla="*/ 2862469 w 3254733"/>
                <a:gd name="connsiteY0" fmla="*/ 15903 h 6858000"/>
                <a:gd name="connsiteX1" fmla="*/ 3254733 w 3254733"/>
                <a:gd name="connsiteY1" fmla="*/ 0 h 6858000"/>
                <a:gd name="connsiteX2" fmla="*/ 3254733 w 3254733"/>
                <a:gd name="connsiteY2" fmla="*/ 6858000 h 6858000"/>
                <a:gd name="connsiteX3" fmla="*/ 0 w 3254733"/>
                <a:gd name="connsiteY3" fmla="*/ 6858000 h 6858000"/>
                <a:gd name="connsiteX4" fmla="*/ 2862469 w 3254733"/>
                <a:gd name="connsiteY4" fmla="*/ 1590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4733" h="6858000">
                  <a:moveTo>
                    <a:pt x="2862469" y="15903"/>
                  </a:moveTo>
                  <a:lnTo>
                    <a:pt x="3254733" y="0"/>
                  </a:lnTo>
                  <a:lnTo>
                    <a:pt x="3254733" y="6858000"/>
                  </a:lnTo>
                  <a:lnTo>
                    <a:pt x="0" y="6858000"/>
                  </a:lnTo>
                  <a:lnTo>
                    <a:pt x="2862469" y="15903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63" name="Rectangle 77">
              <a:extLst>
                <a:ext uri="{FF2B5EF4-FFF2-40B4-BE49-F238E27FC236}">
                  <a16:creationId xmlns:a16="http://schemas.microsoft.com/office/drawing/2014/main" id="{AC30D74E-BD99-56C5-0139-F2C8A52C42BA}"/>
                </a:ext>
              </a:extLst>
            </p:cNvPr>
            <p:cNvSpPr/>
            <p:nvPr userDrawn="1"/>
          </p:nvSpPr>
          <p:spPr>
            <a:xfrm>
              <a:off x="5741362" y="0"/>
              <a:ext cx="6450637" cy="6858000"/>
            </a:xfrm>
            <a:custGeom>
              <a:avLst/>
              <a:gdLst>
                <a:gd name="connsiteX0" fmla="*/ 0 w 6450637"/>
                <a:gd name="connsiteY0" fmla="*/ 0 h 6858000"/>
                <a:gd name="connsiteX1" fmla="*/ 6450637 w 6450637"/>
                <a:gd name="connsiteY1" fmla="*/ 0 h 6858000"/>
                <a:gd name="connsiteX2" fmla="*/ 6450637 w 6450637"/>
                <a:gd name="connsiteY2" fmla="*/ 6858000 h 6858000"/>
                <a:gd name="connsiteX3" fmla="*/ 0 w 6450637"/>
                <a:gd name="connsiteY3" fmla="*/ 6858000 h 6858000"/>
                <a:gd name="connsiteX4" fmla="*/ 0 w 6450637"/>
                <a:gd name="connsiteY4" fmla="*/ 0 h 6858000"/>
                <a:gd name="connsiteX0" fmla="*/ 0 w 6450637"/>
                <a:gd name="connsiteY0" fmla="*/ 2910177 h 6858000"/>
                <a:gd name="connsiteX1" fmla="*/ 6450637 w 6450637"/>
                <a:gd name="connsiteY1" fmla="*/ 0 h 6858000"/>
                <a:gd name="connsiteX2" fmla="*/ 6450637 w 6450637"/>
                <a:gd name="connsiteY2" fmla="*/ 6858000 h 6858000"/>
                <a:gd name="connsiteX3" fmla="*/ 0 w 6450637"/>
                <a:gd name="connsiteY3" fmla="*/ 6858000 h 6858000"/>
                <a:gd name="connsiteX4" fmla="*/ 0 w 6450637"/>
                <a:gd name="connsiteY4" fmla="*/ 2910177 h 6858000"/>
                <a:gd name="connsiteX0" fmla="*/ 0 w 6450637"/>
                <a:gd name="connsiteY0" fmla="*/ 2910177 h 6858000"/>
                <a:gd name="connsiteX1" fmla="*/ 6450637 w 6450637"/>
                <a:gd name="connsiteY1" fmla="*/ 0 h 6858000"/>
                <a:gd name="connsiteX2" fmla="*/ 3445044 w 6450637"/>
                <a:gd name="connsiteY2" fmla="*/ 6850049 h 6858000"/>
                <a:gd name="connsiteX3" fmla="*/ 0 w 6450637"/>
                <a:gd name="connsiteY3" fmla="*/ 6858000 h 6858000"/>
                <a:gd name="connsiteX4" fmla="*/ 0 w 6450637"/>
                <a:gd name="connsiteY4" fmla="*/ 291017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0637" h="6858000">
                  <a:moveTo>
                    <a:pt x="0" y="2910177"/>
                  </a:moveTo>
                  <a:lnTo>
                    <a:pt x="6450637" y="0"/>
                  </a:lnTo>
                  <a:lnTo>
                    <a:pt x="3445044" y="6850049"/>
                  </a:lnTo>
                  <a:lnTo>
                    <a:pt x="0" y="6858000"/>
                  </a:lnTo>
                  <a:lnTo>
                    <a:pt x="0" y="2910177"/>
                  </a:lnTo>
                  <a:close/>
                </a:path>
              </a:pathLst>
            </a:custGeom>
            <a:solidFill>
              <a:srgbClr val="7CD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9133A4FC-E267-7E47-CFB0-770FA9F453E1}"/>
                </a:ext>
              </a:extLst>
            </p:cNvPr>
            <p:cNvGrpSpPr/>
            <p:nvPr userDrawn="1"/>
          </p:nvGrpSpPr>
          <p:grpSpPr>
            <a:xfrm>
              <a:off x="5741363" y="0"/>
              <a:ext cx="6450637" cy="6858000"/>
              <a:chOff x="5741363" y="0"/>
              <a:chExt cx="6450637" cy="6858000"/>
            </a:xfrm>
          </p:grpSpPr>
          <p:sp>
            <p:nvSpPr>
              <p:cNvPr id="193" name="Rectangle 57">
                <a:extLst>
                  <a:ext uri="{FF2B5EF4-FFF2-40B4-BE49-F238E27FC236}">
                    <a16:creationId xmlns:a16="http://schemas.microsoft.com/office/drawing/2014/main" id="{D65DFA5F-046C-5C96-304D-7A67EDB48606}"/>
                  </a:ext>
                </a:extLst>
              </p:cNvPr>
              <p:cNvSpPr/>
              <p:nvPr userDrawn="1"/>
            </p:nvSpPr>
            <p:spPr>
              <a:xfrm>
                <a:off x="5741363" y="0"/>
                <a:ext cx="6450636" cy="3172570"/>
              </a:xfrm>
              <a:custGeom>
                <a:avLst/>
                <a:gdLst>
                  <a:gd name="connsiteX0" fmla="*/ 0 w 6450636"/>
                  <a:gd name="connsiteY0" fmla="*/ 0 h 3172570"/>
                  <a:gd name="connsiteX1" fmla="*/ 6450636 w 6450636"/>
                  <a:gd name="connsiteY1" fmla="*/ 0 h 3172570"/>
                  <a:gd name="connsiteX2" fmla="*/ 6450636 w 6450636"/>
                  <a:gd name="connsiteY2" fmla="*/ 3172570 h 3172570"/>
                  <a:gd name="connsiteX3" fmla="*/ 0 w 6450636"/>
                  <a:gd name="connsiteY3" fmla="*/ 3172570 h 3172570"/>
                  <a:gd name="connsiteX4" fmla="*/ 0 w 6450636"/>
                  <a:gd name="connsiteY4" fmla="*/ 0 h 3172570"/>
                  <a:gd name="connsiteX0" fmla="*/ 0 w 6450636"/>
                  <a:gd name="connsiteY0" fmla="*/ 0 h 3172570"/>
                  <a:gd name="connsiteX1" fmla="*/ 6450636 w 6450636"/>
                  <a:gd name="connsiteY1" fmla="*/ 0 h 3172570"/>
                  <a:gd name="connsiteX2" fmla="*/ 3961877 w 6450636"/>
                  <a:gd name="connsiteY2" fmla="*/ 1168841 h 3172570"/>
                  <a:gd name="connsiteX3" fmla="*/ 0 w 6450636"/>
                  <a:gd name="connsiteY3" fmla="*/ 3172570 h 3172570"/>
                  <a:gd name="connsiteX4" fmla="*/ 0 w 6450636"/>
                  <a:gd name="connsiteY4" fmla="*/ 0 h 3172570"/>
                  <a:gd name="connsiteX0" fmla="*/ 0 w 6450636"/>
                  <a:gd name="connsiteY0" fmla="*/ 0 h 3172570"/>
                  <a:gd name="connsiteX1" fmla="*/ 6450636 w 6450636"/>
                  <a:gd name="connsiteY1" fmla="*/ 0 h 3172570"/>
                  <a:gd name="connsiteX2" fmla="*/ 0 w 6450636"/>
                  <a:gd name="connsiteY2" fmla="*/ 3172570 h 3172570"/>
                  <a:gd name="connsiteX3" fmla="*/ 0 w 6450636"/>
                  <a:gd name="connsiteY3" fmla="*/ 0 h 317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3172570">
                    <a:moveTo>
                      <a:pt x="0" y="0"/>
                    </a:moveTo>
                    <a:lnTo>
                      <a:pt x="6450636" y="0"/>
                    </a:lnTo>
                    <a:lnTo>
                      <a:pt x="0" y="31725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A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008" bIns="64008" rtlCol="0" anchor="t"/>
              <a:lstStyle/>
              <a:p>
                <a:pPr algn="l"/>
                <a:endParaRPr lang="en-US">
                  <a:latin typeface="Poppins SemiBold" panose="00000700000000000000" pitchFamily="2" charset="0"/>
                  <a:cs typeface="Poppins SemiBold" panose="00000700000000000000" pitchFamily="2" charset="0"/>
                </a:endParaRPr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0CCE6B-BD53-692E-A012-D051CBCCD21B}"/>
                  </a:ext>
                </a:extLst>
              </p:cNvPr>
              <p:cNvSpPr/>
              <p:nvPr/>
            </p:nvSpPr>
            <p:spPr>
              <a:xfrm>
                <a:off x="10543225" y="0"/>
                <a:ext cx="1648774" cy="6858000"/>
              </a:xfrm>
              <a:custGeom>
                <a:avLst/>
                <a:gdLst>
                  <a:gd name="connsiteX0" fmla="*/ 512445 w 1648774"/>
                  <a:gd name="connsiteY0" fmla="*/ 6858000 h 6858000"/>
                  <a:gd name="connsiteX1" fmla="*/ 1648775 w 1648774"/>
                  <a:gd name="connsiteY1" fmla="*/ 0 h 6858000"/>
                  <a:gd name="connsiteX2" fmla="*/ 0 w 1648774"/>
                  <a:gd name="connsiteY2" fmla="*/ 6858000 h 6858000"/>
                  <a:gd name="connsiteX3" fmla="*/ 512445 w 1648774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48774" h="6858000">
                    <a:moveTo>
                      <a:pt x="512445" y="6858000"/>
                    </a:moveTo>
                    <a:lnTo>
                      <a:pt x="1648775" y="0"/>
                    </a:lnTo>
                    <a:lnTo>
                      <a:pt x="0" y="6858000"/>
                    </a:lnTo>
                    <a:lnTo>
                      <a:pt x="512445" y="6858000"/>
                    </a:lnTo>
                    <a:close/>
                  </a:path>
                </a:pathLst>
              </a:custGeom>
              <a:solidFill>
                <a:srgbClr val="3ECAFB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CFA5E4C7-E4BF-E4C4-F60A-7C4149BB4AE5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4032884"/>
              </a:xfrm>
              <a:custGeom>
                <a:avLst/>
                <a:gdLst>
                  <a:gd name="connsiteX0" fmla="*/ 0 w 6450636"/>
                  <a:gd name="connsiteY0" fmla="*/ 4032885 h 4032884"/>
                  <a:gd name="connsiteX1" fmla="*/ 0 w 6450636"/>
                  <a:gd name="connsiteY1" fmla="*/ 3051175 h 4032884"/>
                  <a:gd name="connsiteX2" fmla="*/ 6450637 w 6450636"/>
                  <a:gd name="connsiteY2" fmla="*/ 0 h 4032884"/>
                  <a:gd name="connsiteX3" fmla="*/ 0 w 6450636"/>
                  <a:gd name="connsiteY3" fmla="*/ 4032885 h 4032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4032884">
                    <a:moveTo>
                      <a:pt x="0" y="4032885"/>
                    </a:moveTo>
                    <a:lnTo>
                      <a:pt x="0" y="3051175"/>
                    </a:lnTo>
                    <a:lnTo>
                      <a:pt x="6450637" y="0"/>
                    </a:lnTo>
                    <a:lnTo>
                      <a:pt x="0" y="4032885"/>
                    </a:lnTo>
                    <a:close/>
                  </a:path>
                </a:pathLst>
              </a:custGeom>
              <a:gradFill>
                <a:gsLst>
                  <a:gs pos="0">
                    <a:srgbClr val="C6EB00"/>
                  </a:gs>
                  <a:gs pos="22000">
                    <a:srgbClr val="C6EB00"/>
                  </a:gs>
                  <a:gs pos="81000">
                    <a:srgbClr val="C6EB00"/>
                  </a:gs>
                </a:gsLst>
                <a:lin ang="2023233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793FB9F-6918-86EA-B87F-7D3592C41C47}"/>
                  </a:ext>
                </a:extLst>
              </p:cNvPr>
              <p:cNvSpPr/>
              <p:nvPr/>
            </p:nvSpPr>
            <p:spPr>
              <a:xfrm>
                <a:off x="6696719" y="0"/>
                <a:ext cx="5495280" cy="6858000"/>
              </a:xfrm>
              <a:custGeom>
                <a:avLst/>
                <a:gdLst>
                  <a:gd name="connsiteX0" fmla="*/ 0 w 5495280"/>
                  <a:gd name="connsiteY0" fmla="*/ 6858000 h 6858000"/>
                  <a:gd name="connsiteX1" fmla="*/ 5495281 w 5495280"/>
                  <a:gd name="connsiteY1" fmla="*/ 0 h 6858000"/>
                  <a:gd name="connsiteX2" fmla="*/ 742949 w 5495280"/>
                  <a:gd name="connsiteY2" fmla="*/ 6858000 h 6858000"/>
                  <a:gd name="connsiteX3" fmla="*/ 0 w 5495280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95280" h="6858000">
                    <a:moveTo>
                      <a:pt x="0" y="6858000"/>
                    </a:moveTo>
                    <a:lnTo>
                      <a:pt x="5495281" y="0"/>
                    </a:lnTo>
                    <a:lnTo>
                      <a:pt x="742949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69CA00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93C3BA8E-DAB9-D345-8CC0-588C7DF13462}"/>
                  </a:ext>
                </a:extLst>
              </p:cNvPr>
              <p:cNvSpPr/>
              <p:nvPr/>
            </p:nvSpPr>
            <p:spPr>
              <a:xfrm>
                <a:off x="11055669" y="0"/>
                <a:ext cx="1136330" cy="6858000"/>
              </a:xfrm>
              <a:custGeom>
                <a:avLst/>
                <a:gdLst>
                  <a:gd name="connsiteX0" fmla="*/ 1136330 w 1136330"/>
                  <a:gd name="connsiteY0" fmla="*/ 6858000 h 6858000"/>
                  <a:gd name="connsiteX1" fmla="*/ 1136330 w 1136330"/>
                  <a:gd name="connsiteY1" fmla="*/ 0 h 6858000"/>
                  <a:gd name="connsiteX2" fmla="*/ 0 w 1136330"/>
                  <a:gd name="connsiteY2" fmla="*/ 6858000 h 6858000"/>
                  <a:gd name="connsiteX3" fmla="*/ 1136330 w 1136330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36330" h="6858000">
                    <a:moveTo>
                      <a:pt x="1136330" y="6858000"/>
                    </a:moveTo>
                    <a:lnTo>
                      <a:pt x="1136330" y="0"/>
                    </a:lnTo>
                    <a:lnTo>
                      <a:pt x="0" y="6858000"/>
                    </a:lnTo>
                    <a:lnTo>
                      <a:pt x="1136330" y="6858000"/>
                    </a:lnTo>
                    <a:close/>
                  </a:path>
                </a:pathLst>
              </a:custGeom>
              <a:gradFill>
                <a:gsLst>
                  <a:gs pos="34000">
                    <a:srgbClr val="39B0E9"/>
                  </a:gs>
                  <a:gs pos="3000">
                    <a:srgbClr val="3ECAFB"/>
                  </a:gs>
                  <a:gs pos="55000">
                    <a:srgbClr val="3598D9"/>
                  </a:gs>
                  <a:gs pos="100000">
                    <a:srgbClr val="2D67B8"/>
                  </a:gs>
                </a:gsLst>
                <a:lin ang="21204873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09C544C4-89FF-579A-27F1-B8BB752A6D25}"/>
                  </a:ext>
                </a:extLst>
              </p:cNvPr>
              <p:cNvSpPr/>
              <p:nvPr/>
            </p:nvSpPr>
            <p:spPr>
              <a:xfrm>
                <a:off x="7439668" y="0"/>
                <a:ext cx="4752332" cy="6858000"/>
              </a:xfrm>
              <a:custGeom>
                <a:avLst/>
                <a:gdLst>
                  <a:gd name="connsiteX0" fmla="*/ 2253611 w 4752332"/>
                  <a:gd name="connsiteY0" fmla="*/ 6858000 h 6858000"/>
                  <a:gd name="connsiteX1" fmla="*/ 0 w 4752332"/>
                  <a:gd name="connsiteY1" fmla="*/ 6858000 h 6858000"/>
                  <a:gd name="connsiteX2" fmla="*/ 4752332 w 4752332"/>
                  <a:gd name="connsiteY2" fmla="*/ 0 h 6858000"/>
                  <a:gd name="connsiteX3" fmla="*/ 2253611 w 4752332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52332" h="6858000">
                    <a:moveTo>
                      <a:pt x="2253611" y="6858000"/>
                    </a:moveTo>
                    <a:lnTo>
                      <a:pt x="0" y="6858000"/>
                    </a:lnTo>
                    <a:lnTo>
                      <a:pt x="4752332" y="0"/>
                    </a:lnTo>
                    <a:lnTo>
                      <a:pt x="2253611" y="6858000"/>
                    </a:lnTo>
                    <a:close/>
                  </a:path>
                </a:pathLst>
              </a:custGeom>
              <a:gradFill>
                <a:gsLst>
                  <a:gs pos="39000">
                    <a:srgbClr val="C6EB03"/>
                  </a:gs>
                  <a:gs pos="52000">
                    <a:srgbClr val="BAE718"/>
                  </a:gs>
                  <a:gs pos="54000">
                    <a:srgbClr val="9DDF50"/>
                  </a:gs>
                  <a:gs pos="58000">
                    <a:srgbClr val="49C8F5"/>
                  </a:gs>
                </a:gsLst>
                <a:lin ang="1800000" scaled="0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4A162A33-0D42-660D-78DD-6970EEA177EE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451167"/>
              </a:xfrm>
              <a:custGeom>
                <a:avLst/>
                <a:gdLst>
                  <a:gd name="connsiteX0" fmla="*/ 6450637 w 6450636"/>
                  <a:gd name="connsiteY0" fmla="*/ 0 h 451167"/>
                  <a:gd name="connsiteX1" fmla="*/ 0 w 6450636"/>
                  <a:gd name="connsiteY1" fmla="*/ 0 h 451167"/>
                  <a:gd name="connsiteX2" fmla="*/ 0 w 6450636"/>
                  <a:gd name="connsiteY2" fmla="*/ 451168 h 451167"/>
                  <a:gd name="connsiteX3" fmla="*/ 6450637 w 6450636"/>
                  <a:gd name="connsiteY3" fmla="*/ 0 h 45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451167">
                    <a:moveTo>
                      <a:pt x="6450637" y="0"/>
                    </a:moveTo>
                    <a:lnTo>
                      <a:pt x="0" y="0"/>
                    </a:lnTo>
                    <a:lnTo>
                      <a:pt x="0" y="451168"/>
                    </a:lnTo>
                    <a:lnTo>
                      <a:pt x="6450637" y="0"/>
                    </a:lnTo>
                    <a:close/>
                  </a:path>
                </a:pathLst>
              </a:custGeom>
              <a:solidFill>
                <a:srgbClr val="FFB400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2253EE1B-2B6C-46A1-2850-543EAC10E2F5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1643379"/>
              </a:xfrm>
              <a:custGeom>
                <a:avLst/>
                <a:gdLst>
                  <a:gd name="connsiteX0" fmla="*/ 6450637 w 6450636"/>
                  <a:gd name="connsiteY0" fmla="*/ 0 h 1643379"/>
                  <a:gd name="connsiteX1" fmla="*/ 0 w 6450636"/>
                  <a:gd name="connsiteY1" fmla="*/ 451168 h 1643379"/>
                  <a:gd name="connsiteX2" fmla="*/ 0 w 6450636"/>
                  <a:gd name="connsiteY2" fmla="*/ 1643380 h 1643379"/>
                  <a:gd name="connsiteX3" fmla="*/ 6450637 w 6450636"/>
                  <a:gd name="connsiteY3" fmla="*/ 0 h 1643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1643379">
                    <a:moveTo>
                      <a:pt x="6450637" y="0"/>
                    </a:moveTo>
                    <a:lnTo>
                      <a:pt x="0" y="451168"/>
                    </a:lnTo>
                    <a:lnTo>
                      <a:pt x="0" y="1643380"/>
                    </a:lnTo>
                    <a:lnTo>
                      <a:pt x="6450637" y="0"/>
                    </a:lnTo>
                    <a:close/>
                  </a:path>
                </a:pathLst>
              </a:custGeom>
              <a:gradFill>
                <a:gsLst>
                  <a:gs pos="29000">
                    <a:srgbClr val="FFA800"/>
                  </a:gs>
                  <a:gs pos="32000">
                    <a:srgbClr val="FFAA00"/>
                  </a:gs>
                  <a:gs pos="47000">
                    <a:srgbClr val="FFC600"/>
                  </a:gs>
                </a:gsLst>
                <a:lin ang="4680000" scaled="0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60A7A98F-0E34-A7AF-E782-F08D7FF1F13B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2345689"/>
              </a:xfrm>
              <a:custGeom>
                <a:avLst/>
                <a:gdLst>
                  <a:gd name="connsiteX0" fmla="*/ 6450637 w 6450636"/>
                  <a:gd name="connsiteY0" fmla="*/ 0 h 2345689"/>
                  <a:gd name="connsiteX1" fmla="*/ 0 w 6450636"/>
                  <a:gd name="connsiteY1" fmla="*/ 2151063 h 2345689"/>
                  <a:gd name="connsiteX2" fmla="*/ 0 w 6450636"/>
                  <a:gd name="connsiteY2" fmla="*/ 2345690 h 2345689"/>
                  <a:gd name="connsiteX3" fmla="*/ 6450637 w 6450636"/>
                  <a:gd name="connsiteY3" fmla="*/ 0 h 2345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2345689">
                    <a:moveTo>
                      <a:pt x="6450637" y="0"/>
                    </a:moveTo>
                    <a:lnTo>
                      <a:pt x="0" y="2151063"/>
                    </a:lnTo>
                    <a:lnTo>
                      <a:pt x="0" y="2345690"/>
                    </a:lnTo>
                    <a:lnTo>
                      <a:pt x="6450637" y="0"/>
                    </a:lnTo>
                    <a:close/>
                  </a:path>
                </a:pathLst>
              </a:custGeom>
              <a:solidFill>
                <a:srgbClr val="FF9A00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2FD81B5C-ADAE-7411-555D-0505B3DE4D7B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3051175"/>
              </a:xfrm>
              <a:custGeom>
                <a:avLst/>
                <a:gdLst>
                  <a:gd name="connsiteX0" fmla="*/ 6450637 w 6450636"/>
                  <a:gd name="connsiteY0" fmla="*/ 0 h 3051175"/>
                  <a:gd name="connsiteX1" fmla="*/ 0 w 6450636"/>
                  <a:gd name="connsiteY1" fmla="*/ 2345690 h 3051175"/>
                  <a:gd name="connsiteX2" fmla="*/ 0 w 6450636"/>
                  <a:gd name="connsiteY2" fmla="*/ 3051175 h 3051175"/>
                  <a:gd name="connsiteX3" fmla="*/ 6450637 w 6450636"/>
                  <a:gd name="connsiteY3" fmla="*/ 0 h 3051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3051175">
                    <a:moveTo>
                      <a:pt x="6450637" y="0"/>
                    </a:moveTo>
                    <a:lnTo>
                      <a:pt x="0" y="2345690"/>
                    </a:lnTo>
                    <a:lnTo>
                      <a:pt x="0" y="3051175"/>
                    </a:lnTo>
                    <a:lnTo>
                      <a:pt x="6450637" y="0"/>
                    </a:lnTo>
                    <a:close/>
                  </a:path>
                </a:pathLst>
              </a:custGeom>
              <a:gradFill>
                <a:gsLst>
                  <a:gs pos="47000">
                    <a:srgbClr val="C6EB00"/>
                  </a:gs>
                  <a:gs pos="11000">
                    <a:srgbClr val="C6EB00"/>
                  </a:gs>
                  <a:gs pos="69000">
                    <a:srgbClr val="FF9A00"/>
                  </a:gs>
                  <a:gs pos="56000">
                    <a:srgbClr val="FF9A00"/>
                  </a:gs>
                </a:gsLst>
                <a:lin ang="14820000" scaled="0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8682B139-C1F8-158B-26A6-E33053AD4946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2151062"/>
              </a:xfrm>
              <a:custGeom>
                <a:avLst/>
                <a:gdLst>
                  <a:gd name="connsiteX0" fmla="*/ 0 w 6450636"/>
                  <a:gd name="connsiteY0" fmla="*/ 2151063 h 2151062"/>
                  <a:gd name="connsiteX1" fmla="*/ 0 w 6450636"/>
                  <a:gd name="connsiteY1" fmla="*/ 1643380 h 2151062"/>
                  <a:gd name="connsiteX2" fmla="*/ 0 w 6450636"/>
                  <a:gd name="connsiteY2" fmla="*/ 1643380 h 2151062"/>
                  <a:gd name="connsiteX3" fmla="*/ 6450637 w 6450636"/>
                  <a:gd name="connsiteY3" fmla="*/ 0 h 2151062"/>
                  <a:gd name="connsiteX4" fmla="*/ 0 w 6450636"/>
                  <a:gd name="connsiteY4" fmla="*/ 2151063 h 2151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50636" h="2151062">
                    <a:moveTo>
                      <a:pt x="0" y="2151063"/>
                    </a:moveTo>
                    <a:lnTo>
                      <a:pt x="0" y="1643380"/>
                    </a:lnTo>
                    <a:lnTo>
                      <a:pt x="0" y="1643380"/>
                    </a:lnTo>
                    <a:lnTo>
                      <a:pt x="6450637" y="0"/>
                    </a:lnTo>
                    <a:lnTo>
                      <a:pt x="0" y="2151063"/>
                    </a:lnTo>
                    <a:close/>
                  </a:path>
                </a:pathLst>
              </a:custGeom>
              <a:solidFill>
                <a:srgbClr val="FDAF25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20EB8C2E-131D-A4F2-D42D-7B567FD86D78}"/>
                  </a:ext>
                </a:extLst>
              </p:cNvPr>
              <p:cNvSpPr/>
              <p:nvPr/>
            </p:nvSpPr>
            <p:spPr>
              <a:xfrm>
                <a:off x="9693279" y="0"/>
                <a:ext cx="2498720" cy="6858000"/>
              </a:xfrm>
              <a:custGeom>
                <a:avLst/>
                <a:gdLst>
                  <a:gd name="connsiteX0" fmla="*/ 0 w 2498720"/>
                  <a:gd name="connsiteY0" fmla="*/ 6858000 h 6858000"/>
                  <a:gd name="connsiteX1" fmla="*/ 2498721 w 2498720"/>
                  <a:gd name="connsiteY1" fmla="*/ 0 h 6858000"/>
                  <a:gd name="connsiteX2" fmla="*/ 849946 w 2498720"/>
                  <a:gd name="connsiteY2" fmla="*/ 6858000 h 6858000"/>
                  <a:gd name="connsiteX3" fmla="*/ 0 w 2498720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98720" h="6858000">
                    <a:moveTo>
                      <a:pt x="0" y="6858000"/>
                    </a:moveTo>
                    <a:lnTo>
                      <a:pt x="2498721" y="0"/>
                    </a:lnTo>
                    <a:lnTo>
                      <a:pt x="849946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188EE1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D838B711-71CF-4731-94DD-1BB12FAD40B8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5757545"/>
              </a:xfrm>
              <a:custGeom>
                <a:avLst/>
                <a:gdLst>
                  <a:gd name="connsiteX0" fmla="*/ 0 w 6450636"/>
                  <a:gd name="connsiteY0" fmla="*/ 5757545 h 5757545"/>
                  <a:gd name="connsiteX1" fmla="*/ 6450637 w 6450636"/>
                  <a:gd name="connsiteY1" fmla="*/ 0 h 5757545"/>
                  <a:gd name="connsiteX2" fmla="*/ 0 w 6450636"/>
                  <a:gd name="connsiteY2" fmla="*/ 4032885 h 5757545"/>
                  <a:gd name="connsiteX3" fmla="*/ 0 w 6450636"/>
                  <a:gd name="connsiteY3" fmla="*/ 5757545 h 5757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5757545">
                    <a:moveTo>
                      <a:pt x="0" y="5757545"/>
                    </a:moveTo>
                    <a:lnTo>
                      <a:pt x="6450637" y="0"/>
                    </a:lnTo>
                    <a:lnTo>
                      <a:pt x="0" y="4032885"/>
                    </a:lnTo>
                    <a:lnTo>
                      <a:pt x="0" y="5757545"/>
                    </a:lnTo>
                    <a:close/>
                  </a:path>
                </a:pathLst>
              </a:custGeom>
              <a:gradFill>
                <a:gsLst>
                  <a:gs pos="0">
                    <a:srgbClr val="87D400"/>
                  </a:gs>
                  <a:gs pos="22000">
                    <a:srgbClr val="83D200"/>
                  </a:gs>
                  <a:gs pos="81000">
                    <a:srgbClr val="69CA00"/>
                  </a:gs>
                </a:gsLst>
                <a:lin ang="2023233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054713C2-66EF-6E19-8B86-8C2D726053F0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6858000"/>
              </a:xfrm>
              <a:custGeom>
                <a:avLst/>
                <a:gdLst>
                  <a:gd name="connsiteX0" fmla="*/ 955356 w 6450636"/>
                  <a:gd name="connsiteY0" fmla="*/ 6858000 h 6858000"/>
                  <a:gd name="connsiteX1" fmla="*/ 6450637 w 6450636"/>
                  <a:gd name="connsiteY1" fmla="*/ 0 h 6858000"/>
                  <a:gd name="connsiteX2" fmla="*/ 0 w 6450636"/>
                  <a:gd name="connsiteY2" fmla="*/ 5757545 h 6858000"/>
                  <a:gd name="connsiteX3" fmla="*/ 0 w 6450636"/>
                  <a:gd name="connsiteY3" fmla="*/ 6858000 h 6858000"/>
                  <a:gd name="connsiteX4" fmla="*/ 955356 w 6450636"/>
                  <a:gd name="connsiteY4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50636" h="6858000">
                    <a:moveTo>
                      <a:pt x="955356" y="6858000"/>
                    </a:moveTo>
                    <a:lnTo>
                      <a:pt x="6450637" y="0"/>
                    </a:lnTo>
                    <a:lnTo>
                      <a:pt x="0" y="5757545"/>
                    </a:lnTo>
                    <a:lnTo>
                      <a:pt x="0" y="6858000"/>
                    </a:lnTo>
                    <a:lnTo>
                      <a:pt x="955356" y="6858000"/>
                    </a:lnTo>
                    <a:close/>
                  </a:path>
                </a:pathLst>
              </a:custGeom>
              <a:gradFill>
                <a:gsLst>
                  <a:gs pos="48000">
                    <a:srgbClr val="C6EB00"/>
                  </a:gs>
                  <a:gs pos="59000">
                    <a:srgbClr val="6BCA23"/>
                  </a:gs>
                  <a:gs pos="90000">
                    <a:srgbClr val="09A74A"/>
                  </a:gs>
                </a:gsLst>
                <a:lin ang="13670947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1410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DA28DB-65F2-4DB0-0C58-B4F4081D094E}"/>
              </a:ext>
            </a:extLst>
          </p:cNvPr>
          <p:cNvSpPr/>
          <p:nvPr userDrawn="1"/>
        </p:nvSpPr>
        <p:spPr>
          <a:xfrm>
            <a:off x="0" y="0"/>
            <a:ext cx="5749636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218CD4-45FF-0363-DBBA-8A93B3364196}"/>
              </a:ext>
            </a:extLst>
          </p:cNvPr>
          <p:cNvSpPr/>
          <p:nvPr userDrawn="1"/>
        </p:nvSpPr>
        <p:spPr>
          <a:xfrm>
            <a:off x="5749636" y="0"/>
            <a:ext cx="6442364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B927F5D-4721-0803-59FF-213A55372D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486750"/>
            <a:ext cx="752219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3617F25B-C3B5-1DAC-669D-F0AAE4EADCF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49636" y="0"/>
            <a:ext cx="6442364" cy="685800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F2F2590-8080-7A0A-2EDC-896BD896BD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36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Section divider header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B637A51-3E92-0DE4-3715-E6129025CD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412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Secondary header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75AE513-F025-3E23-FBCB-AD34DB5AA7E0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27F9690-CB6B-6CBA-C6A2-7915CE6FEF25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604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9B762FB-EC77-2CB7-44E6-7F109E56A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DECCA3C-D0CD-3DAC-72B9-289377CBB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493885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150938"/>
            <a:ext cx="11433175" cy="47815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6182BEF-2AF4-4343-1BA4-64A2C8E1A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785747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150938"/>
            <a:ext cx="5513653" cy="47815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25E3DC5B-DB8B-F580-C6F7-C94D37812C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88894" y="1150938"/>
            <a:ext cx="5513653" cy="47815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6182BEF-2AF4-4343-1BA4-64A2C8E1A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320361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0F1C6B1E-C608-FC8D-A582-DC3E56283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 line subtitle of slide goes here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F7DBDFB-B1CE-5E8E-F55C-5F56AF0CE3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First line title of slide goes here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6D04279-28E6-3CA1-3456-666F8629C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99203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405218"/>
            <a:ext cx="11433175" cy="45272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A751461-EDE6-6A69-28E3-7DE3B1F289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 line subtitle of slide goes here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951A046-90B1-093D-5147-C0959CBAD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103515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 + 2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A751461-EDE6-6A69-28E3-7DE3B1F289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 line subtitle of slide goes here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951A046-90B1-093D-5147-C0959CBAD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BF11EB8-7A1F-80B9-D1A1-0AC5F98473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9413" y="1405218"/>
            <a:ext cx="5513653" cy="45272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962A772-2113-8339-BB9E-94B3A2D1B6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8894" y="1405218"/>
            <a:ext cx="5513653" cy="45272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38005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9A005E92-D3AC-C136-D88B-4E4CAFF299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180539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78025A-AB06-6766-72ED-7AB54A2FC637}"/>
              </a:ext>
            </a:extLst>
          </p:cNvPr>
          <p:cNvSpPr/>
          <p:nvPr userDrawn="1"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2A42E699-C892-2CB8-E3D4-0CE9521EA92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4195DF01-9D0D-7532-1195-7E763F0CD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734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A2CF2C2A-6861-B755-0D80-9B629CD0F7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3204" y="1786952"/>
            <a:ext cx="5040860" cy="4839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A3FDDD5-8639-18E9-8B3B-8437AADE25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96543" y="2667156"/>
            <a:ext cx="5066587" cy="30382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FontTx/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171450" indent="0">
              <a:lnSpc>
                <a:spcPct val="110000"/>
              </a:lnSpc>
              <a:spcBef>
                <a:spcPts val="1200"/>
              </a:spcBef>
              <a:buFontTx/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10000"/>
              </a:lnSpc>
              <a:spcBef>
                <a:spcPts val="1200"/>
              </a:spcBef>
              <a:buFontTx/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5937" indent="0">
              <a:lnSpc>
                <a:spcPct val="110000"/>
              </a:lnSpc>
              <a:spcBef>
                <a:spcPts val="1200"/>
              </a:spcBef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688975" indent="0">
              <a:lnSpc>
                <a:spcPct val="110000"/>
              </a:lnSpc>
              <a:spcBef>
                <a:spcPts val="1200"/>
              </a:spcBef>
              <a:buFontTx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r>
              <a:rPr lang="en-US"/>
              <a:t>First line item here</a:t>
            </a:r>
          </a:p>
          <a:p>
            <a:r>
              <a:rPr lang="en-US"/>
              <a:t>Second line item here</a:t>
            </a:r>
          </a:p>
          <a:p>
            <a:r>
              <a:rPr lang="en-US"/>
              <a:t>Third line item here</a:t>
            </a:r>
          </a:p>
          <a:p>
            <a:r>
              <a:rPr lang="en-US"/>
              <a:t>Fourth line item here</a:t>
            </a:r>
          </a:p>
          <a:p>
            <a:r>
              <a:rPr lang="en-US"/>
              <a:t>Fifth line item here</a:t>
            </a:r>
          </a:p>
          <a:p>
            <a:r>
              <a:rPr lang="en-US"/>
              <a:t>Sixth line item here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BB48F6D-14A5-635A-DC4D-89D0AA382D13}"/>
              </a:ext>
            </a:extLst>
          </p:cNvPr>
          <p:cNvSpPr txBox="1">
            <a:spLocks/>
          </p:cNvSpPr>
          <p:nvPr userDrawn="1"/>
        </p:nvSpPr>
        <p:spPr>
          <a:xfrm>
            <a:off x="6917179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1F97677-1386-DB8B-8AD4-E3A78A867485}"/>
              </a:ext>
            </a:extLst>
          </p:cNvPr>
          <p:cNvSpPr txBox="1">
            <a:spLocks/>
          </p:cNvSpPr>
          <p:nvPr userDrawn="1"/>
        </p:nvSpPr>
        <p:spPr>
          <a:xfrm>
            <a:off x="6696543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9FA02D-A203-27C1-0EC4-1A02C504CC4F}"/>
              </a:ext>
            </a:extLst>
          </p:cNvPr>
          <p:cNvSpPr/>
          <p:nvPr userDrawn="1"/>
        </p:nvSpPr>
        <p:spPr>
          <a:xfrm rot="5400000" flipH="1">
            <a:off x="9191467" y="-51409"/>
            <a:ext cx="47869" cy="504086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50000">
                <a:schemeClr val="accent3"/>
              </a:gs>
              <a:gs pos="85000">
                <a:schemeClr val="accent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190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246F63-DBF7-BA9E-DE09-BB511C2FF5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1330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6102E59-0FA0-7A60-BB45-BEB114BAD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0" y="1121135"/>
            <a:ext cx="3748695" cy="707666"/>
          </a:xfrm>
          <a:prstGeom prst="rect">
            <a:avLst/>
          </a:prstGeom>
          <a:solidFill>
            <a:srgbClr val="E9E9E9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heading here</a:t>
            </a:r>
            <a:br>
              <a:rPr lang="en-US"/>
            </a:br>
            <a:r>
              <a:rPr lang="en-US"/>
              <a:t>+ choose a color fill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F3BE122-47AE-F619-8C18-8F09842C51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19890" y="1121135"/>
            <a:ext cx="3748695" cy="707666"/>
          </a:xfrm>
          <a:prstGeom prst="rect">
            <a:avLst/>
          </a:prstGeom>
          <a:solidFill>
            <a:srgbClr val="E9E9E9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heading here</a:t>
            </a:r>
            <a:br>
              <a:rPr lang="en-US"/>
            </a:br>
            <a:r>
              <a:rPr lang="en-US"/>
              <a:t>+ choose a color fill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A4932F7-4E15-7A95-6A37-BE437ADFA3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60369" y="1121135"/>
            <a:ext cx="3751526" cy="707666"/>
          </a:xfrm>
          <a:prstGeom prst="rect">
            <a:avLst/>
          </a:prstGeom>
          <a:solidFill>
            <a:srgbClr val="E9E9E9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heading here</a:t>
            </a:r>
            <a:br>
              <a:rPr lang="en-US"/>
            </a:br>
            <a:r>
              <a:rPr lang="en-US"/>
              <a:t>+ choose a color fill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67183DBA-C322-F521-0FEA-D0705826F7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40178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6454434-B42A-EA15-7566-94C00AAC2CF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71097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914112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74848F8-E106-DDD2-2B4E-1E83F71E40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0882" y="5288507"/>
            <a:ext cx="5571014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FB6DB77-125E-F4A2-A6C8-9D929889E9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0882" y="1121135"/>
            <a:ext cx="5571014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Chart title here</a:t>
            </a:r>
          </a:p>
        </p:txBody>
      </p:sp>
      <p:sp>
        <p:nvSpPr>
          <p:cNvPr id="12" name="Chart Placeholder 6">
            <a:extLst>
              <a:ext uri="{FF2B5EF4-FFF2-40B4-BE49-F238E27FC236}">
                <a16:creationId xmlns:a16="http://schemas.microsoft.com/office/drawing/2014/main" id="{47E510F8-1884-7FDB-123C-B6CCC93CB216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6241152" y="1828801"/>
            <a:ext cx="5570744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/>
              <a:t>Click to add chart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681EBB6-02C5-DD23-3611-D1D30645F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9413" y="1562669"/>
            <a:ext cx="5513653" cy="436981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6956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246F63-DBF7-BA9E-DE09-BB511C2FF5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2" y="5288507"/>
            <a:ext cx="5571014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6102E59-0FA0-7A60-BB45-BEB114BAD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2" y="1121135"/>
            <a:ext cx="5571014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Chart title here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2BCE720A-1CBF-7914-8A98-19F701E5075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379413" y="1828801"/>
            <a:ext cx="5570744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/>
              <a:t>Click to add chart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74848F8-E106-DDD2-2B4E-1E83F71E40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0882" y="5288507"/>
            <a:ext cx="5571014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FB6DB77-125E-F4A2-A6C8-9D929889E9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0882" y="1121135"/>
            <a:ext cx="5571014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Chart title here</a:t>
            </a:r>
          </a:p>
        </p:txBody>
      </p:sp>
      <p:sp>
        <p:nvSpPr>
          <p:cNvPr id="12" name="Chart Placeholder 6">
            <a:extLst>
              <a:ext uri="{FF2B5EF4-FFF2-40B4-BE49-F238E27FC236}">
                <a16:creationId xmlns:a16="http://schemas.microsoft.com/office/drawing/2014/main" id="{47E510F8-1884-7FDB-123C-B6CCC93CB216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6241152" y="1828801"/>
            <a:ext cx="5570744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/>
              <a:t>Click to add chart</a:t>
            </a:r>
          </a:p>
        </p:txBody>
      </p:sp>
    </p:spTree>
    <p:extLst>
      <p:ext uri="{BB962C8B-B14F-4D97-AF65-F5344CB8AC3E}">
        <p14:creationId xmlns:p14="http://schemas.microsoft.com/office/powerpoint/2010/main" val="1079937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246F63-DBF7-BA9E-DE09-BB511C2FF5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14283" y="5213445"/>
            <a:ext cx="9481095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6102E59-0FA0-7A60-BB45-BEB114BAD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14283" y="1046073"/>
            <a:ext cx="9481095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Chart title here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2BCE720A-1CBF-7914-8A98-19F701E5075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1314284" y="1753739"/>
            <a:ext cx="9480635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/>
              <a:t>Click to add chart</a:t>
            </a:r>
          </a:p>
        </p:txBody>
      </p:sp>
    </p:spTree>
    <p:extLst>
      <p:ext uri="{BB962C8B-B14F-4D97-AF65-F5344CB8AC3E}">
        <p14:creationId xmlns:p14="http://schemas.microsoft.com/office/powerpoint/2010/main" val="3643662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3483E2-ADB0-033C-1F39-22DCD3B522CC}"/>
              </a:ext>
            </a:extLst>
          </p:cNvPr>
          <p:cNvSpPr/>
          <p:nvPr userDrawn="1"/>
        </p:nvSpPr>
        <p:spPr>
          <a:xfrm>
            <a:off x="5751676" y="0"/>
            <a:ext cx="6440324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3B3E693C-3D79-A935-FDC8-22E5D73369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0AF2B029-0503-D969-EAF9-C0904EE5AD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995686"/>
            <a:ext cx="5040860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architect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749925" y="0"/>
            <a:ext cx="3219326" cy="3429000"/>
          </a:xfrm>
          <a:prstGeom prst="rect">
            <a:avLst/>
          </a:prstGeom>
          <a:solidFill>
            <a:srgbClr val="EAEAEA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19" name="Picture Placeholder 13">
            <a:extLst>
              <a:ext uri="{FF2B5EF4-FFF2-40B4-BE49-F238E27FC236}">
                <a16:creationId xmlns:a16="http://schemas.microsoft.com/office/drawing/2014/main" id="{5C81A9FE-8AC2-A3C2-BCBA-74E635BCD7E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749925" y="3429000"/>
            <a:ext cx="3219326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72EABCE6-311A-F405-61EF-5A43EFCC952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972674" y="0"/>
            <a:ext cx="3219326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98A9427A-B40D-7B18-7F44-ACC05CB6917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972674" y="3429000"/>
            <a:ext cx="3219326" cy="3429000"/>
          </a:xfrm>
          <a:prstGeom prst="rect">
            <a:avLst/>
          </a:prstGeom>
          <a:solidFill>
            <a:srgbClr val="EAEAEA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9B9CC07D-4BCD-9854-9272-3F05092B4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3" y="1682705"/>
            <a:ext cx="5059927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28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pPr lvl="0"/>
            <a:r>
              <a:rPr lang="en-GB"/>
              <a:t>Slide title goes here over multiple lines if required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E2F10693-95DC-E116-617D-95CC76059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3239642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92195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6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accusantik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Picture Placeholder 13">
            <a:extLst>
              <a:ext uri="{FF2B5EF4-FFF2-40B4-BE49-F238E27FC236}">
                <a16:creationId xmlns:a16="http://schemas.microsoft.com/office/drawing/2014/main" id="{91347789-91DD-8BAB-C965-15B9AD23802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6" y="3428999"/>
            <a:ext cx="2903970" cy="34290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71126BC0-ACDB-A63C-30FF-060BBADFC2A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82905" y="3428999"/>
            <a:ext cx="2903970" cy="3429002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BB5538B8-D304-A6FE-E229-6BA4E24C2CC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288030" y="3428999"/>
            <a:ext cx="2903970" cy="34290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66E0F71D-367D-EF12-86F9-A9181132A97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76626" y="1"/>
            <a:ext cx="2903970" cy="3429002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1BA72DF4-89E9-84A2-C2CB-42ACD6DB794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382905" y="1"/>
            <a:ext cx="2903970" cy="3429002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49" name="Picture Placeholder 13">
            <a:extLst>
              <a:ext uri="{FF2B5EF4-FFF2-40B4-BE49-F238E27FC236}">
                <a16:creationId xmlns:a16="http://schemas.microsoft.com/office/drawing/2014/main" id="{81113856-26A5-94C8-0833-80FD9616F2D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288030" y="1"/>
            <a:ext cx="2903970" cy="3429002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10F94516-D36C-2727-50A5-CF74F2E8E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605035"/>
            <a:ext cx="2735891" cy="2108579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500" b="0"/>
            </a:lvl1pPr>
          </a:lstStyle>
          <a:p>
            <a:r>
              <a:rPr lang="en-US"/>
              <a:t>Slide title here over multiple lines if required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661897CC-AACF-2829-F832-0A49122D14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620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</p:spTree>
    <p:extLst>
      <p:ext uri="{BB962C8B-B14F-4D97-AF65-F5344CB8AC3E}">
        <p14:creationId xmlns:p14="http://schemas.microsoft.com/office/powerpoint/2010/main" val="3773468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accusantik</a:t>
            </a:r>
            <a:endParaRPr lang="en-US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5" y="0"/>
            <a:ext cx="8715374" cy="68580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2DF415B5-BC03-D284-0472-96078327D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605035"/>
            <a:ext cx="2735891" cy="2108579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500" b="0"/>
            </a:lvl1pPr>
          </a:lstStyle>
          <a:p>
            <a:r>
              <a:rPr lang="en-US"/>
              <a:t>Slide title here over multiple lines if required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1A6108F-688D-00CE-1F0C-96CC714BBE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620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</p:spTree>
    <p:extLst>
      <p:ext uri="{BB962C8B-B14F-4D97-AF65-F5344CB8AC3E}">
        <p14:creationId xmlns:p14="http://schemas.microsoft.com/office/powerpoint/2010/main" val="538513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ark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accusantik</a:t>
            </a:r>
            <a:endParaRPr lang="en-US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5" y="0"/>
            <a:ext cx="8715374" cy="68580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2DF415B5-BC03-D284-0472-96078327D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605035"/>
            <a:ext cx="2735891" cy="2108579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500" b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 here over multiple lines if required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1A6108F-688D-00CE-1F0C-96CC714BBE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620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</p:spTree>
    <p:extLst>
      <p:ext uri="{BB962C8B-B14F-4D97-AF65-F5344CB8AC3E}">
        <p14:creationId xmlns:p14="http://schemas.microsoft.com/office/powerpoint/2010/main" val="2878610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eft +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2D6636-D6A0-C337-4A05-2425732FF2B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8D833D0-D1EA-0453-7C67-5B1CE3BAD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9264E6B0-F9AE-B1F9-93AC-8A519A4A5E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D516C67-2149-579A-F47C-55BEB51847A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03440" y="3522192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endParaRPr lang="en-US"/>
          </a:p>
          <a:p>
            <a:pPr lvl="0"/>
            <a:r>
              <a:rPr lang="en-US"/>
              <a:t>Sones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  <a:p>
            <a:pPr lvl="0"/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endParaRPr lang="en-US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1A826A35-5634-6413-36C2-AEB0FFCA2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03439" y="1605035"/>
            <a:ext cx="5040860" cy="1461431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Slide title goes </a:t>
            </a:r>
            <a:br>
              <a:rPr lang="en-US"/>
            </a:br>
            <a:r>
              <a:rPr lang="en-US"/>
              <a:t>here over multiple</a:t>
            </a:r>
            <a:br>
              <a:rPr lang="en-US"/>
            </a:br>
            <a:r>
              <a:rPr lang="en-US"/>
              <a:t>lines if required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A5B9995-81AD-8AA9-683A-78DBE91BF8D1}"/>
              </a:ext>
            </a:extLst>
          </p:cNvPr>
          <p:cNvSpPr txBox="1">
            <a:spLocks/>
          </p:cNvSpPr>
          <p:nvPr userDrawn="1"/>
        </p:nvSpPr>
        <p:spPr>
          <a:xfrm>
            <a:off x="6724075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CDFBD57-209D-51C7-4616-FF4C6F00C443}"/>
              </a:ext>
            </a:extLst>
          </p:cNvPr>
          <p:cNvSpPr txBox="1">
            <a:spLocks/>
          </p:cNvSpPr>
          <p:nvPr userDrawn="1"/>
        </p:nvSpPr>
        <p:spPr>
          <a:xfrm>
            <a:off x="6503439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26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right +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FF3C8D76-C793-E670-BDE5-146FB59F9F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3239642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B93ABC-DF5B-7122-E497-8DAC3BDA3DFA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B3237A92-0813-4C72-03F2-E999D7F7C3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93FC714-6301-1455-CB53-C288494837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EF90636A-148D-D1E5-3FF5-12C46A7F7B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3431023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endParaRPr lang="en-US"/>
          </a:p>
          <a:p>
            <a:pPr lvl="0"/>
            <a:r>
              <a:rPr lang="en-US"/>
              <a:t>Sones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  <a:p>
            <a:pPr lvl="0"/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9028FE14-75D2-C23C-6FE7-530C1FD73C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514" y="1608657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Slide title goes </a:t>
            </a:r>
            <a:br>
              <a:rPr lang="en-US"/>
            </a:br>
            <a:r>
              <a:rPr lang="en-US"/>
              <a:t>here over multiple</a:t>
            </a:r>
            <a:br>
              <a:rPr lang="en-US"/>
            </a:br>
            <a:r>
              <a:rPr lang="en-US"/>
              <a:t>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238326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imag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2D7682D-4DE4-4B99-3A29-AED2B60445F6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21245394-80EC-F0AD-009D-284FEEB2B03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91300" y="1652127"/>
            <a:ext cx="5048250" cy="47481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0D70F547-8B83-B174-3270-794B37206E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02BFD391-315F-7AC1-72E9-50EF2689B0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6218B57-AD97-875E-74F8-922F32AFF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3431023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endParaRPr lang="en-US"/>
          </a:p>
          <a:p>
            <a:pPr lvl="0"/>
            <a:r>
              <a:rPr lang="en-US"/>
              <a:t>Sones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  <a:p>
            <a:pPr lvl="0"/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BA229B9-D9CA-C3D4-0C1C-2304030829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514" y="1608657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Slide title goes </a:t>
            </a:r>
            <a:br>
              <a:rPr lang="en-US"/>
            </a:br>
            <a:r>
              <a:rPr lang="en-US"/>
              <a:t>here over multiple</a:t>
            </a:r>
            <a:br>
              <a:rPr lang="en-US"/>
            </a:br>
            <a:r>
              <a:rPr lang="en-US"/>
              <a:t>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2604275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  <p15:guide id="5" orient="horz" pos="1865">
          <p15:clr>
            <a:srgbClr val="FBAE40"/>
          </p15:clr>
        </p15:guide>
        <p15:guide id="6" orient="horz" pos="1593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3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4195DF01-9D0D-7532-1195-7E763F0CD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AE905AA-AFA2-0B96-B385-D32652EF1B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A2CF2C2A-6861-B755-0D80-9B629CD0F7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1682705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A3FDDD5-8639-18E9-8B3B-8437AADE25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2894274"/>
            <a:ext cx="5066587" cy="30382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1200"/>
              </a:spcBef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1200"/>
              </a:spcBef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2A42E699-C892-2CB8-E3D4-0CE9521EA92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13626" y="0"/>
            <a:ext cx="6078373" cy="2282024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F4C96FE9-C037-14C3-012B-B741623D23D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13626" y="2287988"/>
            <a:ext cx="6078373" cy="22820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07DF25DC-1055-D2B2-98AF-5F29BBD47E9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113626" y="4575977"/>
            <a:ext cx="6078373" cy="2282024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3920864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E9953E-1F03-B222-CC62-12EAF44E2ECD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D952218D-93A7-0B20-45B9-5277563E2A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D4924678-329C-366B-4CA0-9F35F6C04F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5E9CC677-B687-DC73-8B66-FBAC46F9B3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1682705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5C9E828-1F1C-47CB-0CA6-96FD8BB6A5B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7988" y="2960689"/>
            <a:ext cx="5040860" cy="8559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F931AB8-713E-C852-8385-691C99CC079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00094" y="2960689"/>
            <a:ext cx="5040860" cy="8559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0BA635FC-A312-CDFD-CEE2-71AE69C703C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00050" y="4014788"/>
            <a:ext cx="5027613" cy="1963737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7CDDFA3-A77C-84F6-C805-0F704B7EA5C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613341" y="4014788"/>
            <a:ext cx="5027613" cy="19637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3060099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4CB21D0-309A-8549-2E95-F4ECA7D61980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" panose="00000500000000000000" pitchFamily="2" charset="0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00FB82-C8FF-91FA-02E0-EFFBDBA21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</a:t>
            </a:r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D8654F-C79C-9C2C-7718-1FD0D86A466F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516805" y="879475"/>
            <a:ext cx="5179327" cy="5057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insert chart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F8A78F56-3208-0B1B-F4D6-5D837A0404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8539C609-7056-CF23-8C8B-48A01C5323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281573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71BEE4-760E-ACDE-C810-291B26FBC1FD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CB21D0-309A-8549-2E95-F4ECA7D61980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" panose="00000500000000000000" pitchFamily="2" charset="0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00FB82-C8FF-91FA-02E0-EFFBDBA21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</a:t>
            </a:r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D8654F-C79C-9C2C-7718-1FD0D86A466F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516805" y="879475"/>
            <a:ext cx="5179327" cy="5057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insert chart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E7A7B9D-0596-435F-260E-F986AD70309C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5F03E6F-5303-0DBD-3EBD-9F67494B3E0B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969FB07F-BB62-D658-9816-1E1BD86A29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BF12AD3F-EA62-0DBF-75E9-F16434EAA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16805" y="6229255"/>
            <a:ext cx="517932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181324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38267D-D61B-F75E-86C1-3337F26300DD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00FB82-C8FF-91FA-02E0-EFFBDBA21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03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</a:t>
            </a:r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</a:t>
            </a:r>
          </a:p>
          <a:p>
            <a:pPr lvl="0"/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193D7AF-C152-458B-C821-B576A22C3EA5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0922529C-6040-DCAB-4A00-BEF58343F003}"/>
              </a:ext>
            </a:extLst>
          </p:cNvPr>
          <p:cNvSpPr>
            <a:spLocks noGrp="1"/>
          </p:cNvSpPr>
          <p:nvPr>
            <p:ph type="tbl" sz="quarter" idx="22" hasCustomPrompt="1"/>
          </p:nvPr>
        </p:nvSpPr>
        <p:spPr>
          <a:xfrm>
            <a:off x="347663" y="855663"/>
            <a:ext cx="5240337" cy="50815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insert table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3B5149C6-63EE-0A45-E5D3-310AF131E7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73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Slide title here goes over multiple lines if required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40D0B0E0-4167-6A10-1CB8-CFFD4B3D3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03987" y="6229255"/>
            <a:ext cx="5040861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204977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61CC271-180C-648D-087D-DEC613F81762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sp>
        <p:nvSpPr>
          <p:cNvPr id="19" name="Title 17">
            <a:extLst>
              <a:ext uri="{FF2B5EF4-FFF2-40B4-BE49-F238E27FC236}">
                <a16:creationId xmlns:a16="http://schemas.microsoft.com/office/drawing/2014/main" id="{7604B72C-3E22-5D39-D192-EC4666871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3025" y="1616532"/>
            <a:ext cx="5062539" cy="2610984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lang="en-US" sz="4200" dirty="0"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1000"/>
              </a:spcBef>
              <a:buFontTx/>
            </a:pPr>
            <a:r>
              <a:rPr lang="en-US"/>
              <a:t>The Presentation Title Goes Here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83503EB8-22AC-2652-541F-328652BFB8E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2652" y="4695137"/>
            <a:ext cx="5062539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FontTx/>
              <a:buNone/>
              <a:defRPr sz="2200"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Subheading or speaker 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D8507CC8-D535-4BC6-E58E-11FA855D0C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42652" y="5223518"/>
            <a:ext cx="5062539" cy="847618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If required goes here | speaker title, </a:t>
            </a:r>
            <a:br>
              <a:rPr lang="en-US"/>
            </a:br>
            <a:r>
              <a:rPr lang="en-US"/>
              <a:t>date and /or additional information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BEB20A5-EF9D-B4CD-8327-7B9564DB7690}"/>
              </a:ext>
            </a:extLst>
          </p:cNvPr>
          <p:cNvGrpSpPr/>
          <p:nvPr userDrawn="1"/>
        </p:nvGrpSpPr>
        <p:grpSpPr>
          <a:xfrm>
            <a:off x="532238" y="532263"/>
            <a:ext cx="1522954" cy="515204"/>
            <a:chOff x="532238" y="532263"/>
            <a:chExt cx="1522954" cy="515204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B8B0E0D-A07D-CED0-324D-F6B0BD7878E5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4B9C520-802F-607D-CD32-293B8F5FF939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CCDBBF9-3E97-0881-79C2-B541C6F19CD2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824B6165-D02C-EB96-6C2E-DD015A12BAEA}"/>
              </a:ext>
            </a:extLst>
          </p:cNvPr>
          <p:cNvGrpSpPr/>
          <p:nvPr userDrawn="1"/>
        </p:nvGrpSpPr>
        <p:grpSpPr>
          <a:xfrm>
            <a:off x="6473825" y="1"/>
            <a:ext cx="5818893" cy="6874913"/>
            <a:chOff x="6473825" y="1"/>
            <a:chExt cx="5818893" cy="6874913"/>
          </a:xfrm>
        </p:grpSpPr>
        <p:sp>
          <p:nvSpPr>
            <p:cNvPr id="265" name="Rectangle 261">
              <a:extLst>
                <a:ext uri="{FF2B5EF4-FFF2-40B4-BE49-F238E27FC236}">
                  <a16:creationId xmlns:a16="http://schemas.microsoft.com/office/drawing/2014/main" id="{03CD1AC5-6981-4E67-5263-0F100BDB77CC}"/>
                </a:ext>
              </a:extLst>
            </p:cNvPr>
            <p:cNvSpPr/>
            <p:nvPr userDrawn="1"/>
          </p:nvSpPr>
          <p:spPr>
            <a:xfrm>
              <a:off x="8319247" y="1"/>
              <a:ext cx="2498165" cy="3446946"/>
            </a:xfrm>
            <a:custGeom>
              <a:avLst/>
              <a:gdLst>
                <a:gd name="connsiteX0" fmla="*/ 0 w 723153"/>
                <a:gd name="connsiteY0" fmla="*/ 0 h 328706"/>
                <a:gd name="connsiteX1" fmla="*/ 723153 w 723153"/>
                <a:gd name="connsiteY1" fmla="*/ 0 h 328706"/>
                <a:gd name="connsiteX2" fmla="*/ 723153 w 723153"/>
                <a:gd name="connsiteY2" fmla="*/ 328706 h 328706"/>
                <a:gd name="connsiteX3" fmla="*/ 0 w 723153"/>
                <a:gd name="connsiteY3" fmla="*/ 328706 h 328706"/>
                <a:gd name="connsiteX4" fmla="*/ 0 w 723153"/>
                <a:gd name="connsiteY4" fmla="*/ 0 h 328706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2498165 w 2498165"/>
                <a:gd name="connsiteY2" fmla="*/ 328706 h 3442447"/>
                <a:gd name="connsiteX3" fmla="*/ 0 w 2498165"/>
                <a:gd name="connsiteY3" fmla="*/ 3442447 h 3442447"/>
                <a:gd name="connsiteX4" fmla="*/ 1775012 w 2498165"/>
                <a:gd name="connsiteY4" fmla="*/ 0 h 3442447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0 w 2498165"/>
                <a:gd name="connsiteY2" fmla="*/ 3442447 h 3442447"/>
                <a:gd name="connsiteX3" fmla="*/ 1775012 w 2498165"/>
                <a:gd name="connsiteY3" fmla="*/ 0 h 344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8165" h="3442447">
                  <a:moveTo>
                    <a:pt x="1775012" y="0"/>
                  </a:moveTo>
                  <a:lnTo>
                    <a:pt x="2498165" y="0"/>
                  </a:lnTo>
                  <a:lnTo>
                    <a:pt x="0" y="3442447"/>
                  </a:lnTo>
                  <a:lnTo>
                    <a:pt x="1775012" y="0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66" name="Rectangle 260">
              <a:extLst>
                <a:ext uri="{FF2B5EF4-FFF2-40B4-BE49-F238E27FC236}">
                  <a16:creationId xmlns:a16="http://schemas.microsoft.com/office/drawing/2014/main" id="{4548090A-0DE4-470D-DA9F-C5D8D30230C9}"/>
                </a:ext>
              </a:extLst>
            </p:cNvPr>
            <p:cNvSpPr/>
            <p:nvPr userDrawn="1"/>
          </p:nvSpPr>
          <p:spPr>
            <a:xfrm>
              <a:off x="7129929" y="1"/>
              <a:ext cx="1176282" cy="3464900"/>
            </a:xfrm>
            <a:custGeom>
              <a:avLst/>
              <a:gdLst>
                <a:gd name="connsiteX0" fmla="*/ 0 w 644376"/>
                <a:gd name="connsiteY0" fmla="*/ 0 h 1392518"/>
                <a:gd name="connsiteX1" fmla="*/ 644376 w 644376"/>
                <a:gd name="connsiteY1" fmla="*/ 0 h 1392518"/>
                <a:gd name="connsiteX2" fmla="*/ 644376 w 644376"/>
                <a:gd name="connsiteY2" fmla="*/ 1392518 h 1392518"/>
                <a:gd name="connsiteX3" fmla="*/ 0 w 644376"/>
                <a:gd name="connsiteY3" fmla="*/ 1392518 h 1392518"/>
                <a:gd name="connsiteX4" fmla="*/ 0 w 644376"/>
                <a:gd name="connsiteY4" fmla="*/ 0 h 1392518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1392518 h 3460377"/>
                <a:gd name="connsiteX4" fmla="*/ 0 w 1176282"/>
                <a:gd name="connsiteY4" fmla="*/ 0 h 3460377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0 h 346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6282" h="3460377">
                  <a:moveTo>
                    <a:pt x="0" y="0"/>
                  </a:moveTo>
                  <a:lnTo>
                    <a:pt x="644376" y="0"/>
                  </a:lnTo>
                  <a:lnTo>
                    <a:pt x="1176282" y="3460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67" name="Rectangle 259">
              <a:extLst>
                <a:ext uri="{FF2B5EF4-FFF2-40B4-BE49-F238E27FC236}">
                  <a16:creationId xmlns:a16="http://schemas.microsoft.com/office/drawing/2014/main" id="{7478D6D7-9F0B-B5B9-677E-6B2B1541B11F}"/>
                </a:ext>
              </a:extLst>
            </p:cNvPr>
            <p:cNvSpPr/>
            <p:nvPr userDrawn="1"/>
          </p:nvSpPr>
          <p:spPr>
            <a:xfrm>
              <a:off x="8331201" y="3535753"/>
              <a:ext cx="3762468" cy="3331212"/>
            </a:xfrm>
            <a:custGeom>
              <a:avLst/>
              <a:gdLst>
                <a:gd name="connsiteX0" fmla="*/ 0 w 792163"/>
                <a:gd name="connsiteY0" fmla="*/ 0 h 786864"/>
                <a:gd name="connsiteX1" fmla="*/ 792163 w 792163"/>
                <a:gd name="connsiteY1" fmla="*/ 0 h 786864"/>
                <a:gd name="connsiteX2" fmla="*/ 792163 w 792163"/>
                <a:gd name="connsiteY2" fmla="*/ 786864 h 786864"/>
                <a:gd name="connsiteX3" fmla="*/ 0 w 792163"/>
                <a:gd name="connsiteY3" fmla="*/ 786864 h 786864"/>
                <a:gd name="connsiteX4" fmla="*/ 0 w 792163"/>
                <a:gd name="connsiteY4" fmla="*/ 0 h 786864"/>
                <a:gd name="connsiteX0" fmla="*/ 0 w 3762468"/>
                <a:gd name="connsiteY0" fmla="*/ 0 h 3326864"/>
                <a:gd name="connsiteX1" fmla="*/ 3762468 w 3762468"/>
                <a:gd name="connsiteY1" fmla="*/ 2540000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  <a:gd name="connsiteX0" fmla="*/ 0 w 3762468"/>
                <a:gd name="connsiteY0" fmla="*/ 0 h 3326864"/>
                <a:gd name="connsiteX1" fmla="*/ 3744539 w 3762468"/>
                <a:gd name="connsiteY1" fmla="*/ 3036047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2468" h="3326864">
                  <a:moveTo>
                    <a:pt x="0" y="0"/>
                  </a:moveTo>
                  <a:lnTo>
                    <a:pt x="3744539" y="3036047"/>
                  </a:lnTo>
                  <a:lnTo>
                    <a:pt x="3762468" y="3326864"/>
                  </a:lnTo>
                  <a:lnTo>
                    <a:pt x="2970305" y="3326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4990AC88-BC87-9DE1-B30F-F338F8830281}"/>
                </a:ext>
              </a:extLst>
            </p:cNvPr>
            <p:cNvSpPr/>
            <p:nvPr userDrawn="1"/>
          </p:nvSpPr>
          <p:spPr>
            <a:xfrm>
              <a:off x="8189844" y="3527033"/>
              <a:ext cx="747423" cy="3339931"/>
            </a:xfrm>
            <a:custGeom>
              <a:avLst/>
              <a:gdLst>
                <a:gd name="connsiteX0" fmla="*/ 115294 w 747423"/>
                <a:gd name="connsiteY0" fmla="*/ 0 h 3319669"/>
                <a:gd name="connsiteX1" fmla="*/ 0 w 747423"/>
                <a:gd name="connsiteY1" fmla="*/ 3319669 h 3319669"/>
                <a:gd name="connsiteX2" fmla="*/ 747423 w 747423"/>
                <a:gd name="connsiteY2" fmla="*/ 3319669 h 3319669"/>
                <a:gd name="connsiteX3" fmla="*/ 115294 w 747423"/>
                <a:gd name="connsiteY3" fmla="*/ 0 h 331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423" h="3319669">
                  <a:moveTo>
                    <a:pt x="115294" y="0"/>
                  </a:moveTo>
                  <a:lnTo>
                    <a:pt x="0" y="3319669"/>
                  </a:lnTo>
                  <a:lnTo>
                    <a:pt x="747423" y="3319669"/>
                  </a:lnTo>
                  <a:lnTo>
                    <a:pt x="115294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69" name="Isosceles Triangle 724">
              <a:extLst>
                <a:ext uri="{FF2B5EF4-FFF2-40B4-BE49-F238E27FC236}">
                  <a16:creationId xmlns:a16="http://schemas.microsoft.com/office/drawing/2014/main" id="{DDEFEC77-5F98-B3E5-5D6B-7BF6CF41C4EC}"/>
                </a:ext>
              </a:extLst>
            </p:cNvPr>
            <p:cNvSpPr/>
            <p:nvPr userDrawn="1"/>
          </p:nvSpPr>
          <p:spPr>
            <a:xfrm>
              <a:off x="8308035" y="3532015"/>
              <a:ext cx="1605682" cy="3342899"/>
            </a:xfrm>
            <a:custGeom>
              <a:avLst/>
              <a:gdLst>
                <a:gd name="connsiteX0" fmla="*/ 0 w 126740"/>
                <a:gd name="connsiteY0" fmla="*/ 3361690 h 3361690"/>
                <a:gd name="connsiteX1" fmla="*/ 63370 w 126740"/>
                <a:gd name="connsiteY1" fmla="*/ 0 h 3361690"/>
                <a:gd name="connsiteX2" fmla="*/ 126740 w 126740"/>
                <a:gd name="connsiteY2" fmla="*/ 3361690 h 3361690"/>
                <a:gd name="connsiteX3" fmla="*/ 0 w 126740"/>
                <a:gd name="connsiteY3" fmla="*/ 3361690 h 3361690"/>
                <a:gd name="connsiteX0" fmla="*/ 0 w 126740"/>
                <a:gd name="connsiteY0" fmla="*/ 3325831 h 3325831"/>
                <a:gd name="connsiteX1" fmla="*/ 27511 w 126740"/>
                <a:gd name="connsiteY1" fmla="*/ 0 h 3325831"/>
                <a:gd name="connsiteX2" fmla="*/ 126740 w 126740"/>
                <a:gd name="connsiteY2" fmla="*/ 3325831 h 3325831"/>
                <a:gd name="connsiteX3" fmla="*/ 0 w 126740"/>
                <a:gd name="connsiteY3" fmla="*/ 3325831 h 3325831"/>
                <a:gd name="connsiteX0" fmla="*/ 0 w 126740"/>
                <a:gd name="connsiteY0" fmla="*/ 3330594 h 3330594"/>
                <a:gd name="connsiteX1" fmla="*/ 1318 w 126740"/>
                <a:gd name="connsiteY1" fmla="*/ 0 h 3330594"/>
                <a:gd name="connsiteX2" fmla="*/ 126740 w 126740"/>
                <a:gd name="connsiteY2" fmla="*/ 3330594 h 3330594"/>
                <a:gd name="connsiteX3" fmla="*/ 0 w 126740"/>
                <a:gd name="connsiteY3" fmla="*/ 3330594 h 3330594"/>
                <a:gd name="connsiteX0" fmla="*/ 0 w 1605682"/>
                <a:gd name="connsiteY0" fmla="*/ 3330594 h 3338536"/>
                <a:gd name="connsiteX1" fmla="*/ 1318 w 1605682"/>
                <a:gd name="connsiteY1" fmla="*/ 0 h 3338536"/>
                <a:gd name="connsiteX2" fmla="*/ 1605682 w 1605682"/>
                <a:gd name="connsiteY2" fmla="*/ 3338536 h 3338536"/>
                <a:gd name="connsiteX3" fmla="*/ 0 w 1605682"/>
                <a:gd name="connsiteY3" fmla="*/ 3330594 h 3338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5682" h="3338536">
                  <a:moveTo>
                    <a:pt x="0" y="3330594"/>
                  </a:moveTo>
                  <a:cubicBezTo>
                    <a:pt x="439" y="2220396"/>
                    <a:pt x="879" y="1110198"/>
                    <a:pt x="1318" y="0"/>
                  </a:cubicBezTo>
                  <a:lnTo>
                    <a:pt x="1605682" y="3338536"/>
                  </a:lnTo>
                  <a:lnTo>
                    <a:pt x="0" y="3330594"/>
                  </a:lnTo>
                  <a:close/>
                </a:path>
              </a:pathLst>
            </a:custGeom>
            <a:solidFill>
              <a:srgbClr val="F8AC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70" name="Isosceles Triangle 721">
              <a:extLst>
                <a:ext uri="{FF2B5EF4-FFF2-40B4-BE49-F238E27FC236}">
                  <a16:creationId xmlns:a16="http://schemas.microsoft.com/office/drawing/2014/main" id="{AB42F7B9-B9D2-71EE-A899-1EAD8193BC7A}"/>
                </a:ext>
              </a:extLst>
            </p:cNvPr>
            <p:cNvSpPr/>
            <p:nvPr userDrawn="1"/>
          </p:nvSpPr>
          <p:spPr>
            <a:xfrm rot="10800000">
              <a:off x="8326958" y="2"/>
              <a:ext cx="1112912" cy="3452931"/>
            </a:xfrm>
            <a:custGeom>
              <a:avLst/>
              <a:gdLst>
                <a:gd name="connsiteX0" fmla="*/ 0 w 659990"/>
                <a:gd name="connsiteY0" fmla="*/ 2946400 h 2946400"/>
                <a:gd name="connsiteX1" fmla="*/ 329995 w 659990"/>
                <a:gd name="connsiteY1" fmla="*/ 0 h 2946400"/>
                <a:gd name="connsiteX2" fmla="*/ 659990 w 659990"/>
                <a:gd name="connsiteY2" fmla="*/ 2946400 h 2946400"/>
                <a:gd name="connsiteX3" fmla="*/ 0 w 659990"/>
                <a:gd name="connsiteY3" fmla="*/ 2946400 h 2946400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659990 w 682606"/>
                <a:gd name="connsiteY2" fmla="*/ 3442447 h 3442447"/>
                <a:gd name="connsiteX3" fmla="*/ 0 w 682606"/>
                <a:gd name="connsiteY3" fmla="*/ 3442447 h 3442447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361166 w 682606"/>
                <a:gd name="connsiteY2" fmla="*/ 3442447 h 3442447"/>
                <a:gd name="connsiteX3" fmla="*/ 0 w 682606"/>
                <a:gd name="connsiteY3" fmla="*/ 3442447 h 3442447"/>
                <a:gd name="connsiteX0" fmla="*/ 0 w 1112912"/>
                <a:gd name="connsiteY0" fmla="*/ 3448424 h 3448424"/>
                <a:gd name="connsiteX1" fmla="*/ 1112912 w 1112912"/>
                <a:gd name="connsiteY1" fmla="*/ 0 h 3448424"/>
                <a:gd name="connsiteX2" fmla="*/ 361166 w 1112912"/>
                <a:gd name="connsiteY2" fmla="*/ 3448424 h 3448424"/>
                <a:gd name="connsiteX3" fmla="*/ 0 w 1112912"/>
                <a:gd name="connsiteY3" fmla="*/ 3448424 h 344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2912" h="3448424">
                  <a:moveTo>
                    <a:pt x="0" y="3448424"/>
                  </a:moveTo>
                  <a:lnTo>
                    <a:pt x="1112912" y="0"/>
                  </a:lnTo>
                  <a:lnTo>
                    <a:pt x="361166" y="3448424"/>
                  </a:lnTo>
                  <a:lnTo>
                    <a:pt x="0" y="3448424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98632352-17A1-965C-47DB-DFEFB8792903}"/>
                </a:ext>
              </a:extLst>
            </p:cNvPr>
            <p:cNvSpPr/>
            <p:nvPr/>
          </p:nvSpPr>
          <p:spPr>
            <a:xfrm>
              <a:off x="8300084" y="3500879"/>
              <a:ext cx="1438592" cy="3366084"/>
            </a:xfrm>
            <a:custGeom>
              <a:avLst/>
              <a:gdLst>
                <a:gd name="connsiteX0" fmla="*/ 1438593 w 1438592"/>
                <a:gd name="connsiteY0" fmla="*/ 3361690 h 3361690"/>
                <a:gd name="connsiteX1" fmla="*/ 0 w 1438592"/>
                <a:gd name="connsiteY1" fmla="*/ 0 h 3361690"/>
                <a:gd name="connsiteX2" fmla="*/ 530543 w 1438592"/>
                <a:gd name="connsiteY2" fmla="*/ 3361690 h 3361690"/>
                <a:gd name="connsiteX3" fmla="*/ 1438593 w 1438592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8592" h="3361690">
                  <a:moveTo>
                    <a:pt x="1438593" y="3361690"/>
                  </a:moveTo>
                  <a:lnTo>
                    <a:pt x="0" y="0"/>
                  </a:lnTo>
                  <a:lnTo>
                    <a:pt x="530543" y="3361690"/>
                  </a:lnTo>
                  <a:lnTo>
                    <a:pt x="1438593" y="3361690"/>
                  </a:lnTo>
                  <a:close/>
                </a:path>
              </a:pathLst>
            </a:custGeom>
            <a:solidFill>
              <a:srgbClr val="FF9A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C694484-28CD-2629-4E45-BF327D85CF90}"/>
                </a:ext>
              </a:extLst>
            </p:cNvPr>
            <p:cNvSpPr/>
            <p:nvPr/>
          </p:nvSpPr>
          <p:spPr>
            <a:xfrm>
              <a:off x="8300084" y="3500879"/>
              <a:ext cx="2147570" cy="3366084"/>
            </a:xfrm>
            <a:custGeom>
              <a:avLst/>
              <a:gdLst>
                <a:gd name="connsiteX0" fmla="*/ 2147571 w 2147570"/>
                <a:gd name="connsiteY0" fmla="*/ 3361690 h 3361690"/>
                <a:gd name="connsiteX1" fmla="*/ 0 w 2147570"/>
                <a:gd name="connsiteY1" fmla="*/ 0 h 3361690"/>
                <a:gd name="connsiteX2" fmla="*/ 1438593 w 2147570"/>
                <a:gd name="connsiteY2" fmla="*/ 3361690 h 3361690"/>
                <a:gd name="connsiteX3" fmla="*/ 2147571 w 2147570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7570" h="3361690">
                  <a:moveTo>
                    <a:pt x="2147571" y="3361690"/>
                  </a:moveTo>
                  <a:lnTo>
                    <a:pt x="0" y="0"/>
                  </a:lnTo>
                  <a:lnTo>
                    <a:pt x="1438593" y="3361690"/>
                  </a:lnTo>
                  <a:lnTo>
                    <a:pt x="2147571" y="3361690"/>
                  </a:lnTo>
                  <a:close/>
                </a:path>
              </a:pathLst>
            </a:custGeom>
            <a:solidFill>
              <a:srgbClr val="FFDD1F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412276BA-9B06-79DF-F433-D8B134B00B13}"/>
                </a:ext>
              </a:extLst>
            </p:cNvPr>
            <p:cNvSpPr/>
            <p:nvPr/>
          </p:nvSpPr>
          <p:spPr>
            <a:xfrm>
              <a:off x="8300084" y="3500879"/>
              <a:ext cx="530542" cy="3366084"/>
            </a:xfrm>
            <a:custGeom>
              <a:avLst/>
              <a:gdLst>
                <a:gd name="connsiteX0" fmla="*/ 530543 w 530542"/>
                <a:gd name="connsiteY0" fmla="*/ 3361690 h 3361690"/>
                <a:gd name="connsiteX1" fmla="*/ 0 w 530542"/>
                <a:gd name="connsiteY1" fmla="*/ 0 h 3361690"/>
                <a:gd name="connsiteX2" fmla="*/ 240983 w 530542"/>
                <a:gd name="connsiteY2" fmla="*/ 3361690 h 3361690"/>
                <a:gd name="connsiteX3" fmla="*/ 530543 w 530542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542" h="3361690">
                  <a:moveTo>
                    <a:pt x="530543" y="3361690"/>
                  </a:moveTo>
                  <a:lnTo>
                    <a:pt x="0" y="0"/>
                  </a:lnTo>
                  <a:lnTo>
                    <a:pt x="240983" y="3361690"/>
                  </a:lnTo>
                  <a:lnTo>
                    <a:pt x="530543" y="3361690"/>
                  </a:lnTo>
                  <a:close/>
                </a:path>
              </a:pathLst>
            </a:custGeom>
            <a:solidFill>
              <a:srgbClr val="FFB0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B49E259-7A20-ACB0-C55F-25C0A15EA087}"/>
                </a:ext>
              </a:extLst>
            </p:cNvPr>
            <p:cNvSpPr/>
            <p:nvPr/>
          </p:nvSpPr>
          <p:spPr>
            <a:xfrm>
              <a:off x="8300084" y="3500879"/>
              <a:ext cx="240982" cy="3366084"/>
            </a:xfrm>
            <a:custGeom>
              <a:avLst/>
              <a:gdLst>
                <a:gd name="connsiteX0" fmla="*/ 240983 w 240982"/>
                <a:gd name="connsiteY0" fmla="*/ 3361690 h 3361690"/>
                <a:gd name="connsiteX1" fmla="*/ 0 w 240982"/>
                <a:gd name="connsiteY1" fmla="*/ 0 h 3361690"/>
                <a:gd name="connsiteX2" fmla="*/ 58420 w 240982"/>
                <a:gd name="connsiteY2" fmla="*/ 3361690 h 3361690"/>
                <a:gd name="connsiteX3" fmla="*/ 240983 w 240982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982" h="3361690">
                  <a:moveTo>
                    <a:pt x="240983" y="3361690"/>
                  </a:moveTo>
                  <a:lnTo>
                    <a:pt x="0" y="0"/>
                  </a:lnTo>
                  <a:lnTo>
                    <a:pt x="58420" y="3361690"/>
                  </a:lnTo>
                  <a:lnTo>
                    <a:pt x="240983" y="3361690"/>
                  </a:lnTo>
                  <a:close/>
                </a:path>
              </a:pathLst>
            </a:custGeom>
            <a:solidFill>
              <a:srgbClr val="FF91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7FFDA5B5-C063-3B10-B718-5A2BEABA43CD}"/>
                </a:ext>
              </a:extLst>
            </p:cNvPr>
            <p:cNvSpPr/>
            <p:nvPr/>
          </p:nvSpPr>
          <p:spPr>
            <a:xfrm>
              <a:off x="7504747" y="3500879"/>
              <a:ext cx="853757" cy="3366084"/>
            </a:xfrm>
            <a:custGeom>
              <a:avLst/>
              <a:gdLst>
                <a:gd name="connsiteX0" fmla="*/ 853758 w 853757"/>
                <a:gd name="connsiteY0" fmla="*/ 3361690 h 3361690"/>
                <a:gd name="connsiteX1" fmla="*/ 795338 w 853757"/>
                <a:gd name="connsiteY1" fmla="*/ 0 h 3361690"/>
                <a:gd name="connsiteX2" fmla="*/ 0 w 853757"/>
                <a:gd name="connsiteY2" fmla="*/ 3361690 h 3361690"/>
                <a:gd name="connsiteX3" fmla="*/ 853758 w 853757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3757" h="3361690">
                  <a:moveTo>
                    <a:pt x="853758" y="3361690"/>
                  </a:moveTo>
                  <a:lnTo>
                    <a:pt x="795338" y="0"/>
                  </a:lnTo>
                  <a:lnTo>
                    <a:pt x="0" y="3361690"/>
                  </a:lnTo>
                  <a:lnTo>
                    <a:pt x="853758" y="3361690"/>
                  </a:lnTo>
                  <a:close/>
                </a:path>
              </a:pathLst>
            </a:custGeom>
            <a:gradFill>
              <a:gsLst>
                <a:gs pos="0">
                  <a:srgbClr val="FF7400">
                    <a:alpha val="89804"/>
                  </a:srgbClr>
                </a:gs>
                <a:gs pos="20000">
                  <a:srgbClr val="FD7F04">
                    <a:alpha val="89804"/>
                  </a:srgbClr>
                </a:gs>
                <a:gs pos="70000">
                  <a:srgbClr val="F99E0F"/>
                </a:gs>
                <a:gs pos="100000">
                  <a:srgbClr val="F7B518"/>
                </a:gs>
              </a:gsLst>
              <a:lin ang="0" scaled="1"/>
            </a:gra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A63AB3FB-0226-C2AA-717C-DA86E44E0788}"/>
                </a:ext>
              </a:extLst>
            </p:cNvPr>
            <p:cNvSpPr/>
            <p:nvPr/>
          </p:nvSpPr>
          <p:spPr>
            <a:xfrm>
              <a:off x="8300084" y="3500879"/>
              <a:ext cx="3891915" cy="3366084"/>
            </a:xfrm>
            <a:custGeom>
              <a:avLst/>
              <a:gdLst>
                <a:gd name="connsiteX0" fmla="*/ 3891915 w 3891915"/>
                <a:gd name="connsiteY0" fmla="*/ 3361690 h 3361690"/>
                <a:gd name="connsiteX1" fmla="*/ 3306763 w 3891915"/>
                <a:gd name="connsiteY1" fmla="*/ 3361690 h 3361690"/>
                <a:gd name="connsiteX2" fmla="*/ 0 w 3891915"/>
                <a:gd name="connsiteY2" fmla="*/ 0 h 3361690"/>
                <a:gd name="connsiteX3" fmla="*/ 3891915 w 3891915"/>
                <a:gd name="connsiteY3" fmla="*/ 2713990 h 3361690"/>
                <a:gd name="connsiteX4" fmla="*/ 3891915 w 3891915"/>
                <a:gd name="connsiteY4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91915" h="3361690">
                  <a:moveTo>
                    <a:pt x="3891915" y="3361690"/>
                  </a:moveTo>
                  <a:lnTo>
                    <a:pt x="3306763" y="3361690"/>
                  </a:lnTo>
                  <a:lnTo>
                    <a:pt x="0" y="0"/>
                  </a:lnTo>
                  <a:lnTo>
                    <a:pt x="3891915" y="2713990"/>
                  </a:lnTo>
                  <a:lnTo>
                    <a:pt x="3891915" y="3361690"/>
                  </a:lnTo>
                  <a:close/>
                </a:path>
              </a:pathLst>
            </a:custGeom>
            <a:solidFill>
              <a:srgbClr val="FF9A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0F7E6732-7C27-19CF-3BB5-30400A81ACC9}"/>
                </a:ext>
              </a:extLst>
            </p:cNvPr>
            <p:cNvSpPr/>
            <p:nvPr/>
          </p:nvSpPr>
          <p:spPr>
            <a:xfrm>
              <a:off x="8300084" y="3500879"/>
              <a:ext cx="3306762" cy="3366084"/>
            </a:xfrm>
            <a:custGeom>
              <a:avLst/>
              <a:gdLst>
                <a:gd name="connsiteX0" fmla="*/ 3306763 w 3306762"/>
                <a:gd name="connsiteY0" fmla="*/ 3361690 h 3361690"/>
                <a:gd name="connsiteX1" fmla="*/ 3012440 w 3306762"/>
                <a:gd name="connsiteY1" fmla="*/ 3361690 h 3361690"/>
                <a:gd name="connsiteX2" fmla="*/ 0 w 3306762"/>
                <a:gd name="connsiteY2" fmla="*/ 0 h 3361690"/>
                <a:gd name="connsiteX3" fmla="*/ 3306763 w 3306762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06762" h="3361690">
                  <a:moveTo>
                    <a:pt x="3306763" y="3361690"/>
                  </a:moveTo>
                  <a:lnTo>
                    <a:pt x="3012440" y="3361690"/>
                  </a:lnTo>
                  <a:lnTo>
                    <a:pt x="0" y="0"/>
                  </a:lnTo>
                  <a:lnTo>
                    <a:pt x="3306763" y="3361690"/>
                  </a:lnTo>
                  <a:close/>
                </a:path>
              </a:pathLst>
            </a:custGeom>
            <a:solidFill>
              <a:srgbClr val="FF80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6A916C59-D903-AE94-DB23-A8615F2A9A51}"/>
                </a:ext>
              </a:extLst>
            </p:cNvPr>
            <p:cNvSpPr/>
            <p:nvPr/>
          </p:nvSpPr>
          <p:spPr>
            <a:xfrm>
              <a:off x="7310119" y="1"/>
              <a:ext cx="989965" cy="3500878"/>
            </a:xfrm>
            <a:custGeom>
              <a:avLst/>
              <a:gdLst>
                <a:gd name="connsiteX0" fmla="*/ 0 w 989965"/>
                <a:gd name="connsiteY0" fmla="*/ 0 h 3496309"/>
                <a:gd name="connsiteX1" fmla="*/ 989965 w 989965"/>
                <a:gd name="connsiteY1" fmla="*/ 3496310 h 3496309"/>
                <a:gd name="connsiteX2" fmla="*/ 464186 w 989965"/>
                <a:gd name="connsiteY2" fmla="*/ 0 h 3496309"/>
                <a:gd name="connsiteX3" fmla="*/ 0 w 98996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9965" h="3496309">
                  <a:moveTo>
                    <a:pt x="0" y="0"/>
                  </a:moveTo>
                  <a:lnTo>
                    <a:pt x="989965" y="3496310"/>
                  </a:lnTo>
                  <a:lnTo>
                    <a:pt x="4641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80" name="Graphic 613">
              <a:extLst>
                <a:ext uri="{FF2B5EF4-FFF2-40B4-BE49-F238E27FC236}">
                  <a16:creationId xmlns:a16="http://schemas.microsoft.com/office/drawing/2014/main" id="{54A50C0D-B0DA-BA20-749D-D32E70BCE906}"/>
                </a:ext>
              </a:extLst>
            </p:cNvPr>
            <p:cNvGrpSpPr/>
            <p:nvPr/>
          </p:nvGrpSpPr>
          <p:grpSpPr>
            <a:xfrm>
              <a:off x="6473825" y="1"/>
              <a:ext cx="1826259" cy="3500878"/>
              <a:chOff x="6473825" y="0"/>
              <a:chExt cx="1826259" cy="3496309"/>
            </a:xfrm>
          </p:grpSpPr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834AA28-32C3-FF09-4E60-A9CB11B88378}"/>
                  </a:ext>
                </a:extLst>
              </p:cNvPr>
              <p:cNvSpPr/>
              <p:nvPr/>
            </p:nvSpPr>
            <p:spPr>
              <a:xfrm>
                <a:off x="6473825" y="0"/>
                <a:ext cx="1826259" cy="3496309"/>
              </a:xfrm>
              <a:custGeom>
                <a:avLst/>
                <a:gdLst>
                  <a:gd name="connsiteX0" fmla="*/ 0 w 1826259"/>
                  <a:gd name="connsiteY0" fmla="*/ 0 h 3496309"/>
                  <a:gd name="connsiteX1" fmla="*/ 1826260 w 1826259"/>
                  <a:gd name="connsiteY1" fmla="*/ 3496310 h 3496309"/>
                  <a:gd name="connsiteX2" fmla="*/ 180340 w 1826259"/>
                  <a:gd name="connsiteY2" fmla="*/ 0 h 3496309"/>
                  <a:gd name="connsiteX3" fmla="*/ 0 w 1826259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6259" h="3496309">
                    <a:moveTo>
                      <a:pt x="0" y="0"/>
                    </a:moveTo>
                    <a:lnTo>
                      <a:pt x="1826260" y="3496310"/>
                    </a:lnTo>
                    <a:lnTo>
                      <a:pt x="18034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9C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C04A7BC7-1032-F429-D6E0-4BC6DC25DE90}"/>
                  </a:ext>
                </a:extLst>
              </p:cNvPr>
              <p:cNvSpPr/>
              <p:nvPr/>
            </p:nvSpPr>
            <p:spPr>
              <a:xfrm>
                <a:off x="6473825" y="0"/>
                <a:ext cx="1826259" cy="3496309"/>
              </a:xfrm>
              <a:custGeom>
                <a:avLst/>
                <a:gdLst>
                  <a:gd name="connsiteX0" fmla="*/ 0 w 1826259"/>
                  <a:gd name="connsiteY0" fmla="*/ 0 h 3496309"/>
                  <a:gd name="connsiteX1" fmla="*/ 1826260 w 1826259"/>
                  <a:gd name="connsiteY1" fmla="*/ 3496310 h 3496309"/>
                  <a:gd name="connsiteX2" fmla="*/ 180340 w 1826259"/>
                  <a:gd name="connsiteY2" fmla="*/ 0 h 3496309"/>
                  <a:gd name="connsiteX3" fmla="*/ 0 w 1826259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6259" h="3496309">
                    <a:moveTo>
                      <a:pt x="0" y="0"/>
                    </a:moveTo>
                    <a:lnTo>
                      <a:pt x="1826260" y="3496310"/>
                    </a:lnTo>
                    <a:lnTo>
                      <a:pt x="18034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1B221">
                  <a:alpha val="60000"/>
                </a:srgbClr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1" name="Graphic 613">
              <a:extLst>
                <a:ext uri="{FF2B5EF4-FFF2-40B4-BE49-F238E27FC236}">
                  <a16:creationId xmlns:a16="http://schemas.microsoft.com/office/drawing/2014/main" id="{976E33D6-AE9E-8B62-BFD0-EF21CD820076}"/>
                </a:ext>
              </a:extLst>
            </p:cNvPr>
            <p:cNvGrpSpPr/>
            <p:nvPr/>
          </p:nvGrpSpPr>
          <p:grpSpPr>
            <a:xfrm>
              <a:off x="6654165" y="1"/>
              <a:ext cx="1645919" cy="3500878"/>
              <a:chOff x="6654165" y="0"/>
              <a:chExt cx="1645919" cy="3496309"/>
            </a:xfrm>
          </p:grpSpPr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AA23B759-0189-0AA8-1FF7-ABC09CF3247C}"/>
                  </a:ext>
                </a:extLst>
              </p:cNvPr>
              <p:cNvSpPr/>
              <p:nvPr/>
            </p:nvSpPr>
            <p:spPr>
              <a:xfrm>
                <a:off x="6654165" y="0"/>
                <a:ext cx="1645919" cy="3496309"/>
              </a:xfrm>
              <a:custGeom>
                <a:avLst/>
                <a:gdLst>
                  <a:gd name="connsiteX0" fmla="*/ 655955 w 1645919"/>
                  <a:gd name="connsiteY0" fmla="*/ 0 h 3496309"/>
                  <a:gd name="connsiteX1" fmla="*/ 1645920 w 1645919"/>
                  <a:gd name="connsiteY1" fmla="*/ 3496310 h 3496309"/>
                  <a:gd name="connsiteX2" fmla="*/ 0 w 1645919"/>
                  <a:gd name="connsiteY2" fmla="*/ 0 h 3496309"/>
                  <a:gd name="connsiteX3" fmla="*/ 655955 w 1645919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45919" h="3496309">
                    <a:moveTo>
                      <a:pt x="655955" y="0"/>
                    </a:moveTo>
                    <a:lnTo>
                      <a:pt x="1645920" y="3496310"/>
                    </a:lnTo>
                    <a:lnTo>
                      <a:pt x="0" y="0"/>
                    </a:lnTo>
                    <a:lnTo>
                      <a:pt x="655955" y="0"/>
                    </a:lnTo>
                    <a:close/>
                  </a:path>
                </a:pathLst>
              </a:custGeom>
              <a:solidFill>
                <a:srgbClr val="80D226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5F353DE0-703C-C5EC-19C0-EC2A05B9C523}"/>
                  </a:ext>
                </a:extLst>
              </p:cNvPr>
              <p:cNvSpPr/>
              <p:nvPr/>
            </p:nvSpPr>
            <p:spPr>
              <a:xfrm>
                <a:off x="6654165" y="0"/>
                <a:ext cx="1645919" cy="3496309"/>
              </a:xfrm>
              <a:custGeom>
                <a:avLst/>
                <a:gdLst>
                  <a:gd name="connsiteX0" fmla="*/ 655955 w 1645919"/>
                  <a:gd name="connsiteY0" fmla="*/ 0 h 3496309"/>
                  <a:gd name="connsiteX1" fmla="*/ 1645920 w 1645919"/>
                  <a:gd name="connsiteY1" fmla="*/ 3496310 h 3496309"/>
                  <a:gd name="connsiteX2" fmla="*/ 0 w 1645919"/>
                  <a:gd name="connsiteY2" fmla="*/ 0 h 3496309"/>
                  <a:gd name="connsiteX3" fmla="*/ 655955 w 1645919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45919" h="3496309">
                    <a:moveTo>
                      <a:pt x="655955" y="0"/>
                    </a:moveTo>
                    <a:lnTo>
                      <a:pt x="1645920" y="3496310"/>
                    </a:lnTo>
                    <a:lnTo>
                      <a:pt x="0" y="0"/>
                    </a:lnTo>
                    <a:lnTo>
                      <a:pt x="655955" y="0"/>
                    </a:lnTo>
                    <a:close/>
                  </a:path>
                </a:pathLst>
              </a:custGeom>
              <a:gradFill>
                <a:gsLst>
                  <a:gs pos="10000">
                    <a:srgbClr val="C6EB00"/>
                  </a:gs>
                  <a:gs pos="41000">
                    <a:srgbClr val="C6EB00"/>
                  </a:gs>
                  <a:gs pos="67000">
                    <a:srgbClr val="00A700">
                      <a:alpha val="49804"/>
                    </a:srgbClr>
                  </a:gs>
                  <a:gs pos="83000">
                    <a:schemeClr val="accent6"/>
                  </a:gs>
                </a:gsLst>
                <a:lin ang="2046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2" name="Graphic 613">
              <a:extLst>
                <a:ext uri="{FF2B5EF4-FFF2-40B4-BE49-F238E27FC236}">
                  <a16:creationId xmlns:a16="http://schemas.microsoft.com/office/drawing/2014/main" id="{052BE8C9-1F83-D564-B272-060E0867ADD6}"/>
                </a:ext>
              </a:extLst>
            </p:cNvPr>
            <p:cNvGrpSpPr/>
            <p:nvPr/>
          </p:nvGrpSpPr>
          <p:grpSpPr>
            <a:xfrm>
              <a:off x="7774305" y="1"/>
              <a:ext cx="960437" cy="3500878"/>
              <a:chOff x="7774305" y="0"/>
              <a:chExt cx="960437" cy="3496309"/>
            </a:xfrm>
          </p:grpSpPr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76F8F309-2449-B9C0-3857-C780FD333BF1}"/>
                  </a:ext>
                </a:extLst>
              </p:cNvPr>
              <p:cNvSpPr/>
              <p:nvPr/>
            </p:nvSpPr>
            <p:spPr>
              <a:xfrm>
                <a:off x="7774305" y="0"/>
                <a:ext cx="960437" cy="3496309"/>
              </a:xfrm>
              <a:custGeom>
                <a:avLst/>
                <a:gdLst>
                  <a:gd name="connsiteX0" fmla="*/ 960438 w 960437"/>
                  <a:gd name="connsiteY0" fmla="*/ 0 h 3496309"/>
                  <a:gd name="connsiteX1" fmla="*/ 525780 w 960437"/>
                  <a:gd name="connsiteY1" fmla="*/ 3496310 h 3496309"/>
                  <a:gd name="connsiteX2" fmla="*/ 0 w 960437"/>
                  <a:gd name="connsiteY2" fmla="*/ 0 h 3496309"/>
                  <a:gd name="connsiteX3" fmla="*/ 960438 w 960437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0437" h="3496309">
                    <a:moveTo>
                      <a:pt x="960438" y="0"/>
                    </a:moveTo>
                    <a:lnTo>
                      <a:pt x="525780" y="3496310"/>
                    </a:lnTo>
                    <a:lnTo>
                      <a:pt x="0" y="0"/>
                    </a:lnTo>
                    <a:lnTo>
                      <a:pt x="960438" y="0"/>
                    </a:lnTo>
                    <a:close/>
                  </a:path>
                </a:pathLst>
              </a:custGeom>
              <a:solidFill>
                <a:srgbClr val="69C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5183DE6-6011-3654-0E24-9C9158CD8410}"/>
                  </a:ext>
                </a:extLst>
              </p:cNvPr>
              <p:cNvSpPr/>
              <p:nvPr/>
            </p:nvSpPr>
            <p:spPr>
              <a:xfrm>
                <a:off x="7774305" y="0"/>
                <a:ext cx="960437" cy="3496309"/>
              </a:xfrm>
              <a:custGeom>
                <a:avLst/>
                <a:gdLst>
                  <a:gd name="connsiteX0" fmla="*/ 960438 w 960437"/>
                  <a:gd name="connsiteY0" fmla="*/ 0 h 3496309"/>
                  <a:gd name="connsiteX1" fmla="*/ 525780 w 960437"/>
                  <a:gd name="connsiteY1" fmla="*/ 3496310 h 3496309"/>
                  <a:gd name="connsiteX2" fmla="*/ 0 w 960437"/>
                  <a:gd name="connsiteY2" fmla="*/ 0 h 3496309"/>
                  <a:gd name="connsiteX3" fmla="*/ 960438 w 960437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0437" h="3496309">
                    <a:moveTo>
                      <a:pt x="960438" y="0"/>
                    </a:moveTo>
                    <a:lnTo>
                      <a:pt x="525780" y="3496310"/>
                    </a:lnTo>
                    <a:lnTo>
                      <a:pt x="0" y="0"/>
                    </a:lnTo>
                    <a:lnTo>
                      <a:pt x="960438" y="0"/>
                    </a:lnTo>
                    <a:close/>
                  </a:path>
                </a:pathLst>
              </a:custGeom>
              <a:gradFill>
                <a:gsLst>
                  <a:gs pos="22000">
                    <a:srgbClr val="C6EB00">
                      <a:alpha val="89804"/>
                    </a:srgbClr>
                  </a:gs>
                  <a:gs pos="35000">
                    <a:srgbClr val="C6EB00">
                      <a:alpha val="69804"/>
                    </a:srgbClr>
                  </a:gs>
                  <a:gs pos="60000">
                    <a:srgbClr val="C6EB00">
                      <a:alpha val="29804"/>
                    </a:srgbClr>
                  </a:gs>
                  <a:gs pos="90000">
                    <a:srgbClr val="C6EB00">
                      <a:alpha val="0"/>
                    </a:srgbClr>
                  </a:gs>
                </a:gsLst>
                <a:lin ang="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4E7FC01E-1A43-635F-EF41-2056C06E9527}"/>
                </a:ext>
              </a:extLst>
            </p:cNvPr>
            <p:cNvSpPr/>
            <p:nvPr/>
          </p:nvSpPr>
          <p:spPr>
            <a:xfrm>
              <a:off x="8300084" y="1"/>
              <a:ext cx="2220595" cy="3500878"/>
            </a:xfrm>
            <a:custGeom>
              <a:avLst/>
              <a:gdLst>
                <a:gd name="connsiteX0" fmla="*/ 2220596 w 2220595"/>
                <a:gd name="connsiteY0" fmla="*/ 0 h 3496309"/>
                <a:gd name="connsiteX1" fmla="*/ 0 w 2220595"/>
                <a:gd name="connsiteY1" fmla="*/ 3496310 h 3496309"/>
                <a:gd name="connsiteX2" fmla="*/ 1883093 w 2220595"/>
                <a:gd name="connsiteY2" fmla="*/ 0 h 3496309"/>
                <a:gd name="connsiteX3" fmla="*/ 2220596 w 222059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0595" h="3496309">
                  <a:moveTo>
                    <a:pt x="2220596" y="0"/>
                  </a:moveTo>
                  <a:lnTo>
                    <a:pt x="0" y="3496310"/>
                  </a:lnTo>
                  <a:lnTo>
                    <a:pt x="1883093" y="0"/>
                  </a:lnTo>
                  <a:lnTo>
                    <a:pt x="2220596" y="0"/>
                  </a:lnTo>
                  <a:close/>
                </a:path>
              </a:pathLst>
            </a:custGeom>
            <a:solidFill>
              <a:srgbClr val="3ECAFB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E4C3C298-0E34-86E1-956E-72BA70D829A9}"/>
                </a:ext>
              </a:extLst>
            </p:cNvPr>
            <p:cNvSpPr/>
            <p:nvPr/>
          </p:nvSpPr>
          <p:spPr>
            <a:xfrm>
              <a:off x="8300084" y="1"/>
              <a:ext cx="1398587" cy="3500878"/>
            </a:xfrm>
            <a:custGeom>
              <a:avLst/>
              <a:gdLst>
                <a:gd name="connsiteX0" fmla="*/ 1046163 w 1398587"/>
                <a:gd name="connsiteY0" fmla="*/ 0 h 3496309"/>
                <a:gd name="connsiteX1" fmla="*/ 0 w 1398587"/>
                <a:gd name="connsiteY1" fmla="*/ 3496310 h 3496309"/>
                <a:gd name="connsiteX2" fmla="*/ 1398588 w 1398587"/>
                <a:gd name="connsiteY2" fmla="*/ 0 h 3496309"/>
                <a:gd name="connsiteX3" fmla="*/ 1046163 w 1398587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8587" h="3496309">
                  <a:moveTo>
                    <a:pt x="1046163" y="0"/>
                  </a:moveTo>
                  <a:lnTo>
                    <a:pt x="0" y="3496310"/>
                  </a:lnTo>
                  <a:lnTo>
                    <a:pt x="1398588" y="0"/>
                  </a:lnTo>
                  <a:lnTo>
                    <a:pt x="1046163" y="0"/>
                  </a:lnTo>
                  <a:close/>
                </a:path>
              </a:pathLst>
            </a:custGeom>
            <a:solidFill>
              <a:srgbClr val="3ECAFB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A455CEC7-A637-69D0-67F6-EEBAE57643AB}"/>
                </a:ext>
              </a:extLst>
            </p:cNvPr>
            <p:cNvSpPr/>
            <p:nvPr/>
          </p:nvSpPr>
          <p:spPr>
            <a:xfrm>
              <a:off x="8300084" y="1"/>
              <a:ext cx="1046162" cy="3500878"/>
            </a:xfrm>
            <a:custGeom>
              <a:avLst/>
              <a:gdLst>
                <a:gd name="connsiteX0" fmla="*/ 434658 w 1046162"/>
                <a:gd name="connsiteY0" fmla="*/ 0 h 3496309"/>
                <a:gd name="connsiteX1" fmla="*/ 0 w 1046162"/>
                <a:gd name="connsiteY1" fmla="*/ 3496310 h 3496309"/>
                <a:gd name="connsiteX2" fmla="*/ 1046163 w 1046162"/>
                <a:gd name="connsiteY2" fmla="*/ 0 h 3496309"/>
                <a:gd name="connsiteX3" fmla="*/ 434658 w 104616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6162" h="3496309">
                  <a:moveTo>
                    <a:pt x="434658" y="0"/>
                  </a:moveTo>
                  <a:lnTo>
                    <a:pt x="0" y="3496310"/>
                  </a:lnTo>
                  <a:lnTo>
                    <a:pt x="1046163" y="0"/>
                  </a:lnTo>
                  <a:lnTo>
                    <a:pt x="434658" y="0"/>
                  </a:lnTo>
                  <a:close/>
                </a:path>
              </a:pathLst>
            </a:custGeom>
            <a:solidFill>
              <a:srgbClr val="3ECAFB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7E9A95D4-237A-D0C0-C88A-9AA7EDB5F103}"/>
                </a:ext>
              </a:extLst>
            </p:cNvPr>
            <p:cNvSpPr/>
            <p:nvPr/>
          </p:nvSpPr>
          <p:spPr>
            <a:xfrm>
              <a:off x="8300084" y="1"/>
              <a:ext cx="1046162" cy="3500878"/>
            </a:xfrm>
            <a:custGeom>
              <a:avLst/>
              <a:gdLst>
                <a:gd name="connsiteX0" fmla="*/ 434658 w 1046162"/>
                <a:gd name="connsiteY0" fmla="*/ 0 h 3496309"/>
                <a:gd name="connsiteX1" fmla="*/ 0 w 1046162"/>
                <a:gd name="connsiteY1" fmla="*/ 3496310 h 3496309"/>
                <a:gd name="connsiteX2" fmla="*/ 1046163 w 1046162"/>
                <a:gd name="connsiteY2" fmla="*/ 0 h 3496309"/>
                <a:gd name="connsiteX3" fmla="*/ 434658 w 104616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6162" h="3496309">
                  <a:moveTo>
                    <a:pt x="434658" y="0"/>
                  </a:moveTo>
                  <a:lnTo>
                    <a:pt x="0" y="3496310"/>
                  </a:lnTo>
                  <a:lnTo>
                    <a:pt x="1046163" y="0"/>
                  </a:lnTo>
                  <a:lnTo>
                    <a:pt x="434658" y="0"/>
                  </a:lnTo>
                  <a:close/>
                </a:path>
              </a:pathLst>
            </a:custGeom>
            <a:gradFill>
              <a:gsLst>
                <a:gs pos="36000">
                  <a:srgbClr val="C6EB00"/>
                </a:gs>
                <a:gs pos="43000">
                  <a:srgbClr val="9EE545">
                    <a:alpha val="69804"/>
                  </a:srgbClr>
                </a:gs>
                <a:gs pos="100000">
                  <a:schemeClr val="accent1"/>
                </a:gs>
                <a:gs pos="53000">
                  <a:srgbClr val="4EDAD3">
                    <a:alpha val="0"/>
                  </a:srgbClr>
                </a:gs>
              </a:gsLst>
              <a:lin ang="780000" scaled="0"/>
            </a:gra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57F9B014-7D0A-0FF5-6269-3D12E91802BC}"/>
                </a:ext>
              </a:extLst>
            </p:cNvPr>
            <p:cNvSpPr/>
            <p:nvPr/>
          </p:nvSpPr>
          <p:spPr>
            <a:xfrm>
              <a:off x="8300084" y="1"/>
              <a:ext cx="1883092" cy="3500878"/>
            </a:xfrm>
            <a:custGeom>
              <a:avLst/>
              <a:gdLst>
                <a:gd name="connsiteX0" fmla="*/ 1398588 w 1883092"/>
                <a:gd name="connsiteY0" fmla="*/ 0 h 3496309"/>
                <a:gd name="connsiteX1" fmla="*/ 0 w 1883092"/>
                <a:gd name="connsiteY1" fmla="*/ 3496310 h 3496309"/>
                <a:gd name="connsiteX2" fmla="*/ 1883093 w 1883092"/>
                <a:gd name="connsiteY2" fmla="*/ 0 h 3496309"/>
                <a:gd name="connsiteX3" fmla="*/ 1398588 w 188309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3092" h="3496309">
                  <a:moveTo>
                    <a:pt x="1398588" y="0"/>
                  </a:moveTo>
                  <a:lnTo>
                    <a:pt x="0" y="3496310"/>
                  </a:lnTo>
                  <a:lnTo>
                    <a:pt x="1883093" y="0"/>
                  </a:lnTo>
                  <a:lnTo>
                    <a:pt x="1398588" y="0"/>
                  </a:lnTo>
                  <a:close/>
                </a:path>
              </a:pathLst>
            </a:custGeom>
            <a:solidFill>
              <a:srgbClr val="0EAFE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6149BAE4-D98E-3F06-6B6B-2D026B412EE4}"/>
                </a:ext>
              </a:extLst>
            </p:cNvPr>
            <p:cNvSpPr/>
            <p:nvPr/>
          </p:nvSpPr>
          <p:spPr>
            <a:xfrm>
              <a:off x="8300084" y="1"/>
              <a:ext cx="1883092" cy="3500878"/>
            </a:xfrm>
            <a:custGeom>
              <a:avLst/>
              <a:gdLst>
                <a:gd name="connsiteX0" fmla="*/ 1398588 w 1883092"/>
                <a:gd name="connsiteY0" fmla="*/ 0 h 3496309"/>
                <a:gd name="connsiteX1" fmla="*/ 0 w 1883092"/>
                <a:gd name="connsiteY1" fmla="*/ 3496310 h 3496309"/>
                <a:gd name="connsiteX2" fmla="*/ 1883093 w 1883092"/>
                <a:gd name="connsiteY2" fmla="*/ 0 h 3496309"/>
                <a:gd name="connsiteX3" fmla="*/ 1398588 w 188309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3092" h="3496309">
                  <a:moveTo>
                    <a:pt x="1398588" y="0"/>
                  </a:moveTo>
                  <a:lnTo>
                    <a:pt x="0" y="3496310"/>
                  </a:lnTo>
                  <a:lnTo>
                    <a:pt x="1883093" y="0"/>
                  </a:lnTo>
                  <a:lnTo>
                    <a:pt x="1398588" y="0"/>
                  </a:lnTo>
                  <a:close/>
                </a:path>
              </a:pathLst>
            </a:custGeom>
            <a:solidFill>
              <a:srgbClr val="1F7AE3">
                <a:alpha val="60000"/>
              </a:srgbClr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86EB1460-444B-07EF-C50B-A97242B0369D}"/>
                </a:ext>
              </a:extLst>
            </p:cNvPr>
            <p:cNvSpPr/>
            <p:nvPr/>
          </p:nvSpPr>
          <p:spPr>
            <a:xfrm>
              <a:off x="8300084" y="1"/>
              <a:ext cx="1883092" cy="3500878"/>
            </a:xfrm>
            <a:custGeom>
              <a:avLst/>
              <a:gdLst>
                <a:gd name="connsiteX0" fmla="*/ 1398588 w 1883092"/>
                <a:gd name="connsiteY0" fmla="*/ 0 h 3496309"/>
                <a:gd name="connsiteX1" fmla="*/ 0 w 1883092"/>
                <a:gd name="connsiteY1" fmla="*/ 3496310 h 3496309"/>
                <a:gd name="connsiteX2" fmla="*/ 1883093 w 1883092"/>
                <a:gd name="connsiteY2" fmla="*/ 0 h 3496309"/>
                <a:gd name="connsiteX3" fmla="*/ 1398588 w 188309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3092" h="3496309">
                  <a:moveTo>
                    <a:pt x="1398588" y="0"/>
                  </a:moveTo>
                  <a:lnTo>
                    <a:pt x="0" y="3496310"/>
                  </a:lnTo>
                  <a:lnTo>
                    <a:pt x="1883093" y="0"/>
                  </a:lnTo>
                  <a:lnTo>
                    <a:pt x="1398588" y="0"/>
                  </a:lnTo>
                  <a:close/>
                </a:path>
              </a:pathLst>
            </a:custGeom>
            <a:no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4A3C2E29-A17C-353E-380F-FA93B262D948}"/>
                </a:ext>
              </a:extLst>
            </p:cNvPr>
            <p:cNvSpPr/>
            <p:nvPr/>
          </p:nvSpPr>
          <p:spPr>
            <a:xfrm>
              <a:off x="8300084" y="1"/>
              <a:ext cx="3284855" cy="3500878"/>
            </a:xfrm>
            <a:custGeom>
              <a:avLst/>
              <a:gdLst>
                <a:gd name="connsiteX0" fmla="*/ 3284855 w 3284855"/>
                <a:gd name="connsiteY0" fmla="*/ 0 h 3496309"/>
                <a:gd name="connsiteX1" fmla="*/ 0 w 3284855"/>
                <a:gd name="connsiteY1" fmla="*/ 3496310 h 3496309"/>
                <a:gd name="connsiteX2" fmla="*/ 2220596 w 3284855"/>
                <a:gd name="connsiteY2" fmla="*/ 0 h 3496309"/>
                <a:gd name="connsiteX3" fmla="*/ 3284855 w 328485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4855" h="3496309">
                  <a:moveTo>
                    <a:pt x="3284855" y="0"/>
                  </a:moveTo>
                  <a:lnTo>
                    <a:pt x="0" y="3496310"/>
                  </a:lnTo>
                  <a:lnTo>
                    <a:pt x="2220596" y="0"/>
                  </a:lnTo>
                  <a:lnTo>
                    <a:pt x="3284855" y="0"/>
                  </a:lnTo>
                  <a:close/>
                </a:path>
              </a:pathLst>
            </a:custGeom>
            <a:solidFill>
              <a:srgbClr val="0EAFE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12095E46-93F9-9A69-2532-572247913FE5}"/>
                </a:ext>
              </a:extLst>
            </p:cNvPr>
            <p:cNvSpPr/>
            <p:nvPr/>
          </p:nvSpPr>
          <p:spPr>
            <a:xfrm>
              <a:off x="8300084" y="1"/>
              <a:ext cx="3284855" cy="3500878"/>
            </a:xfrm>
            <a:custGeom>
              <a:avLst/>
              <a:gdLst>
                <a:gd name="connsiteX0" fmla="*/ 3284855 w 3284855"/>
                <a:gd name="connsiteY0" fmla="*/ 0 h 3496309"/>
                <a:gd name="connsiteX1" fmla="*/ 0 w 3284855"/>
                <a:gd name="connsiteY1" fmla="*/ 3496310 h 3496309"/>
                <a:gd name="connsiteX2" fmla="*/ 2220596 w 3284855"/>
                <a:gd name="connsiteY2" fmla="*/ 0 h 3496309"/>
                <a:gd name="connsiteX3" fmla="*/ 3284855 w 328485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4855" h="3496309">
                  <a:moveTo>
                    <a:pt x="3284855" y="0"/>
                  </a:moveTo>
                  <a:lnTo>
                    <a:pt x="0" y="3496310"/>
                  </a:lnTo>
                  <a:lnTo>
                    <a:pt x="2220596" y="0"/>
                  </a:lnTo>
                  <a:lnTo>
                    <a:pt x="3284855" y="0"/>
                  </a:lnTo>
                  <a:close/>
                </a:path>
              </a:pathLst>
            </a:custGeom>
            <a:solidFill>
              <a:srgbClr val="3ECAFB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C9D5E58A-C716-C789-1AB4-FB6F82CFF8A2}"/>
                </a:ext>
              </a:extLst>
            </p:cNvPr>
            <p:cNvSpPr/>
            <p:nvPr/>
          </p:nvSpPr>
          <p:spPr>
            <a:xfrm>
              <a:off x="8300084" y="1"/>
              <a:ext cx="3284855" cy="3500878"/>
            </a:xfrm>
            <a:custGeom>
              <a:avLst/>
              <a:gdLst>
                <a:gd name="connsiteX0" fmla="*/ 3284855 w 3284855"/>
                <a:gd name="connsiteY0" fmla="*/ 0 h 3496309"/>
                <a:gd name="connsiteX1" fmla="*/ 0 w 3284855"/>
                <a:gd name="connsiteY1" fmla="*/ 3496310 h 3496309"/>
                <a:gd name="connsiteX2" fmla="*/ 2220596 w 3284855"/>
                <a:gd name="connsiteY2" fmla="*/ 0 h 3496309"/>
                <a:gd name="connsiteX3" fmla="*/ 3284855 w 328485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4855" h="3496309">
                  <a:moveTo>
                    <a:pt x="3284855" y="0"/>
                  </a:moveTo>
                  <a:lnTo>
                    <a:pt x="0" y="3496310"/>
                  </a:lnTo>
                  <a:lnTo>
                    <a:pt x="2220596" y="0"/>
                  </a:lnTo>
                  <a:lnTo>
                    <a:pt x="3284855" y="0"/>
                  </a:lnTo>
                  <a:close/>
                </a:path>
              </a:pathLst>
            </a:custGeom>
            <a:gradFill>
              <a:gsLst>
                <a:gs pos="0">
                  <a:srgbClr val="3ECAFB">
                    <a:alpha val="0"/>
                  </a:srgbClr>
                </a:gs>
                <a:gs pos="40000">
                  <a:srgbClr val="3CC7FA">
                    <a:alpha val="52000"/>
                  </a:srgbClr>
                </a:gs>
                <a:gs pos="54000">
                  <a:srgbClr val="0068DF"/>
                </a:gs>
              </a:gsLst>
              <a:lin ang="2400000" scaled="0"/>
            </a:gra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9213E81A-E416-FAEC-70B5-30127049996D}"/>
                </a:ext>
              </a:extLst>
            </p:cNvPr>
            <p:cNvSpPr/>
            <p:nvPr/>
          </p:nvSpPr>
          <p:spPr>
            <a:xfrm>
              <a:off x="8300084" y="1"/>
              <a:ext cx="3284855" cy="3500878"/>
            </a:xfrm>
            <a:custGeom>
              <a:avLst/>
              <a:gdLst>
                <a:gd name="connsiteX0" fmla="*/ 3284855 w 3284855"/>
                <a:gd name="connsiteY0" fmla="*/ 0 h 3496309"/>
                <a:gd name="connsiteX1" fmla="*/ 0 w 3284855"/>
                <a:gd name="connsiteY1" fmla="*/ 3496310 h 3496309"/>
                <a:gd name="connsiteX2" fmla="*/ 2220596 w 3284855"/>
                <a:gd name="connsiteY2" fmla="*/ 0 h 3496309"/>
                <a:gd name="connsiteX3" fmla="*/ 3284855 w 328485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4855" h="3496309">
                  <a:moveTo>
                    <a:pt x="3284855" y="0"/>
                  </a:moveTo>
                  <a:lnTo>
                    <a:pt x="0" y="3496310"/>
                  </a:lnTo>
                  <a:lnTo>
                    <a:pt x="2220596" y="0"/>
                  </a:lnTo>
                  <a:lnTo>
                    <a:pt x="3284855" y="0"/>
                  </a:lnTo>
                  <a:close/>
                </a:path>
              </a:pathLst>
            </a:custGeom>
            <a:no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94" name="Graphic 613">
              <a:extLst>
                <a:ext uri="{FF2B5EF4-FFF2-40B4-BE49-F238E27FC236}">
                  <a16:creationId xmlns:a16="http://schemas.microsoft.com/office/drawing/2014/main" id="{83EC16FD-782A-F58B-6083-A2F5180D6468}"/>
                </a:ext>
              </a:extLst>
            </p:cNvPr>
            <p:cNvGrpSpPr/>
            <p:nvPr/>
          </p:nvGrpSpPr>
          <p:grpSpPr>
            <a:xfrm>
              <a:off x="8300084" y="1"/>
              <a:ext cx="3891915" cy="3500878"/>
              <a:chOff x="8300084" y="0"/>
              <a:chExt cx="3891915" cy="3496309"/>
            </a:xfrm>
          </p:grpSpPr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59869991-36F0-44A8-69B9-7D2602EEED2C}"/>
                  </a:ext>
                </a:extLst>
              </p:cNvPr>
              <p:cNvSpPr/>
              <p:nvPr/>
            </p:nvSpPr>
            <p:spPr>
              <a:xfrm>
                <a:off x="8300084" y="0"/>
                <a:ext cx="3891915" cy="3496309"/>
              </a:xfrm>
              <a:custGeom>
                <a:avLst/>
                <a:gdLst>
                  <a:gd name="connsiteX0" fmla="*/ 3891915 w 3891915"/>
                  <a:gd name="connsiteY0" fmla="*/ 683895 h 3496309"/>
                  <a:gd name="connsiteX1" fmla="*/ 0 w 3891915"/>
                  <a:gd name="connsiteY1" fmla="*/ 3496310 h 3496309"/>
                  <a:gd name="connsiteX2" fmla="*/ 3284855 w 3891915"/>
                  <a:gd name="connsiteY2" fmla="*/ 0 h 3496309"/>
                  <a:gd name="connsiteX3" fmla="*/ 3891915 w 3891915"/>
                  <a:gd name="connsiteY3" fmla="*/ 0 h 3496309"/>
                  <a:gd name="connsiteX4" fmla="*/ 3891915 w 3891915"/>
                  <a:gd name="connsiteY4" fmla="*/ 683895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15" h="3496309">
                    <a:moveTo>
                      <a:pt x="3891915" y="683895"/>
                    </a:moveTo>
                    <a:lnTo>
                      <a:pt x="0" y="3496310"/>
                    </a:lnTo>
                    <a:lnTo>
                      <a:pt x="3284855" y="0"/>
                    </a:lnTo>
                    <a:lnTo>
                      <a:pt x="3891915" y="0"/>
                    </a:lnTo>
                    <a:lnTo>
                      <a:pt x="3891915" y="683895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2D92D112-5F67-06DD-1547-8E87E1E57873}"/>
                  </a:ext>
                </a:extLst>
              </p:cNvPr>
              <p:cNvSpPr/>
              <p:nvPr/>
            </p:nvSpPr>
            <p:spPr>
              <a:xfrm>
                <a:off x="8300084" y="0"/>
                <a:ext cx="3891915" cy="3496309"/>
              </a:xfrm>
              <a:custGeom>
                <a:avLst/>
                <a:gdLst>
                  <a:gd name="connsiteX0" fmla="*/ 3891915 w 3891915"/>
                  <a:gd name="connsiteY0" fmla="*/ 683895 h 3496309"/>
                  <a:gd name="connsiteX1" fmla="*/ 0 w 3891915"/>
                  <a:gd name="connsiteY1" fmla="*/ 3496310 h 3496309"/>
                  <a:gd name="connsiteX2" fmla="*/ 3284855 w 3891915"/>
                  <a:gd name="connsiteY2" fmla="*/ 0 h 3496309"/>
                  <a:gd name="connsiteX3" fmla="*/ 3891915 w 3891915"/>
                  <a:gd name="connsiteY3" fmla="*/ 0 h 3496309"/>
                  <a:gd name="connsiteX4" fmla="*/ 3891915 w 3891915"/>
                  <a:gd name="connsiteY4" fmla="*/ 683895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15" h="3496309">
                    <a:moveTo>
                      <a:pt x="3891915" y="683895"/>
                    </a:moveTo>
                    <a:lnTo>
                      <a:pt x="0" y="3496310"/>
                    </a:lnTo>
                    <a:lnTo>
                      <a:pt x="3284855" y="0"/>
                    </a:lnTo>
                    <a:lnTo>
                      <a:pt x="3891915" y="0"/>
                    </a:lnTo>
                    <a:lnTo>
                      <a:pt x="3891915" y="683895"/>
                    </a:lnTo>
                    <a:close/>
                  </a:path>
                </a:pathLst>
              </a:custGeom>
              <a:gradFill>
                <a:gsLst>
                  <a:gs pos="46000">
                    <a:srgbClr val="0068DF"/>
                  </a:gs>
                  <a:gs pos="100000">
                    <a:srgbClr val="39C7F8"/>
                  </a:gs>
                  <a:gs pos="53000">
                    <a:srgbClr val="3ECAFB">
                      <a:alpha val="89804"/>
                    </a:srgbClr>
                  </a:gs>
                </a:gsLst>
                <a:lin ang="276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95" name="Graphic 613">
              <a:extLst>
                <a:ext uri="{FF2B5EF4-FFF2-40B4-BE49-F238E27FC236}">
                  <a16:creationId xmlns:a16="http://schemas.microsoft.com/office/drawing/2014/main" id="{B1582B1F-7AC2-28FA-8EA9-5CE9105DE7FC}"/>
                </a:ext>
              </a:extLst>
            </p:cNvPr>
            <p:cNvGrpSpPr/>
            <p:nvPr/>
          </p:nvGrpSpPr>
          <p:grpSpPr>
            <a:xfrm>
              <a:off x="8300084" y="684789"/>
              <a:ext cx="3930650" cy="2816090"/>
              <a:chOff x="8300084" y="683894"/>
              <a:chExt cx="3930650" cy="2812414"/>
            </a:xfrm>
          </p:grpSpPr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D7446763-159E-F879-573A-D209FAE4ED3B}"/>
                  </a:ext>
                </a:extLst>
              </p:cNvPr>
              <p:cNvSpPr/>
              <p:nvPr/>
            </p:nvSpPr>
            <p:spPr>
              <a:xfrm>
                <a:off x="8300084" y="683894"/>
                <a:ext cx="3930650" cy="2812414"/>
              </a:xfrm>
              <a:custGeom>
                <a:avLst/>
                <a:gdLst>
                  <a:gd name="connsiteX0" fmla="*/ 3891915 w 3930650"/>
                  <a:gd name="connsiteY0" fmla="*/ 0 h 2812414"/>
                  <a:gd name="connsiteX1" fmla="*/ 0 w 3930650"/>
                  <a:gd name="connsiteY1" fmla="*/ 2812415 h 2812414"/>
                  <a:gd name="connsiteX2" fmla="*/ 3930650 w 3930650"/>
                  <a:gd name="connsiteY2" fmla="*/ 1133158 h 2812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30650" h="2812414">
                    <a:moveTo>
                      <a:pt x="3891915" y="0"/>
                    </a:moveTo>
                    <a:lnTo>
                      <a:pt x="0" y="2812415"/>
                    </a:lnTo>
                    <a:lnTo>
                      <a:pt x="3930650" y="1133158"/>
                    </a:lnTo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37C2AD9-C638-46B8-D081-864F17BE5057}"/>
                  </a:ext>
                </a:extLst>
              </p:cNvPr>
              <p:cNvSpPr/>
              <p:nvPr/>
            </p:nvSpPr>
            <p:spPr>
              <a:xfrm>
                <a:off x="8300084" y="683894"/>
                <a:ext cx="3930650" cy="2812414"/>
              </a:xfrm>
              <a:custGeom>
                <a:avLst/>
                <a:gdLst>
                  <a:gd name="connsiteX0" fmla="*/ 3891915 w 3930650"/>
                  <a:gd name="connsiteY0" fmla="*/ 0 h 2812414"/>
                  <a:gd name="connsiteX1" fmla="*/ 0 w 3930650"/>
                  <a:gd name="connsiteY1" fmla="*/ 2812415 h 2812414"/>
                  <a:gd name="connsiteX2" fmla="*/ 3930650 w 3930650"/>
                  <a:gd name="connsiteY2" fmla="*/ 1133158 h 2812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30650" h="2812414">
                    <a:moveTo>
                      <a:pt x="3891915" y="0"/>
                    </a:moveTo>
                    <a:lnTo>
                      <a:pt x="0" y="2812415"/>
                    </a:lnTo>
                    <a:lnTo>
                      <a:pt x="3930650" y="1133158"/>
                    </a:lnTo>
                  </a:path>
                </a:pathLst>
              </a:custGeom>
              <a:gradFill>
                <a:gsLst>
                  <a:gs pos="47000">
                    <a:srgbClr val="0068DF">
                      <a:alpha val="89804"/>
                    </a:srgbClr>
                  </a:gs>
                  <a:gs pos="34000">
                    <a:srgbClr val="0068DF">
                      <a:alpha val="89804"/>
                    </a:srgbClr>
                  </a:gs>
                  <a:gs pos="58000">
                    <a:srgbClr val="0EAFE0"/>
                  </a:gs>
                </a:gsLst>
                <a:lin ang="360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96" name="Graphic 613">
              <a:extLst>
                <a:ext uri="{FF2B5EF4-FFF2-40B4-BE49-F238E27FC236}">
                  <a16:creationId xmlns:a16="http://schemas.microsoft.com/office/drawing/2014/main" id="{4AF4ACD0-F47B-6931-8EDE-77CDC16570B6}"/>
                </a:ext>
              </a:extLst>
            </p:cNvPr>
            <p:cNvGrpSpPr/>
            <p:nvPr/>
          </p:nvGrpSpPr>
          <p:grpSpPr>
            <a:xfrm>
              <a:off x="8300084" y="1819428"/>
              <a:ext cx="3930650" cy="1681452"/>
              <a:chOff x="8300084" y="1817052"/>
              <a:chExt cx="3930650" cy="1679257"/>
            </a:xfrm>
          </p:grpSpPr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8D4585CF-8D5B-46AF-3659-F41ED9F5181A}"/>
                  </a:ext>
                </a:extLst>
              </p:cNvPr>
              <p:cNvSpPr/>
              <p:nvPr/>
            </p:nvSpPr>
            <p:spPr>
              <a:xfrm>
                <a:off x="8300084" y="1817052"/>
                <a:ext cx="3930650" cy="1679257"/>
              </a:xfrm>
              <a:custGeom>
                <a:avLst/>
                <a:gdLst>
                  <a:gd name="connsiteX0" fmla="*/ 3930650 w 3930650"/>
                  <a:gd name="connsiteY0" fmla="*/ 0 h 1679257"/>
                  <a:gd name="connsiteX1" fmla="*/ 0 w 3930650"/>
                  <a:gd name="connsiteY1" fmla="*/ 1679257 h 1679257"/>
                  <a:gd name="connsiteX2" fmla="*/ 3928746 w 3930650"/>
                  <a:gd name="connsiteY2" fmla="*/ 279400 h 1679257"/>
                  <a:gd name="connsiteX3" fmla="*/ 3930650 w 3930650"/>
                  <a:gd name="connsiteY3" fmla="*/ 0 h 1679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30650" h="1679257">
                    <a:moveTo>
                      <a:pt x="3930650" y="0"/>
                    </a:moveTo>
                    <a:lnTo>
                      <a:pt x="0" y="1679257"/>
                    </a:lnTo>
                    <a:lnTo>
                      <a:pt x="3928746" y="279400"/>
                    </a:lnTo>
                    <a:lnTo>
                      <a:pt x="3930650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3EE5F515-EAC2-2C3A-6D9E-C8BBB8507DC9}"/>
                  </a:ext>
                </a:extLst>
              </p:cNvPr>
              <p:cNvSpPr/>
              <p:nvPr/>
            </p:nvSpPr>
            <p:spPr>
              <a:xfrm>
                <a:off x="8300084" y="1817052"/>
                <a:ext cx="3930650" cy="1679257"/>
              </a:xfrm>
              <a:custGeom>
                <a:avLst/>
                <a:gdLst>
                  <a:gd name="connsiteX0" fmla="*/ 3930650 w 3930650"/>
                  <a:gd name="connsiteY0" fmla="*/ 0 h 1679257"/>
                  <a:gd name="connsiteX1" fmla="*/ 0 w 3930650"/>
                  <a:gd name="connsiteY1" fmla="*/ 1679257 h 1679257"/>
                  <a:gd name="connsiteX2" fmla="*/ 3928746 w 3930650"/>
                  <a:gd name="connsiteY2" fmla="*/ 279400 h 1679257"/>
                  <a:gd name="connsiteX3" fmla="*/ 3930650 w 3930650"/>
                  <a:gd name="connsiteY3" fmla="*/ 0 h 1679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30650" h="1679257">
                    <a:moveTo>
                      <a:pt x="3930650" y="0"/>
                    </a:moveTo>
                    <a:lnTo>
                      <a:pt x="0" y="1679257"/>
                    </a:lnTo>
                    <a:lnTo>
                      <a:pt x="3928746" y="279400"/>
                    </a:lnTo>
                    <a:lnTo>
                      <a:pt x="3930650" y="0"/>
                    </a:lnTo>
                    <a:close/>
                  </a:path>
                </a:pathLst>
              </a:custGeom>
              <a:solidFill>
                <a:srgbClr val="26BCED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29AAFAE4-0A02-5B9F-2A40-F425177BA9A8}"/>
                </a:ext>
              </a:extLst>
            </p:cNvPr>
            <p:cNvSpPr/>
            <p:nvPr userDrawn="1"/>
          </p:nvSpPr>
          <p:spPr>
            <a:xfrm>
              <a:off x="12200310" y="1"/>
              <a:ext cx="92408" cy="6866963"/>
            </a:xfrm>
            <a:prstGeom prst="rect">
              <a:avLst/>
            </a:prstGeom>
            <a:solidFill>
              <a:srgbClr val="E9ED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8111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t in tou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0E20C2A2-7AA6-B5F7-298D-A81D64A664DD}"/>
              </a:ext>
            </a:extLst>
          </p:cNvPr>
          <p:cNvSpPr/>
          <p:nvPr userDrawn="1"/>
        </p:nvSpPr>
        <p:spPr>
          <a:xfrm>
            <a:off x="1342652" y="5351951"/>
            <a:ext cx="1509927" cy="3055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FE5A13CC-41AD-B8D9-9E1B-73CEF87EF7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2650" y="4184148"/>
            <a:ext cx="5122488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FontTx/>
              <a:buNone/>
              <a:defRPr sz="2000"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First name, Last name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3128669A-EC9C-6B64-81BD-C3297B9263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42652" y="4685635"/>
            <a:ext cx="5122486" cy="53182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400"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email@nxp.com</a:t>
            </a:r>
          </a:p>
          <a:p>
            <a:pPr lvl="0"/>
            <a:r>
              <a:rPr lang="en-US"/>
              <a:t>+00 000 000</a:t>
            </a:r>
          </a:p>
          <a:p>
            <a:pPr lvl="0"/>
            <a:endParaRPr lang="en-US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04C421D2-45C3-344D-F5A9-B20EDBE60D16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407169C-F128-91C7-AC49-586C9613B8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2650" y="2122688"/>
            <a:ext cx="5122863" cy="1593836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4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Get in touch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AEF5EDE-2021-9571-F58B-D3AF5A979807}"/>
              </a:ext>
            </a:extLst>
          </p:cNvPr>
          <p:cNvGrpSpPr/>
          <p:nvPr userDrawn="1"/>
        </p:nvGrpSpPr>
        <p:grpSpPr>
          <a:xfrm>
            <a:off x="532238" y="532263"/>
            <a:ext cx="1522954" cy="515204"/>
            <a:chOff x="532238" y="532263"/>
            <a:chExt cx="1522954" cy="515204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5109736-310E-A974-DDC5-8F49907B1669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F7413E9-6D3A-96D8-051C-13A354A5AA14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D78B0F1-E317-7DC9-E5B0-502657A7FAD0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307DE27C-A204-5B0D-D4F0-8288A317245D}"/>
              </a:ext>
            </a:extLst>
          </p:cNvPr>
          <p:cNvGrpSpPr/>
          <p:nvPr userDrawn="1"/>
        </p:nvGrpSpPr>
        <p:grpSpPr>
          <a:xfrm>
            <a:off x="6473825" y="1"/>
            <a:ext cx="5818893" cy="6874913"/>
            <a:chOff x="6473825" y="1"/>
            <a:chExt cx="5818893" cy="6874913"/>
          </a:xfrm>
        </p:grpSpPr>
        <p:sp>
          <p:nvSpPr>
            <p:cNvPr id="271" name="Rectangle 261">
              <a:extLst>
                <a:ext uri="{FF2B5EF4-FFF2-40B4-BE49-F238E27FC236}">
                  <a16:creationId xmlns:a16="http://schemas.microsoft.com/office/drawing/2014/main" id="{B4E927DC-D2B2-7CD0-A18B-96EA502EAB6D}"/>
                </a:ext>
              </a:extLst>
            </p:cNvPr>
            <p:cNvSpPr/>
            <p:nvPr userDrawn="1"/>
          </p:nvSpPr>
          <p:spPr>
            <a:xfrm>
              <a:off x="8319247" y="1"/>
              <a:ext cx="2498165" cy="3446946"/>
            </a:xfrm>
            <a:custGeom>
              <a:avLst/>
              <a:gdLst>
                <a:gd name="connsiteX0" fmla="*/ 0 w 723153"/>
                <a:gd name="connsiteY0" fmla="*/ 0 h 328706"/>
                <a:gd name="connsiteX1" fmla="*/ 723153 w 723153"/>
                <a:gd name="connsiteY1" fmla="*/ 0 h 328706"/>
                <a:gd name="connsiteX2" fmla="*/ 723153 w 723153"/>
                <a:gd name="connsiteY2" fmla="*/ 328706 h 328706"/>
                <a:gd name="connsiteX3" fmla="*/ 0 w 723153"/>
                <a:gd name="connsiteY3" fmla="*/ 328706 h 328706"/>
                <a:gd name="connsiteX4" fmla="*/ 0 w 723153"/>
                <a:gd name="connsiteY4" fmla="*/ 0 h 328706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2498165 w 2498165"/>
                <a:gd name="connsiteY2" fmla="*/ 328706 h 3442447"/>
                <a:gd name="connsiteX3" fmla="*/ 0 w 2498165"/>
                <a:gd name="connsiteY3" fmla="*/ 3442447 h 3442447"/>
                <a:gd name="connsiteX4" fmla="*/ 1775012 w 2498165"/>
                <a:gd name="connsiteY4" fmla="*/ 0 h 3442447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0 w 2498165"/>
                <a:gd name="connsiteY2" fmla="*/ 3442447 h 3442447"/>
                <a:gd name="connsiteX3" fmla="*/ 1775012 w 2498165"/>
                <a:gd name="connsiteY3" fmla="*/ 0 h 344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8165" h="3442447">
                  <a:moveTo>
                    <a:pt x="1775012" y="0"/>
                  </a:moveTo>
                  <a:lnTo>
                    <a:pt x="2498165" y="0"/>
                  </a:lnTo>
                  <a:lnTo>
                    <a:pt x="0" y="3442447"/>
                  </a:lnTo>
                  <a:lnTo>
                    <a:pt x="1775012" y="0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72" name="Rectangle 260">
              <a:extLst>
                <a:ext uri="{FF2B5EF4-FFF2-40B4-BE49-F238E27FC236}">
                  <a16:creationId xmlns:a16="http://schemas.microsoft.com/office/drawing/2014/main" id="{4B138A3A-03F8-0F97-AF33-096F17AC4DDA}"/>
                </a:ext>
              </a:extLst>
            </p:cNvPr>
            <p:cNvSpPr/>
            <p:nvPr userDrawn="1"/>
          </p:nvSpPr>
          <p:spPr>
            <a:xfrm>
              <a:off x="7129929" y="1"/>
              <a:ext cx="1176282" cy="3464900"/>
            </a:xfrm>
            <a:custGeom>
              <a:avLst/>
              <a:gdLst>
                <a:gd name="connsiteX0" fmla="*/ 0 w 644376"/>
                <a:gd name="connsiteY0" fmla="*/ 0 h 1392518"/>
                <a:gd name="connsiteX1" fmla="*/ 644376 w 644376"/>
                <a:gd name="connsiteY1" fmla="*/ 0 h 1392518"/>
                <a:gd name="connsiteX2" fmla="*/ 644376 w 644376"/>
                <a:gd name="connsiteY2" fmla="*/ 1392518 h 1392518"/>
                <a:gd name="connsiteX3" fmla="*/ 0 w 644376"/>
                <a:gd name="connsiteY3" fmla="*/ 1392518 h 1392518"/>
                <a:gd name="connsiteX4" fmla="*/ 0 w 644376"/>
                <a:gd name="connsiteY4" fmla="*/ 0 h 1392518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1392518 h 3460377"/>
                <a:gd name="connsiteX4" fmla="*/ 0 w 1176282"/>
                <a:gd name="connsiteY4" fmla="*/ 0 h 3460377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0 h 346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6282" h="3460377">
                  <a:moveTo>
                    <a:pt x="0" y="0"/>
                  </a:moveTo>
                  <a:lnTo>
                    <a:pt x="644376" y="0"/>
                  </a:lnTo>
                  <a:lnTo>
                    <a:pt x="1176282" y="3460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73" name="Rectangle 259">
              <a:extLst>
                <a:ext uri="{FF2B5EF4-FFF2-40B4-BE49-F238E27FC236}">
                  <a16:creationId xmlns:a16="http://schemas.microsoft.com/office/drawing/2014/main" id="{213E3CAD-58AC-7FDD-88D0-5F0CBB6BB145}"/>
                </a:ext>
              </a:extLst>
            </p:cNvPr>
            <p:cNvSpPr/>
            <p:nvPr userDrawn="1"/>
          </p:nvSpPr>
          <p:spPr>
            <a:xfrm>
              <a:off x="8331201" y="3535753"/>
              <a:ext cx="3762468" cy="3331212"/>
            </a:xfrm>
            <a:custGeom>
              <a:avLst/>
              <a:gdLst>
                <a:gd name="connsiteX0" fmla="*/ 0 w 792163"/>
                <a:gd name="connsiteY0" fmla="*/ 0 h 786864"/>
                <a:gd name="connsiteX1" fmla="*/ 792163 w 792163"/>
                <a:gd name="connsiteY1" fmla="*/ 0 h 786864"/>
                <a:gd name="connsiteX2" fmla="*/ 792163 w 792163"/>
                <a:gd name="connsiteY2" fmla="*/ 786864 h 786864"/>
                <a:gd name="connsiteX3" fmla="*/ 0 w 792163"/>
                <a:gd name="connsiteY3" fmla="*/ 786864 h 786864"/>
                <a:gd name="connsiteX4" fmla="*/ 0 w 792163"/>
                <a:gd name="connsiteY4" fmla="*/ 0 h 786864"/>
                <a:gd name="connsiteX0" fmla="*/ 0 w 3762468"/>
                <a:gd name="connsiteY0" fmla="*/ 0 h 3326864"/>
                <a:gd name="connsiteX1" fmla="*/ 3762468 w 3762468"/>
                <a:gd name="connsiteY1" fmla="*/ 2540000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  <a:gd name="connsiteX0" fmla="*/ 0 w 3762468"/>
                <a:gd name="connsiteY0" fmla="*/ 0 h 3326864"/>
                <a:gd name="connsiteX1" fmla="*/ 3744539 w 3762468"/>
                <a:gd name="connsiteY1" fmla="*/ 3036047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2468" h="3326864">
                  <a:moveTo>
                    <a:pt x="0" y="0"/>
                  </a:moveTo>
                  <a:lnTo>
                    <a:pt x="3744539" y="3036047"/>
                  </a:lnTo>
                  <a:lnTo>
                    <a:pt x="3762468" y="3326864"/>
                  </a:lnTo>
                  <a:lnTo>
                    <a:pt x="2970305" y="3326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04B35D5F-5408-B569-A55A-318EB54E29BC}"/>
                </a:ext>
              </a:extLst>
            </p:cNvPr>
            <p:cNvSpPr/>
            <p:nvPr userDrawn="1"/>
          </p:nvSpPr>
          <p:spPr>
            <a:xfrm>
              <a:off x="8189844" y="3527033"/>
              <a:ext cx="747423" cy="3339931"/>
            </a:xfrm>
            <a:custGeom>
              <a:avLst/>
              <a:gdLst>
                <a:gd name="connsiteX0" fmla="*/ 115294 w 747423"/>
                <a:gd name="connsiteY0" fmla="*/ 0 h 3319669"/>
                <a:gd name="connsiteX1" fmla="*/ 0 w 747423"/>
                <a:gd name="connsiteY1" fmla="*/ 3319669 h 3319669"/>
                <a:gd name="connsiteX2" fmla="*/ 747423 w 747423"/>
                <a:gd name="connsiteY2" fmla="*/ 3319669 h 3319669"/>
                <a:gd name="connsiteX3" fmla="*/ 115294 w 747423"/>
                <a:gd name="connsiteY3" fmla="*/ 0 h 331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423" h="3319669">
                  <a:moveTo>
                    <a:pt x="115294" y="0"/>
                  </a:moveTo>
                  <a:lnTo>
                    <a:pt x="0" y="3319669"/>
                  </a:lnTo>
                  <a:lnTo>
                    <a:pt x="747423" y="3319669"/>
                  </a:lnTo>
                  <a:lnTo>
                    <a:pt x="115294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75" name="Isosceles Triangle 724">
              <a:extLst>
                <a:ext uri="{FF2B5EF4-FFF2-40B4-BE49-F238E27FC236}">
                  <a16:creationId xmlns:a16="http://schemas.microsoft.com/office/drawing/2014/main" id="{A7D0919E-4E09-5B28-C9A1-DD7528988673}"/>
                </a:ext>
              </a:extLst>
            </p:cNvPr>
            <p:cNvSpPr/>
            <p:nvPr userDrawn="1"/>
          </p:nvSpPr>
          <p:spPr>
            <a:xfrm>
              <a:off x="8308035" y="3532015"/>
              <a:ext cx="1605682" cy="3342899"/>
            </a:xfrm>
            <a:custGeom>
              <a:avLst/>
              <a:gdLst>
                <a:gd name="connsiteX0" fmla="*/ 0 w 126740"/>
                <a:gd name="connsiteY0" fmla="*/ 3361690 h 3361690"/>
                <a:gd name="connsiteX1" fmla="*/ 63370 w 126740"/>
                <a:gd name="connsiteY1" fmla="*/ 0 h 3361690"/>
                <a:gd name="connsiteX2" fmla="*/ 126740 w 126740"/>
                <a:gd name="connsiteY2" fmla="*/ 3361690 h 3361690"/>
                <a:gd name="connsiteX3" fmla="*/ 0 w 126740"/>
                <a:gd name="connsiteY3" fmla="*/ 3361690 h 3361690"/>
                <a:gd name="connsiteX0" fmla="*/ 0 w 126740"/>
                <a:gd name="connsiteY0" fmla="*/ 3325831 h 3325831"/>
                <a:gd name="connsiteX1" fmla="*/ 27511 w 126740"/>
                <a:gd name="connsiteY1" fmla="*/ 0 h 3325831"/>
                <a:gd name="connsiteX2" fmla="*/ 126740 w 126740"/>
                <a:gd name="connsiteY2" fmla="*/ 3325831 h 3325831"/>
                <a:gd name="connsiteX3" fmla="*/ 0 w 126740"/>
                <a:gd name="connsiteY3" fmla="*/ 3325831 h 3325831"/>
                <a:gd name="connsiteX0" fmla="*/ 0 w 126740"/>
                <a:gd name="connsiteY0" fmla="*/ 3330594 h 3330594"/>
                <a:gd name="connsiteX1" fmla="*/ 1318 w 126740"/>
                <a:gd name="connsiteY1" fmla="*/ 0 h 3330594"/>
                <a:gd name="connsiteX2" fmla="*/ 126740 w 126740"/>
                <a:gd name="connsiteY2" fmla="*/ 3330594 h 3330594"/>
                <a:gd name="connsiteX3" fmla="*/ 0 w 126740"/>
                <a:gd name="connsiteY3" fmla="*/ 3330594 h 3330594"/>
                <a:gd name="connsiteX0" fmla="*/ 0 w 1605682"/>
                <a:gd name="connsiteY0" fmla="*/ 3330594 h 3338536"/>
                <a:gd name="connsiteX1" fmla="*/ 1318 w 1605682"/>
                <a:gd name="connsiteY1" fmla="*/ 0 h 3338536"/>
                <a:gd name="connsiteX2" fmla="*/ 1605682 w 1605682"/>
                <a:gd name="connsiteY2" fmla="*/ 3338536 h 3338536"/>
                <a:gd name="connsiteX3" fmla="*/ 0 w 1605682"/>
                <a:gd name="connsiteY3" fmla="*/ 3330594 h 3338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5682" h="3338536">
                  <a:moveTo>
                    <a:pt x="0" y="3330594"/>
                  </a:moveTo>
                  <a:cubicBezTo>
                    <a:pt x="439" y="2220396"/>
                    <a:pt x="879" y="1110198"/>
                    <a:pt x="1318" y="0"/>
                  </a:cubicBezTo>
                  <a:lnTo>
                    <a:pt x="1605682" y="3338536"/>
                  </a:lnTo>
                  <a:lnTo>
                    <a:pt x="0" y="3330594"/>
                  </a:lnTo>
                  <a:close/>
                </a:path>
              </a:pathLst>
            </a:custGeom>
            <a:solidFill>
              <a:srgbClr val="F8AC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76" name="Isosceles Triangle 721">
              <a:extLst>
                <a:ext uri="{FF2B5EF4-FFF2-40B4-BE49-F238E27FC236}">
                  <a16:creationId xmlns:a16="http://schemas.microsoft.com/office/drawing/2014/main" id="{F3B677F8-F081-D7E3-07C9-502F5AE55F5D}"/>
                </a:ext>
              </a:extLst>
            </p:cNvPr>
            <p:cNvSpPr/>
            <p:nvPr userDrawn="1"/>
          </p:nvSpPr>
          <p:spPr>
            <a:xfrm rot="10800000">
              <a:off x="8326958" y="2"/>
              <a:ext cx="1112912" cy="3452931"/>
            </a:xfrm>
            <a:custGeom>
              <a:avLst/>
              <a:gdLst>
                <a:gd name="connsiteX0" fmla="*/ 0 w 659990"/>
                <a:gd name="connsiteY0" fmla="*/ 2946400 h 2946400"/>
                <a:gd name="connsiteX1" fmla="*/ 329995 w 659990"/>
                <a:gd name="connsiteY1" fmla="*/ 0 h 2946400"/>
                <a:gd name="connsiteX2" fmla="*/ 659990 w 659990"/>
                <a:gd name="connsiteY2" fmla="*/ 2946400 h 2946400"/>
                <a:gd name="connsiteX3" fmla="*/ 0 w 659990"/>
                <a:gd name="connsiteY3" fmla="*/ 2946400 h 2946400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659990 w 682606"/>
                <a:gd name="connsiteY2" fmla="*/ 3442447 h 3442447"/>
                <a:gd name="connsiteX3" fmla="*/ 0 w 682606"/>
                <a:gd name="connsiteY3" fmla="*/ 3442447 h 3442447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361166 w 682606"/>
                <a:gd name="connsiteY2" fmla="*/ 3442447 h 3442447"/>
                <a:gd name="connsiteX3" fmla="*/ 0 w 682606"/>
                <a:gd name="connsiteY3" fmla="*/ 3442447 h 3442447"/>
                <a:gd name="connsiteX0" fmla="*/ 0 w 1112912"/>
                <a:gd name="connsiteY0" fmla="*/ 3448424 h 3448424"/>
                <a:gd name="connsiteX1" fmla="*/ 1112912 w 1112912"/>
                <a:gd name="connsiteY1" fmla="*/ 0 h 3448424"/>
                <a:gd name="connsiteX2" fmla="*/ 361166 w 1112912"/>
                <a:gd name="connsiteY2" fmla="*/ 3448424 h 3448424"/>
                <a:gd name="connsiteX3" fmla="*/ 0 w 1112912"/>
                <a:gd name="connsiteY3" fmla="*/ 3448424 h 344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2912" h="3448424">
                  <a:moveTo>
                    <a:pt x="0" y="3448424"/>
                  </a:moveTo>
                  <a:lnTo>
                    <a:pt x="1112912" y="0"/>
                  </a:lnTo>
                  <a:lnTo>
                    <a:pt x="361166" y="3448424"/>
                  </a:lnTo>
                  <a:lnTo>
                    <a:pt x="0" y="3448424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1A819530-FC41-DF39-1D69-418B59BC32CF}"/>
                </a:ext>
              </a:extLst>
            </p:cNvPr>
            <p:cNvSpPr/>
            <p:nvPr/>
          </p:nvSpPr>
          <p:spPr>
            <a:xfrm>
              <a:off x="8300084" y="3500879"/>
              <a:ext cx="1438592" cy="3366084"/>
            </a:xfrm>
            <a:custGeom>
              <a:avLst/>
              <a:gdLst>
                <a:gd name="connsiteX0" fmla="*/ 1438593 w 1438592"/>
                <a:gd name="connsiteY0" fmla="*/ 3361690 h 3361690"/>
                <a:gd name="connsiteX1" fmla="*/ 0 w 1438592"/>
                <a:gd name="connsiteY1" fmla="*/ 0 h 3361690"/>
                <a:gd name="connsiteX2" fmla="*/ 530543 w 1438592"/>
                <a:gd name="connsiteY2" fmla="*/ 3361690 h 3361690"/>
                <a:gd name="connsiteX3" fmla="*/ 1438593 w 1438592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8592" h="3361690">
                  <a:moveTo>
                    <a:pt x="1438593" y="3361690"/>
                  </a:moveTo>
                  <a:lnTo>
                    <a:pt x="0" y="0"/>
                  </a:lnTo>
                  <a:lnTo>
                    <a:pt x="530543" y="3361690"/>
                  </a:lnTo>
                  <a:lnTo>
                    <a:pt x="1438593" y="3361690"/>
                  </a:lnTo>
                  <a:close/>
                </a:path>
              </a:pathLst>
            </a:custGeom>
            <a:solidFill>
              <a:srgbClr val="FF9A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665007F-C8E9-31A8-8869-43FE02ADD851}"/>
                </a:ext>
              </a:extLst>
            </p:cNvPr>
            <p:cNvSpPr/>
            <p:nvPr/>
          </p:nvSpPr>
          <p:spPr>
            <a:xfrm>
              <a:off x="8300084" y="3500879"/>
              <a:ext cx="2147570" cy="3366084"/>
            </a:xfrm>
            <a:custGeom>
              <a:avLst/>
              <a:gdLst>
                <a:gd name="connsiteX0" fmla="*/ 2147571 w 2147570"/>
                <a:gd name="connsiteY0" fmla="*/ 3361690 h 3361690"/>
                <a:gd name="connsiteX1" fmla="*/ 0 w 2147570"/>
                <a:gd name="connsiteY1" fmla="*/ 0 h 3361690"/>
                <a:gd name="connsiteX2" fmla="*/ 1438593 w 2147570"/>
                <a:gd name="connsiteY2" fmla="*/ 3361690 h 3361690"/>
                <a:gd name="connsiteX3" fmla="*/ 2147571 w 2147570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7570" h="3361690">
                  <a:moveTo>
                    <a:pt x="2147571" y="3361690"/>
                  </a:moveTo>
                  <a:lnTo>
                    <a:pt x="0" y="0"/>
                  </a:lnTo>
                  <a:lnTo>
                    <a:pt x="1438593" y="3361690"/>
                  </a:lnTo>
                  <a:lnTo>
                    <a:pt x="2147571" y="3361690"/>
                  </a:lnTo>
                  <a:close/>
                </a:path>
              </a:pathLst>
            </a:custGeom>
            <a:solidFill>
              <a:srgbClr val="FFDD1F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106225F8-2208-822E-CF89-56EF5C9BD762}"/>
                </a:ext>
              </a:extLst>
            </p:cNvPr>
            <p:cNvSpPr/>
            <p:nvPr/>
          </p:nvSpPr>
          <p:spPr>
            <a:xfrm>
              <a:off x="8300084" y="3500879"/>
              <a:ext cx="530542" cy="3366084"/>
            </a:xfrm>
            <a:custGeom>
              <a:avLst/>
              <a:gdLst>
                <a:gd name="connsiteX0" fmla="*/ 530543 w 530542"/>
                <a:gd name="connsiteY0" fmla="*/ 3361690 h 3361690"/>
                <a:gd name="connsiteX1" fmla="*/ 0 w 530542"/>
                <a:gd name="connsiteY1" fmla="*/ 0 h 3361690"/>
                <a:gd name="connsiteX2" fmla="*/ 240983 w 530542"/>
                <a:gd name="connsiteY2" fmla="*/ 3361690 h 3361690"/>
                <a:gd name="connsiteX3" fmla="*/ 530543 w 530542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542" h="3361690">
                  <a:moveTo>
                    <a:pt x="530543" y="3361690"/>
                  </a:moveTo>
                  <a:lnTo>
                    <a:pt x="0" y="0"/>
                  </a:lnTo>
                  <a:lnTo>
                    <a:pt x="240983" y="3361690"/>
                  </a:lnTo>
                  <a:lnTo>
                    <a:pt x="530543" y="3361690"/>
                  </a:lnTo>
                  <a:close/>
                </a:path>
              </a:pathLst>
            </a:custGeom>
            <a:solidFill>
              <a:srgbClr val="FFB0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63D85A2-58A5-1A64-9E81-92B0434522D1}"/>
                </a:ext>
              </a:extLst>
            </p:cNvPr>
            <p:cNvSpPr/>
            <p:nvPr/>
          </p:nvSpPr>
          <p:spPr>
            <a:xfrm>
              <a:off x="8300084" y="3500879"/>
              <a:ext cx="240982" cy="3366084"/>
            </a:xfrm>
            <a:custGeom>
              <a:avLst/>
              <a:gdLst>
                <a:gd name="connsiteX0" fmla="*/ 240983 w 240982"/>
                <a:gd name="connsiteY0" fmla="*/ 3361690 h 3361690"/>
                <a:gd name="connsiteX1" fmla="*/ 0 w 240982"/>
                <a:gd name="connsiteY1" fmla="*/ 0 h 3361690"/>
                <a:gd name="connsiteX2" fmla="*/ 58420 w 240982"/>
                <a:gd name="connsiteY2" fmla="*/ 3361690 h 3361690"/>
                <a:gd name="connsiteX3" fmla="*/ 240983 w 240982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982" h="3361690">
                  <a:moveTo>
                    <a:pt x="240983" y="3361690"/>
                  </a:moveTo>
                  <a:lnTo>
                    <a:pt x="0" y="0"/>
                  </a:lnTo>
                  <a:lnTo>
                    <a:pt x="58420" y="3361690"/>
                  </a:lnTo>
                  <a:lnTo>
                    <a:pt x="240983" y="3361690"/>
                  </a:lnTo>
                  <a:close/>
                </a:path>
              </a:pathLst>
            </a:custGeom>
            <a:solidFill>
              <a:srgbClr val="FF91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B4A410EF-FA2C-0687-9E0D-FA04AA8BFD2A}"/>
                </a:ext>
              </a:extLst>
            </p:cNvPr>
            <p:cNvSpPr/>
            <p:nvPr/>
          </p:nvSpPr>
          <p:spPr>
            <a:xfrm>
              <a:off x="7504747" y="3500879"/>
              <a:ext cx="853757" cy="3366084"/>
            </a:xfrm>
            <a:custGeom>
              <a:avLst/>
              <a:gdLst>
                <a:gd name="connsiteX0" fmla="*/ 853758 w 853757"/>
                <a:gd name="connsiteY0" fmla="*/ 3361690 h 3361690"/>
                <a:gd name="connsiteX1" fmla="*/ 795338 w 853757"/>
                <a:gd name="connsiteY1" fmla="*/ 0 h 3361690"/>
                <a:gd name="connsiteX2" fmla="*/ 0 w 853757"/>
                <a:gd name="connsiteY2" fmla="*/ 3361690 h 3361690"/>
                <a:gd name="connsiteX3" fmla="*/ 853758 w 853757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3757" h="3361690">
                  <a:moveTo>
                    <a:pt x="853758" y="3361690"/>
                  </a:moveTo>
                  <a:lnTo>
                    <a:pt x="795338" y="0"/>
                  </a:lnTo>
                  <a:lnTo>
                    <a:pt x="0" y="3361690"/>
                  </a:lnTo>
                  <a:lnTo>
                    <a:pt x="853758" y="3361690"/>
                  </a:lnTo>
                  <a:close/>
                </a:path>
              </a:pathLst>
            </a:custGeom>
            <a:gradFill>
              <a:gsLst>
                <a:gs pos="0">
                  <a:srgbClr val="FF7400">
                    <a:alpha val="89804"/>
                  </a:srgbClr>
                </a:gs>
                <a:gs pos="20000">
                  <a:srgbClr val="FD7F04">
                    <a:alpha val="89804"/>
                  </a:srgbClr>
                </a:gs>
                <a:gs pos="70000">
                  <a:srgbClr val="F99E0F"/>
                </a:gs>
                <a:gs pos="100000">
                  <a:srgbClr val="F7B518"/>
                </a:gs>
              </a:gsLst>
              <a:lin ang="0" scaled="1"/>
            </a:gra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3D5B9316-0DF4-69FB-D325-4CF77E8E724F}"/>
                </a:ext>
              </a:extLst>
            </p:cNvPr>
            <p:cNvSpPr/>
            <p:nvPr/>
          </p:nvSpPr>
          <p:spPr>
            <a:xfrm>
              <a:off x="8300084" y="3500879"/>
              <a:ext cx="3891915" cy="3366084"/>
            </a:xfrm>
            <a:custGeom>
              <a:avLst/>
              <a:gdLst>
                <a:gd name="connsiteX0" fmla="*/ 3891915 w 3891915"/>
                <a:gd name="connsiteY0" fmla="*/ 3361690 h 3361690"/>
                <a:gd name="connsiteX1" fmla="*/ 3306763 w 3891915"/>
                <a:gd name="connsiteY1" fmla="*/ 3361690 h 3361690"/>
                <a:gd name="connsiteX2" fmla="*/ 0 w 3891915"/>
                <a:gd name="connsiteY2" fmla="*/ 0 h 3361690"/>
                <a:gd name="connsiteX3" fmla="*/ 3891915 w 3891915"/>
                <a:gd name="connsiteY3" fmla="*/ 2713990 h 3361690"/>
                <a:gd name="connsiteX4" fmla="*/ 3891915 w 3891915"/>
                <a:gd name="connsiteY4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91915" h="3361690">
                  <a:moveTo>
                    <a:pt x="3891915" y="3361690"/>
                  </a:moveTo>
                  <a:lnTo>
                    <a:pt x="3306763" y="3361690"/>
                  </a:lnTo>
                  <a:lnTo>
                    <a:pt x="0" y="0"/>
                  </a:lnTo>
                  <a:lnTo>
                    <a:pt x="3891915" y="2713990"/>
                  </a:lnTo>
                  <a:lnTo>
                    <a:pt x="3891915" y="3361690"/>
                  </a:lnTo>
                  <a:close/>
                </a:path>
              </a:pathLst>
            </a:custGeom>
            <a:solidFill>
              <a:srgbClr val="FF9A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5A6F4524-DC2F-D2DA-42FC-B69628B2B6A7}"/>
                </a:ext>
              </a:extLst>
            </p:cNvPr>
            <p:cNvSpPr/>
            <p:nvPr/>
          </p:nvSpPr>
          <p:spPr>
            <a:xfrm>
              <a:off x="8300084" y="3500879"/>
              <a:ext cx="3306762" cy="3366084"/>
            </a:xfrm>
            <a:custGeom>
              <a:avLst/>
              <a:gdLst>
                <a:gd name="connsiteX0" fmla="*/ 3306763 w 3306762"/>
                <a:gd name="connsiteY0" fmla="*/ 3361690 h 3361690"/>
                <a:gd name="connsiteX1" fmla="*/ 3012440 w 3306762"/>
                <a:gd name="connsiteY1" fmla="*/ 3361690 h 3361690"/>
                <a:gd name="connsiteX2" fmla="*/ 0 w 3306762"/>
                <a:gd name="connsiteY2" fmla="*/ 0 h 3361690"/>
                <a:gd name="connsiteX3" fmla="*/ 3306763 w 3306762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06762" h="3361690">
                  <a:moveTo>
                    <a:pt x="3306763" y="3361690"/>
                  </a:moveTo>
                  <a:lnTo>
                    <a:pt x="3012440" y="3361690"/>
                  </a:lnTo>
                  <a:lnTo>
                    <a:pt x="0" y="0"/>
                  </a:lnTo>
                  <a:lnTo>
                    <a:pt x="3306763" y="3361690"/>
                  </a:lnTo>
                  <a:close/>
                </a:path>
              </a:pathLst>
            </a:custGeom>
            <a:solidFill>
              <a:srgbClr val="FF80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46ECD80A-8878-8A47-9974-A1201EFB19E0}"/>
                </a:ext>
              </a:extLst>
            </p:cNvPr>
            <p:cNvSpPr/>
            <p:nvPr/>
          </p:nvSpPr>
          <p:spPr>
            <a:xfrm>
              <a:off x="7310119" y="1"/>
              <a:ext cx="989965" cy="3500878"/>
            </a:xfrm>
            <a:custGeom>
              <a:avLst/>
              <a:gdLst>
                <a:gd name="connsiteX0" fmla="*/ 0 w 989965"/>
                <a:gd name="connsiteY0" fmla="*/ 0 h 3496309"/>
                <a:gd name="connsiteX1" fmla="*/ 989965 w 989965"/>
                <a:gd name="connsiteY1" fmla="*/ 3496310 h 3496309"/>
                <a:gd name="connsiteX2" fmla="*/ 464186 w 989965"/>
                <a:gd name="connsiteY2" fmla="*/ 0 h 3496309"/>
                <a:gd name="connsiteX3" fmla="*/ 0 w 98996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9965" h="3496309">
                  <a:moveTo>
                    <a:pt x="0" y="0"/>
                  </a:moveTo>
                  <a:lnTo>
                    <a:pt x="989965" y="3496310"/>
                  </a:lnTo>
                  <a:lnTo>
                    <a:pt x="4641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85" name="Graphic 613">
              <a:extLst>
                <a:ext uri="{FF2B5EF4-FFF2-40B4-BE49-F238E27FC236}">
                  <a16:creationId xmlns:a16="http://schemas.microsoft.com/office/drawing/2014/main" id="{CE970705-D0E7-65BC-D39F-A78D9DC9116C}"/>
                </a:ext>
              </a:extLst>
            </p:cNvPr>
            <p:cNvGrpSpPr/>
            <p:nvPr/>
          </p:nvGrpSpPr>
          <p:grpSpPr>
            <a:xfrm>
              <a:off x="6473825" y="1"/>
              <a:ext cx="1826259" cy="3500878"/>
              <a:chOff x="6473825" y="0"/>
              <a:chExt cx="1826259" cy="3496309"/>
            </a:xfrm>
          </p:grpSpPr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C73275D2-94DA-27F0-132D-1955F644AF6B}"/>
                  </a:ext>
                </a:extLst>
              </p:cNvPr>
              <p:cNvSpPr/>
              <p:nvPr/>
            </p:nvSpPr>
            <p:spPr>
              <a:xfrm>
                <a:off x="6473825" y="0"/>
                <a:ext cx="1826259" cy="3496309"/>
              </a:xfrm>
              <a:custGeom>
                <a:avLst/>
                <a:gdLst>
                  <a:gd name="connsiteX0" fmla="*/ 0 w 1826259"/>
                  <a:gd name="connsiteY0" fmla="*/ 0 h 3496309"/>
                  <a:gd name="connsiteX1" fmla="*/ 1826260 w 1826259"/>
                  <a:gd name="connsiteY1" fmla="*/ 3496310 h 3496309"/>
                  <a:gd name="connsiteX2" fmla="*/ 180340 w 1826259"/>
                  <a:gd name="connsiteY2" fmla="*/ 0 h 3496309"/>
                  <a:gd name="connsiteX3" fmla="*/ 0 w 1826259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6259" h="3496309">
                    <a:moveTo>
                      <a:pt x="0" y="0"/>
                    </a:moveTo>
                    <a:lnTo>
                      <a:pt x="1826260" y="3496310"/>
                    </a:lnTo>
                    <a:lnTo>
                      <a:pt x="18034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9C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D061583A-C4DD-60C8-4D91-9020DE515F53}"/>
                  </a:ext>
                </a:extLst>
              </p:cNvPr>
              <p:cNvSpPr/>
              <p:nvPr/>
            </p:nvSpPr>
            <p:spPr>
              <a:xfrm>
                <a:off x="6473825" y="0"/>
                <a:ext cx="1826259" cy="3496309"/>
              </a:xfrm>
              <a:custGeom>
                <a:avLst/>
                <a:gdLst>
                  <a:gd name="connsiteX0" fmla="*/ 0 w 1826259"/>
                  <a:gd name="connsiteY0" fmla="*/ 0 h 3496309"/>
                  <a:gd name="connsiteX1" fmla="*/ 1826260 w 1826259"/>
                  <a:gd name="connsiteY1" fmla="*/ 3496310 h 3496309"/>
                  <a:gd name="connsiteX2" fmla="*/ 180340 w 1826259"/>
                  <a:gd name="connsiteY2" fmla="*/ 0 h 3496309"/>
                  <a:gd name="connsiteX3" fmla="*/ 0 w 1826259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6259" h="3496309">
                    <a:moveTo>
                      <a:pt x="0" y="0"/>
                    </a:moveTo>
                    <a:lnTo>
                      <a:pt x="1826260" y="3496310"/>
                    </a:lnTo>
                    <a:lnTo>
                      <a:pt x="18034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1B221">
                  <a:alpha val="60000"/>
                </a:srgbClr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6" name="Graphic 613">
              <a:extLst>
                <a:ext uri="{FF2B5EF4-FFF2-40B4-BE49-F238E27FC236}">
                  <a16:creationId xmlns:a16="http://schemas.microsoft.com/office/drawing/2014/main" id="{4BA4F619-A8B9-DB6C-BCD4-B3D5E5D9DF2F}"/>
                </a:ext>
              </a:extLst>
            </p:cNvPr>
            <p:cNvGrpSpPr/>
            <p:nvPr/>
          </p:nvGrpSpPr>
          <p:grpSpPr>
            <a:xfrm>
              <a:off x="6654165" y="1"/>
              <a:ext cx="1645919" cy="3500878"/>
              <a:chOff x="6654165" y="0"/>
              <a:chExt cx="1645919" cy="3496309"/>
            </a:xfrm>
          </p:grpSpPr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35D8D8A5-DB5E-054E-CC8B-ACF16B4A709D}"/>
                  </a:ext>
                </a:extLst>
              </p:cNvPr>
              <p:cNvSpPr/>
              <p:nvPr/>
            </p:nvSpPr>
            <p:spPr>
              <a:xfrm>
                <a:off x="6654165" y="0"/>
                <a:ext cx="1645919" cy="3496309"/>
              </a:xfrm>
              <a:custGeom>
                <a:avLst/>
                <a:gdLst>
                  <a:gd name="connsiteX0" fmla="*/ 655955 w 1645919"/>
                  <a:gd name="connsiteY0" fmla="*/ 0 h 3496309"/>
                  <a:gd name="connsiteX1" fmla="*/ 1645920 w 1645919"/>
                  <a:gd name="connsiteY1" fmla="*/ 3496310 h 3496309"/>
                  <a:gd name="connsiteX2" fmla="*/ 0 w 1645919"/>
                  <a:gd name="connsiteY2" fmla="*/ 0 h 3496309"/>
                  <a:gd name="connsiteX3" fmla="*/ 655955 w 1645919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45919" h="3496309">
                    <a:moveTo>
                      <a:pt x="655955" y="0"/>
                    </a:moveTo>
                    <a:lnTo>
                      <a:pt x="1645920" y="3496310"/>
                    </a:lnTo>
                    <a:lnTo>
                      <a:pt x="0" y="0"/>
                    </a:lnTo>
                    <a:lnTo>
                      <a:pt x="655955" y="0"/>
                    </a:lnTo>
                    <a:close/>
                  </a:path>
                </a:pathLst>
              </a:custGeom>
              <a:solidFill>
                <a:srgbClr val="80D226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BAD2941-3978-A407-974E-E7875FF4B7DF}"/>
                  </a:ext>
                </a:extLst>
              </p:cNvPr>
              <p:cNvSpPr/>
              <p:nvPr/>
            </p:nvSpPr>
            <p:spPr>
              <a:xfrm>
                <a:off x="6654165" y="0"/>
                <a:ext cx="1645919" cy="3496309"/>
              </a:xfrm>
              <a:custGeom>
                <a:avLst/>
                <a:gdLst>
                  <a:gd name="connsiteX0" fmla="*/ 655955 w 1645919"/>
                  <a:gd name="connsiteY0" fmla="*/ 0 h 3496309"/>
                  <a:gd name="connsiteX1" fmla="*/ 1645920 w 1645919"/>
                  <a:gd name="connsiteY1" fmla="*/ 3496310 h 3496309"/>
                  <a:gd name="connsiteX2" fmla="*/ 0 w 1645919"/>
                  <a:gd name="connsiteY2" fmla="*/ 0 h 3496309"/>
                  <a:gd name="connsiteX3" fmla="*/ 655955 w 1645919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45919" h="3496309">
                    <a:moveTo>
                      <a:pt x="655955" y="0"/>
                    </a:moveTo>
                    <a:lnTo>
                      <a:pt x="1645920" y="3496310"/>
                    </a:lnTo>
                    <a:lnTo>
                      <a:pt x="0" y="0"/>
                    </a:lnTo>
                    <a:lnTo>
                      <a:pt x="655955" y="0"/>
                    </a:lnTo>
                    <a:close/>
                  </a:path>
                </a:pathLst>
              </a:custGeom>
              <a:gradFill>
                <a:gsLst>
                  <a:gs pos="10000">
                    <a:srgbClr val="C6EB00"/>
                  </a:gs>
                  <a:gs pos="41000">
                    <a:srgbClr val="C6EB00"/>
                  </a:gs>
                  <a:gs pos="67000">
                    <a:srgbClr val="00A700">
                      <a:alpha val="49804"/>
                    </a:srgbClr>
                  </a:gs>
                  <a:gs pos="83000">
                    <a:schemeClr val="accent6"/>
                  </a:gs>
                </a:gsLst>
                <a:lin ang="2046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7" name="Graphic 613">
              <a:extLst>
                <a:ext uri="{FF2B5EF4-FFF2-40B4-BE49-F238E27FC236}">
                  <a16:creationId xmlns:a16="http://schemas.microsoft.com/office/drawing/2014/main" id="{9585ED92-DBC1-19F9-04AA-E444C1EB9577}"/>
                </a:ext>
              </a:extLst>
            </p:cNvPr>
            <p:cNvGrpSpPr/>
            <p:nvPr/>
          </p:nvGrpSpPr>
          <p:grpSpPr>
            <a:xfrm>
              <a:off x="7774305" y="1"/>
              <a:ext cx="960437" cy="3500878"/>
              <a:chOff x="7774305" y="0"/>
              <a:chExt cx="960437" cy="3496309"/>
            </a:xfrm>
          </p:grpSpPr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D4EEC7D5-8C6D-48EE-F417-22296D0030BD}"/>
                  </a:ext>
                </a:extLst>
              </p:cNvPr>
              <p:cNvSpPr/>
              <p:nvPr/>
            </p:nvSpPr>
            <p:spPr>
              <a:xfrm>
                <a:off x="7774305" y="0"/>
                <a:ext cx="960437" cy="3496309"/>
              </a:xfrm>
              <a:custGeom>
                <a:avLst/>
                <a:gdLst>
                  <a:gd name="connsiteX0" fmla="*/ 960438 w 960437"/>
                  <a:gd name="connsiteY0" fmla="*/ 0 h 3496309"/>
                  <a:gd name="connsiteX1" fmla="*/ 525780 w 960437"/>
                  <a:gd name="connsiteY1" fmla="*/ 3496310 h 3496309"/>
                  <a:gd name="connsiteX2" fmla="*/ 0 w 960437"/>
                  <a:gd name="connsiteY2" fmla="*/ 0 h 3496309"/>
                  <a:gd name="connsiteX3" fmla="*/ 960438 w 960437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0437" h="3496309">
                    <a:moveTo>
                      <a:pt x="960438" y="0"/>
                    </a:moveTo>
                    <a:lnTo>
                      <a:pt x="525780" y="3496310"/>
                    </a:lnTo>
                    <a:lnTo>
                      <a:pt x="0" y="0"/>
                    </a:lnTo>
                    <a:lnTo>
                      <a:pt x="960438" y="0"/>
                    </a:lnTo>
                    <a:close/>
                  </a:path>
                </a:pathLst>
              </a:custGeom>
              <a:solidFill>
                <a:srgbClr val="69C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5F29394D-4A89-FE0C-33E1-AACCD115876B}"/>
                  </a:ext>
                </a:extLst>
              </p:cNvPr>
              <p:cNvSpPr/>
              <p:nvPr/>
            </p:nvSpPr>
            <p:spPr>
              <a:xfrm>
                <a:off x="7774305" y="0"/>
                <a:ext cx="960437" cy="3496309"/>
              </a:xfrm>
              <a:custGeom>
                <a:avLst/>
                <a:gdLst>
                  <a:gd name="connsiteX0" fmla="*/ 960438 w 960437"/>
                  <a:gd name="connsiteY0" fmla="*/ 0 h 3496309"/>
                  <a:gd name="connsiteX1" fmla="*/ 525780 w 960437"/>
                  <a:gd name="connsiteY1" fmla="*/ 3496310 h 3496309"/>
                  <a:gd name="connsiteX2" fmla="*/ 0 w 960437"/>
                  <a:gd name="connsiteY2" fmla="*/ 0 h 3496309"/>
                  <a:gd name="connsiteX3" fmla="*/ 960438 w 960437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0437" h="3496309">
                    <a:moveTo>
                      <a:pt x="960438" y="0"/>
                    </a:moveTo>
                    <a:lnTo>
                      <a:pt x="525780" y="3496310"/>
                    </a:lnTo>
                    <a:lnTo>
                      <a:pt x="0" y="0"/>
                    </a:lnTo>
                    <a:lnTo>
                      <a:pt x="960438" y="0"/>
                    </a:lnTo>
                    <a:close/>
                  </a:path>
                </a:pathLst>
              </a:custGeom>
              <a:gradFill>
                <a:gsLst>
                  <a:gs pos="22000">
                    <a:srgbClr val="C6EB00">
                      <a:alpha val="89804"/>
                    </a:srgbClr>
                  </a:gs>
                  <a:gs pos="35000">
                    <a:srgbClr val="C6EB00">
                      <a:alpha val="69804"/>
                    </a:srgbClr>
                  </a:gs>
                  <a:gs pos="60000">
                    <a:srgbClr val="C6EB00">
                      <a:alpha val="29804"/>
                    </a:srgbClr>
                  </a:gs>
                  <a:gs pos="90000">
                    <a:srgbClr val="C6EB00">
                      <a:alpha val="0"/>
                    </a:srgbClr>
                  </a:gs>
                </a:gsLst>
                <a:lin ang="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AAADA933-A7CB-5471-4826-CDF963AF8A73}"/>
                </a:ext>
              </a:extLst>
            </p:cNvPr>
            <p:cNvSpPr/>
            <p:nvPr/>
          </p:nvSpPr>
          <p:spPr>
            <a:xfrm>
              <a:off x="8300084" y="1"/>
              <a:ext cx="2220595" cy="3500878"/>
            </a:xfrm>
            <a:custGeom>
              <a:avLst/>
              <a:gdLst>
                <a:gd name="connsiteX0" fmla="*/ 2220596 w 2220595"/>
                <a:gd name="connsiteY0" fmla="*/ 0 h 3496309"/>
                <a:gd name="connsiteX1" fmla="*/ 0 w 2220595"/>
                <a:gd name="connsiteY1" fmla="*/ 3496310 h 3496309"/>
                <a:gd name="connsiteX2" fmla="*/ 1883093 w 2220595"/>
                <a:gd name="connsiteY2" fmla="*/ 0 h 3496309"/>
                <a:gd name="connsiteX3" fmla="*/ 2220596 w 222059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0595" h="3496309">
                  <a:moveTo>
                    <a:pt x="2220596" y="0"/>
                  </a:moveTo>
                  <a:lnTo>
                    <a:pt x="0" y="3496310"/>
                  </a:lnTo>
                  <a:lnTo>
                    <a:pt x="1883093" y="0"/>
                  </a:lnTo>
                  <a:lnTo>
                    <a:pt x="2220596" y="0"/>
                  </a:lnTo>
                  <a:close/>
                </a:path>
              </a:pathLst>
            </a:custGeom>
            <a:solidFill>
              <a:srgbClr val="3ECAFB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B4D848F1-CAD5-0DD3-8B0A-4C291C173D8B}"/>
                </a:ext>
              </a:extLst>
            </p:cNvPr>
            <p:cNvSpPr/>
            <p:nvPr/>
          </p:nvSpPr>
          <p:spPr>
            <a:xfrm>
              <a:off x="8300084" y="1"/>
              <a:ext cx="1398587" cy="3500878"/>
            </a:xfrm>
            <a:custGeom>
              <a:avLst/>
              <a:gdLst>
                <a:gd name="connsiteX0" fmla="*/ 1046163 w 1398587"/>
                <a:gd name="connsiteY0" fmla="*/ 0 h 3496309"/>
                <a:gd name="connsiteX1" fmla="*/ 0 w 1398587"/>
                <a:gd name="connsiteY1" fmla="*/ 3496310 h 3496309"/>
                <a:gd name="connsiteX2" fmla="*/ 1398588 w 1398587"/>
                <a:gd name="connsiteY2" fmla="*/ 0 h 3496309"/>
                <a:gd name="connsiteX3" fmla="*/ 1046163 w 1398587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8587" h="3496309">
                  <a:moveTo>
                    <a:pt x="1046163" y="0"/>
                  </a:moveTo>
                  <a:lnTo>
                    <a:pt x="0" y="3496310"/>
                  </a:lnTo>
                  <a:lnTo>
                    <a:pt x="1398588" y="0"/>
                  </a:lnTo>
                  <a:lnTo>
                    <a:pt x="1046163" y="0"/>
                  </a:lnTo>
                  <a:close/>
                </a:path>
              </a:pathLst>
            </a:custGeom>
            <a:solidFill>
              <a:srgbClr val="3ECAFB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B7A43FF0-B0BF-1207-CEBC-B0F36C38C123}"/>
                </a:ext>
              </a:extLst>
            </p:cNvPr>
            <p:cNvSpPr/>
            <p:nvPr/>
          </p:nvSpPr>
          <p:spPr>
            <a:xfrm>
              <a:off x="8300084" y="1"/>
              <a:ext cx="1046162" cy="3500878"/>
            </a:xfrm>
            <a:custGeom>
              <a:avLst/>
              <a:gdLst>
                <a:gd name="connsiteX0" fmla="*/ 434658 w 1046162"/>
                <a:gd name="connsiteY0" fmla="*/ 0 h 3496309"/>
                <a:gd name="connsiteX1" fmla="*/ 0 w 1046162"/>
                <a:gd name="connsiteY1" fmla="*/ 3496310 h 3496309"/>
                <a:gd name="connsiteX2" fmla="*/ 1046163 w 1046162"/>
                <a:gd name="connsiteY2" fmla="*/ 0 h 3496309"/>
                <a:gd name="connsiteX3" fmla="*/ 434658 w 104616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6162" h="3496309">
                  <a:moveTo>
                    <a:pt x="434658" y="0"/>
                  </a:moveTo>
                  <a:lnTo>
                    <a:pt x="0" y="3496310"/>
                  </a:lnTo>
                  <a:lnTo>
                    <a:pt x="1046163" y="0"/>
                  </a:lnTo>
                  <a:lnTo>
                    <a:pt x="434658" y="0"/>
                  </a:lnTo>
                  <a:close/>
                </a:path>
              </a:pathLst>
            </a:custGeom>
            <a:solidFill>
              <a:srgbClr val="3ECAFB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F96C9071-F0F7-BF68-0760-B1E4D827B5B9}"/>
                </a:ext>
              </a:extLst>
            </p:cNvPr>
            <p:cNvSpPr/>
            <p:nvPr/>
          </p:nvSpPr>
          <p:spPr>
            <a:xfrm>
              <a:off x="8300084" y="1"/>
              <a:ext cx="1046162" cy="3500878"/>
            </a:xfrm>
            <a:custGeom>
              <a:avLst/>
              <a:gdLst>
                <a:gd name="connsiteX0" fmla="*/ 434658 w 1046162"/>
                <a:gd name="connsiteY0" fmla="*/ 0 h 3496309"/>
                <a:gd name="connsiteX1" fmla="*/ 0 w 1046162"/>
                <a:gd name="connsiteY1" fmla="*/ 3496310 h 3496309"/>
                <a:gd name="connsiteX2" fmla="*/ 1046163 w 1046162"/>
                <a:gd name="connsiteY2" fmla="*/ 0 h 3496309"/>
                <a:gd name="connsiteX3" fmla="*/ 434658 w 104616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6162" h="3496309">
                  <a:moveTo>
                    <a:pt x="434658" y="0"/>
                  </a:moveTo>
                  <a:lnTo>
                    <a:pt x="0" y="3496310"/>
                  </a:lnTo>
                  <a:lnTo>
                    <a:pt x="1046163" y="0"/>
                  </a:lnTo>
                  <a:lnTo>
                    <a:pt x="434658" y="0"/>
                  </a:lnTo>
                  <a:close/>
                </a:path>
              </a:pathLst>
            </a:custGeom>
            <a:gradFill>
              <a:gsLst>
                <a:gs pos="36000">
                  <a:srgbClr val="C6EB00"/>
                </a:gs>
                <a:gs pos="43000">
                  <a:srgbClr val="9EE545">
                    <a:alpha val="69804"/>
                  </a:srgbClr>
                </a:gs>
                <a:gs pos="100000">
                  <a:schemeClr val="accent1"/>
                </a:gs>
                <a:gs pos="53000">
                  <a:srgbClr val="4EDAD3">
                    <a:alpha val="0"/>
                  </a:srgbClr>
                </a:gs>
              </a:gsLst>
              <a:lin ang="780000" scaled="0"/>
            </a:gra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08F78B0F-D404-F4B2-F333-0A29A402C6F8}"/>
                </a:ext>
              </a:extLst>
            </p:cNvPr>
            <p:cNvSpPr/>
            <p:nvPr/>
          </p:nvSpPr>
          <p:spPr>
            <a:xfrm>
              <a:off x="8300084" y="1"/>
              <a:ext cx="1883092" cy="3500878"/>
            </a:xfrm>
            <a:custGeom>
              <a:avLst/>
              <a:gdLst>
                <a:gd name="connsiteX0" fmla="*/ 1398588 w 1883092"/>
                <a:gd name="connsiteY0" fmla="*/ 0 h 3496309"/>
                <a:gd name="connsiteX1" fmla="*/ 0 w 1883092"/>
                <a:gd name="connsiteY1" fmla="*/ 3496310 h 3496309"/>
                <a:gd name="connsiteX2" fmla="*/ 1883093 w 1883092"/>
                <a:gd name="connsiteY2" fmla="*/ 0 h 3496309"/>
                <a:gd name="connsiteX3" fmla="*/ 1398588 w 188309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3092" h="3496309">
                  <a:moveTo>
                    <a:pt x="1398588" y="0"/>
                  </a:moveTo>
                  <a:lnTo>
                    <a:pt x="0" y="3496310"/>
                  </a:lnTo>
                  <a:lnTo>
                    <a:pt x="1883093" y="0"/>
                  </a:lnTo>
                  <a:lnTo>
                    <a:pt x="1398588" y="0"/>
                  </a:lnTo>
                  <a:close/>
                </a:path>
              </a:pathLst>
            </a:custGeom>
            <a:solidFill>
              <a:srgbClr val="0EAFE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C2E13307-B623-C467-FD4D-9B8942ECD934}"/>
                </a:ext>
              </a:extLst>
            </p:cNvPr>
            <p:cNvSpPr/>
            <p:nvPr/>
          </p:nvSpPr>
          <p:spPr>
            <a:xfrm>
              <a:off x="8300084" y="1"/>
              <a:ext cx="1883092" cy="3500878"/>
            </a:xfrm>
            <a:custGeom>
              <a:avLst/>
              <a:gdLst>
                <a:gd name="connsiteX0" fmla="*/ 1398588 w 1883092"/>
                <a:gd name="connsiteY0" fmla="*/ 0 h 3496309"/>
                <a:gd name="connsiteX1" fmla="*/ 0 w 1883092"/>
                <a:gd name="connsiteY1" fmla="*/ 3496310 h 3496309"/>
                <a:gd name="connsiteX2" fmla="*/ 1883093 w 1883092"/>
                <a:gd name="connsiteY2" fmla="*/ 0 h 3496309"/>
                <a:gd name="connsiteX3" fmla="*/ 1398588 w 188309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3092" h="3496309">
                  <a:moveTo>
                    <a:pt x="1398588" y="0"/>
                  </a:moveTo>
                  <a:lnTo>
                    <a:pt x="0" y="3496310"/>
                  </a:lnTo>
                  <a:lnTo>
                    <a:pt x="1883093" y="0"/>
                  </a:lnTo>
                  <a:lnTo>
                    <a:pt x="1398588" y="0"/>
                  </a:lnTo>
                  <a:close/>
                </a:path>
              </a:pathLst>
            </a:custGeom>
            <a:solidFill>
              <a:srgbClr val="1F7AE3">
                <a:alpha val="60000"/>
              </a:srgbClr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3ED1ACAF-FAA8-C2E5-49AE-A8B8E4C6F103}"/>
                </a:ext>
              </a:extLst>
            </p:cNvPr>
            <p:cNvSpPr/>
            <p:nvPr/>
          </p:nvSpPr>
          <p:spPr>
            <a:xfrm>
              <a:off x="8300084" y="1"/>
              <a:ext cx="1883092" cy="3500878"/>
            </a:xfrm>
            <a:custGeom>
              <a:avLst/>
              <a:gdLst>
                <a:gd name="connsiteX0" fmla="*/ 1398588 w 1883092"/>
                <a:gd name="connsiteY0" fmla="*/ 0 h 3496309"/>
                <a:gd name="connsiteX1" fmla="*/ 0 w 1883092"/>
                <a:gd name="connsiteY1" fmla="*/ 3496310 h 3496309"/>
                <a:gd name="connsiteX2" fmla="*/ 1883093 w 1883092"/>
                <a:gd name="connsiteY2" fmla="*/ 0 h 3496309"/>
                <a:gd name="connsiteX3" fmla="*/ 1398588 w 188309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3092" h="3496309">
                  <a:moveTo>
                    <a:pt x="1398588" y="0"/>
                  </a:moveTo>
                  <a:lnTo>
                    <a:pt x="0" y="3496310"/>
                  </a:lnTo>
                  <a:lnTo>
                    <a:pt x="1883093" y="0"/>
                  </a:lnTo>
                  <a:lnTo>
                    <a:pt x="1398588" y="0"/>
                  </a:lnTo>
                  <a:close/>
                </a:path>
              </a:pathLst>
            </a:custGeom>
            <a:no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60F0B80D-F0E8-B30E-46FF-C39179F09361}"/>
                </a:ext>
              </a:extLst>
            </p:cNvPr>
            <p:cNvSpPr/>
            <p:nvPr/>
          </p:nvSpPr>
          <p:spPr>
            <a:xfrm>
              <a:off x="8300084" y="1"/>
              <a:ext cx="3284855" cy="3500878"/>
            </a:xfrm>
            <a:custGeom>
              <a:avLst/>
              <a:gdLst>
                <a:gd name="connsiteX0" fmla="*/ 3284855 w 3284855"/>
                <a:gd name="connsiteY0" fmla="*/ 0 h 3496309"/>
                <a:gd name="connsiteX1" fmla="*/ 0 w 3284855"/>
                <a:gd name="connsiteY1" fmla="*/ 3496310 h 3496309"/>
                <a:gd name="connsiteX2" fmla="*/ 2220596 w 3284855"/>
                <a:gd name="connsiteY2" fmla="*/ 0 h 3496309"/>
                <a:gd name="connsiteX3" fmla="*/ 3284855 w 328485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4855" h="3496309">
                  <a:moveTo>
                    <a:pt x="3284855" y="0"/>
                  </a:moveTo>
                  <a:lnTo>
                    <a:pt x="0" y="3496310"/>
                  </a:lnTo>
                  <a:lnTo>
                    <a:pt x="2220596" y="0"/>
                  </a:lnTo>
                  <a:lnTo>
                    <a:pt x="3284855" y="0"/>
                  </a:lnTo>
                  <a:close/>
                </a:path>
              </a:pathLst>
            </a:custGeom>
            <a:solidFill>
              <a:srgbClr val="0EAFE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352D49FC-DA0F-9DA8-A2B4-AF2D1A83A772}"/>
                </a:ext>
              </a:extLst>
            </p:cNvPr>
            <p:cNvSpPr/>
            <p:nvPr/>
          </p:nvSpPr>
          <p:spPr>
            <a:xfrm>
              <a:off x="8300084" y="1"/>
              <a:ext cx="3284855" cy="3500878"/>
            </a:xfrm>
            <a:custGeom>
              <a:avLst/>
              <a:gdLst>
                <a:gd name="connsiteX0" fmla="*/ 3284855 w 3284855"/>
                <a:gd name="connsiteY0" fmla="*/ 0 h 3496309"/>
                <a:gd name="connsiteX1" fmla="*/ 0 w 3284855"/>
                <a:gd name="connsiteY1" fmla="*/ 3496310 h 3496309"/>
                <a:gd name="connsiteX2" fmla="*/ 2220596 w 3284855"/>
                <a:gd name="connsiteY2" fmla="*/ 0 h 3496309"/>
                <a:gd name="connsiteX3" fmla="*/ 3284855 w 328485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4855" h="3496309">
                  <a:moveTo>
                    <a:pt x="3284855" y="0"/>
                  </a:moveTo>
                  <a:lnTo>
                    <a:pt x="0" y="3496310"/>
                  </a:lnTo>
                  <a:lnTo>
                    <a:pt x="2220596" y="0"/>
                  </a:lnTo>
                  <a:lnTo>
                    <a:pt x="3284855" y="0"/>
                  </a:lnTo>
                  <a:close/>
                </a:path>
              </a:pathLst>
            </a:custGeom>
            <a:solidFill>
              <a:srgbClr val="3ECAFB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B794C530-2DE3-A9D5-0E55-EB9940ADEB99}"/>
                </a:ext>
              </a:extLst>
            </p:cNvPr>
            <p:cNvSpPr/>
            <p:nvPr/>
          </p:nvSpPr>
          <p:spPr>
            <a:xfrm>
              <a:off x="8300084" y="1"/>
              <a:ext cx="3284855" cy="3500878"/>
            </a:xfrm>
            <a:custGeom>
              <a:avLst/>
              <a:gdLst>
                <a:gd name="connsiteX0" fmla="*/ 3284855 w 3284855"/>
                <a:gd name="connsiteY0" fmla="*/ 0 h 3496309"/>
                <a:gd name="connsiteX1" fmla="*/ 0 w 3284855"/>
                <a:gd name="connsiteY1" fmla="*/ 3496310 h 3496309"/>
                <a:gd name="connsiteX2" fmla="*/ 2220596 w 3284855"/>
                <a:gd name="connsiteY2" fmla="*/ 0 h 3496309"/>
                <a:gd name="connsiteX3" fmla="*/ 3284855 w 328485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4855" h="3496309">
                  <a:moveTo>
                    <a:pt x="3284855" y="0"/>
                  </a:moveTo>
                  <a:lnTo>
                    <a:pt x="0" y="3496310"/>
                  </a:lnTo>
                  <a:lnTo>
                    <a:pt x="2220596" y="0"/>
                  </a:lnTo>
                  <a:lnTo>
                    <a:pt x="3284855" y="0"/>
                  </a:lnTo>
                  <a:close/>
                </a:path>
              </a:pathLst>
            </a:custGeom>
            <a:gradFill>
              <a:gsLst>
                <a:gs pos="0">
                  <a:srgbClr val="3ECAFB">
                    <a:alpha val="0"/>
                  </a:srgbClr>
                </a:gs>
                <a:gs pos="40000">
                  <a:srgbClr val="3CC7FA">
                    <a:alpha val="52000"/>
                  </a:srgbClr>
                </a:gs>
                <a:gs pos="54000">
                  <a:srgbClr val="0068DF"/>
                </a:gs>
              </a:gsLst>
              <a:lin ang="2400000" scaled="0"/>
            </a:gra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C0EB4D49-3517-277E-DB54-A4947144B8C0}"/>
                </a:ext>
              </a:extLst>
            </p:cNvPr>
            <p:cNvSpPr/>
            <p:nvPr/>
          </p:nvSpPr>
          <p:spPr>
            <a:xfrm>
              <a:off x="8300084" y="1"/>
              <a:ext cx="3284855" cy="3500878"/>
            </a:xfrm>
            <a:custGeom>
              <a:avLst/>
              <a:gdLst>
                <a:gd name="connsiteX0" fmla="*/ 3284855 w 3284855"/>
                <a:gd name="connsiteY0" fmla="*/ 0 h 3496309"/>
                <a:gd name="connsiteX1" fmla="*/ 0 w 3284855"/>
                <a:gd name="connsiteY1" fmla="*/ 3496310 h 3496309"/>
                <a:gd name="connsiteX2" fmla="*/ 2220596 w 3284855"/>
                <a:gd name="connsiteY2" fmla="*/ 0 h 3496309"/>
                <a:gd name="connsiteX3" fmla="*/ 3284855 w 328485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4855" h="3496309">
                  <a:moveTo>
                    <a:pt x="3284855" y="0"/>
                  </a:moveTo>
                  <a:lnTo>
                    <a:pt x="0" y="3496310"/>
                  </a:lnTo>
                  <a:lnTo>
                    <a:pt x="2220596" y="0"/>
                  </a:lnTo>
                  <a:lnTo>
                    <a:pt x="3284855" y="0"/>
                  </a:lnTo>
                  <a:close/>
                </a:path>
              </a:pathLst>
            </a:custGeom>
            <a:no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99" name="Graphic 613">
              <a:extLst>
                <a:ext uri="{FF2B5EF4-FFF2-40B4-BE49-F238E27FC236}">
                  <a16:creationId xmlns:a16="http://schemas.microsoft.com/office/drawing/2014/main" id="{77A6F164-C859-3700-8E5E-8F76FB799086}"/>
                </a:ext>
              </a:extLst>
            </p:cNvPr>
            <p:cNvGrpSpPr/>
            <p:nvPr/>
          </p:nvGrpSpPr>
          <p:grpSpPr>
            <a:xfrm>
              <a:off x="8300084" y="1"/>
              <a:ext cx="3891915" cy="3500878"/>
              <a:chOff x="8300084" y="0"/>
              <a:chExt cx="3891915" cy="3496309"/>
            </a:xfrm>
          </p:grpSpPr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6053F398-C062-108A-D474-FEBDCF412386}"/>
                  </a:ext>
                </a:extLst>
              </p:cNvPr>
              <p:cNvSpPr/>
              <p:nvPr/>
            </p:nvSpPr>
            <p:spPr>
              <a:xfrm>
                <a:off x="8300084" y="0"/>
                <a:ext cx="3891915" cy="3496309"/>
              </a:xfrm>
              <a:custGeom>
                <a:avLst/>
                <a:gdLst>
                  <a:gd name="connsiteX0" fmla="*/ 3891915 w 3891915"/>
                  <a:gd name="connsiteY0" fmla="*/ 683895 h 3496309"/>
                  <a:gd name="connsiteX1" fmla="*/ 0 w 3891915"/>
                  <a:gd name="connsiteY1" fmla="*/ 3496310 h 3496309"/>
                  <a:gd name="connsiteX2" fmla="*/ 3284855 w 3891915"/>
                  <a:gd name="connsiteY2" fmla="*/ 0 h 3496309"/>
                  <a:gd name="connsiteX3" fmla="*/ 3891915 w 3891915"/>
                  <a:gd name="connsiteY3" fmla="*/ 0 h 3496309"/>
                  <a:gd name="connsiteX4" fmla="*/ 3891915 w 3891915"/>
                  <a:gd name="connsiteY4" fmla="*/ 683895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15" h="3496309">
                    <a:moveTo>
                      <a:pt x="3891915" y="683895"/>
                    </a:moveTo>
                    <a:lnTo>
                      <a:pt x="0" y="3496310"/>
                    </a:lnTo>
                    <a:lnTo>
                      <a:pt x="3284855" y="0"/>
                    </a:lnTo>
                    <a:lnTo>
                      <a:pt x="3891915" y="0"/>
                    </a:lnTo>
                    <a:lnTo>
                      <a:pt x="3891915" y="683895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452EE8C4-4E9A-8FA7-20B2-8F725AAD1A40}"/>
                  </a:ext>
                </a:extLst>
              </p:cNvPr>
              <p:cNvSpPr/>
              <p:nvPr/>
            </p:nvSpPr>
            <p:spPr>
              <a:xfrm>
                <a:off x="8300084" y="0"/>
                <a:ext cx="3891915" cy="3496309"/>
              </a:xfrm>
              <a:custGeom>
                <a:avLst/>
                <a:gdLst>
                  <a:gd name="connsiteX0" fmla="*/ 3891915 w 3891915"/>
                  <a:gd name="connsiteY0" fmla="*/ 683895 h 3496309"/>
                  <a:gd name="connsiteX1" fmla="*/ 0 w 3891915"/>
                  <a:gd name="connsiteY1" fmla="*/ 3496310 h 3496309"/>
                  <a:gd name="connsiteX2" fmla="*/ 3284855 w 3891915"/>
                  <a:gd name="connsiteY2" fmla="*/ 0 h 3496309"/>
                  <a:gd name="connsiteX3" fmla="*/ 3891915 w 3891915"/>
                  <a:gd name="connsiteY3" fmla="*/ 0 h 3496309"/>
                  <a:gd name="connsiteX4" fmla="*/ 3891915 w 3891915"/>
                  <a:gd name="connsiteY4" fmla="*/ 683895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15" h="3496309">
                    <a:moveTo>
                      <a:pt x="3891915" y="683895"/>
                    </a:moveTo>
                    <a:lnTo>
                      <a:pt x="0" y="3496310"/>
                    </a:lnTo>
                    <a:lnTo>
                      <a:pt x="3284855" y="0"/>
                    </a:lnTo>
                    <a:lnTo>
                      <a:pt x="3891915" y="0"/>
                    </a:lnTo>
                    <a:lnTo>
                      <a:pt x="3891915" y="683895"/>
                    </a:lnTo>
                    <a:close/>
                  </a:path>
                </a:pathLst>
              </a:custGeom>
              <a:gradFill>
                <a:gsLst>
                  <a:gs pos="46000">
                    <a:srgbClr val="0068DF"/>
                  </a:gs>
                  <a:gs pos="100000">
                    <a:srgbClr val="39C7F8"/>
                  </a:gs>
                  <a:gs pos="53000">
                    <a:srgbClr val="3ECAFB">
                      <a:alpha val="89804"/>
                    </a:srgbClr>
                  </a:gs>
                </a:gsLst>
                <a:lin ang="276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00" name="Graphic 613">
              <a:extLst>
                <a:ext uri="{FF2B5EF4-FFF2-40B4-BE49-F238E27FC236}">
                  <a16:creationId xmlns:a16="http://schemas.microsoft.com/office/drawing/2014/main" id="{59810255-E664-79BA-40D2-F2C2601BE972}"/>
                </a:ext>
              </a:extLst>
            </p:cNvPr>
            <p:cNvGrpSpPr/>
            <p:nvPr/>
          </p:nvGrpSpPr>
          <p:grpSpPr>
            <a:xfrm>
              <a:off x="8300084" y="684789"/>
              <a:ext cx="3930650" cy="2816090"/>
              <a:chOff x="8300084" y="683894"/>
              <a:chExt cx="3930650" cy="2812414"/>
            </a:xfrm>
          </p:grpSpPr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6F98B61E-7906-56B9-AD16-50ED7D684C37}"/>
                  </a:ext>
                </a:extLst>
              </p:cNvPr>
              <p:cNvSpPr/>
              <p:nvPr/>
            </p:nvSpPr>
            <p:spPr>
              <a:xfrm>
                <a:off x="8300084" y="683894"/>
                <a:ext cx="3930650" cy="2812414"/>
              </a:xfrm>
              <a:custGeom>
                <a:avLst/>
                <a:gdLst>
                  <a:gd name="connsiteX0" fmla="*/ 3891915 w 3930650"/>
                  <a:gd name="connsiteY0" fmla="*/ 0 h 2812414"/>
                  <a:gd name="connsiteX1" fmla="*/ 0 w 3930650"/>
                  <a:gd name="connsiteY1" fmla="*/ 2812415 h 2812414"/>
                  <a:gd name="connsiteX2" fmla="*/ 3930650 w 3930650"/>
                  <a:gd name="connsiteY2" fmla="*/ 1133158 h 2812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30650" h="2812414">
                    <a:moveTo>
                      <a:pt x="3891915" y="0"/>
                    </a:moveTo>
                    <a:lnTo>
                      <a:pt x="0" y="2812415"/>
                    </a:lnTo>
                    <a:lnTo>
                      <a:pt x="3930650" y="1133158"/>
                    </a:lnTo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FC59ED0B-C029-A9DD-54AB-E329D6458E46}"/>
                  </a:ext>
                </a:extLst>
              </p:cNvPr>
              <p:cNvSpPr/>
              <p:nvPr/>
            </p:nvSpPr>
            <p:spPr>
              <a:xfrm>
                <a:off x="8300084" y="683894"/>
                <a:ext cx="3930650" cy="2812414"/>
              </a:xfrm>
              <a:custGeom>
                <a:avLst/>
                <a:gdLst>
                  <a:gd name="connsiteX0" fmla="*/ 3891915 w 3930650"/>
                  <a:gd name="connsiteY0" fmla="*/ 0 h 2812414"/>
                  <a:gd name="connsiteX1" fmla="*/ 0 w 3930650"/>
                  <a:gd name="connsiteY1" fmla="*/ 2812415 h 2812414"/>
                  <a:gd name="connsiteX2" fmla="*/ 3930650 w 3930650"/>
                  <a:gd name="connsiteY2" fmla="*/ 1133158 h 2812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30650" h="2812414">
                    <a:moveTo>
                      <a:pt x="3891915" y="0"/>
                    </a:moveTo>
                    <a:lnTo>
                      <a:pt x="0" y="2812415"/>
                    </a:lnTo>
                    <a:lnTo>
                      <a:pt x="3930650" y="1133158"/>
                    </a:lnTo>
                  </a:path>
                </a:pathLst>
              </a:custGeom>
              <a:gradFill>
                <a:gsLst>
                  <a:gs pos="47000">
                    <a:srgbClr val="0068DF">
                      <a:alpha val="89804"/>
                    </a:srgbClr>
                  </a:gs>
                  <a:gs pos="34000">
                    <a:srgbClr val="0068DF">
                      <a:alpha val="89804"/>
                    </a:srgbClr>
                  </a:gs>
                  <a:gs pos="58000">
                    <a:srgbClr val="0EAFE0"/>
                  </a:gs>
                </a:gsLst>
                <a:lin ang="360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01" name="Graphic 613">
              <a:extLst>
                <a:ext uri="{FF2B5EF4-FFF2-40B4-BE49-F238E27FC236}">
                  <a16:creationId xmlns:a16="http://schemas.microsoft.com/office/drawing/2014/main" id="{100605DC-4610-F7A6-DF53-D848F2BD49B8}"/>
                </a:ext>
              </a:extLst>
            </p:cNvPr>
            <p:cNvGrpSpPr/>
            <p:nvPr/>
          </p:nvGrpSpPr>
          <p:grpSpPr>
            <a:xfrm>
              <a:off x="8300084" y="1819428"/>
              <a:ext cx="3930650" cy="1681452"/>
              <a:chOff x="8300084" y="1817052"/>
              <a:chExt cx="3930650" cy="1679257"/>
            </a:xfrm>
          </p:grpSpPr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B4A838C9-16EA-4C4D-9259-B51E79ECC16B}"/>
                  </a:ext>
                </a:extLst>
              </p:cNvPr>
              <p:cNvSpPr/>
              <p:nvPr/>
            </p:nvSpPr>
            <p:spPr>
              <a:xfrm>
                <a:off x="8300084" y="1817052"/>
                <a:ext cx="3930650" cy="1679257"/>
              </a:xfrm>
              <a:custGeom>
                <a:avLst/>
                <a:gdLst>
                  <a:gd name="connsiteX0" fmla="*/ 3930650 w 3930650"/>
                  <a:gd name="connsiteY0" fmla="*/ 0 h 1679257"/>
                  <a:gd name="connsiteX1" fmla="*/ 0 w 3930650"/>
                  <a:gd name="connsiteY1" fmla="*/ 1679257 h 1679257"/>
                  <a:gd name="connsiteX2" fmla="*/ 3928746 w 3930650"/>
                  <a:gd name="connsiteY2" fmla="*/ 279400 h 1679257"/>
                  <a:gd name="connsiteX3" fmla="*/ 3930650 w 3930650"/>
                  <a:gd name="connsiteY3" fmla="*/ 0 h 1679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30650" h="1679257">
                    <a:moveTo>
                      <a:pt x="3930650" y="0"/>
                    </a:moveTo>
                    <a:lnTo>
                      <a:pt x="0" y="1679257"/>
                    </a:lnTo>
                    <a:lnTo>
                      <a:pt x="3928746" y="279400"/>
                    </a:lnTo>
                    <a:lnTo>
                      <a:pt x="3930650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8258A440-01BE-DAD4-9A28-338A876C016D}"/>
                  </a:ext>
                </a:extLst>
              </p:cNvPr>
              <p:cNvSpPr/>
              <p:nvPr/>
            </p:nvSpPr>
            <p:spPr>
              <a:xfrm>
                <a:off x="8300084" y="1817052"/>
                <a:ext cx="3930650" cy="1679257"/>
              </a:xfrm>
              <a:custGeom>
                <a:avLst/>
                <a:gdLst>
                  <a:gd name="connsiteX0" fmla="*/ 3930650 w 3930650"/>
                  <a:gd name="connsiteY0" fmla="*/ 0 h 1679257"/>
                  <a:gd name="connsiteX1" fmla="*/ 0 w 3930650"/>
                  <a:gd name="connsiteY1" fmla="*/ 1679257 h 1679257"/>
                  <a:gd name="connsiteX2" fmla="*/ 3928746 w 3930650"/>
                  <a:gd name="connsiteY2" fmla="*/ 279400 h 1679257"/>
                  <a:gd name="connsiteX3" fmla="*/ 3930650 w 3930650"/>
                  <a:gd name="connsiteY3" fmla="*/ 0 h 1679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30650" h="1679257">
                    <a:moveTo>
                      <a:pt x="3930650" y="0"/>
                    </a:moveTo>
                    <a:lnTo>
                      <a:pt x="0" y="1679257"/>
                    </a:lnTo>
                    <a:lnTo>
                      <a:pt x="3928746" y="279400"/>
                    </a:lnTo>
                    <a:lnTo>
                      <a:pt x="3930650" y="0"/>
                    </a:lnTo>
                    <a:close/>
                  </a:path>
                </a:pathLst>
              </a:custGeom>
              <a:solidFill>
                <a:srgbClr val="26BCED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785376B0-2813-EEAE-6FA7-67C3F3D53D26}"/>
                </a:ext>
              </a:extLst>
            </p:cNvPr>
            <p:cNvSpPr/>
            <p:nvPr userDrawn="1"/>
          </p:nvSpPr>
          <p:spPr>
            <a:xfrm>
              <a:off x="12200310" y="1"/>
              <a:ext cx="92408" cy="6866963"/>
            </a:xfrm>
            <a:prstGeom prst="rect">
              <a:avLst/>
            </a:prstGeom>
            <a:solidFill>
              <a:srgbClr val="E9ED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6531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XP +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591696F-04D1-9B06-1237-744CE5322B65}"/>
              </a:ext>
            </a:extLst>
          </p:cNvPr>
          <p:cNvGrpSpPr/>
          <p:nvPr userDrawn="1"/>
        </p:nvGrpSpPr>
        <p:grpSpPr>
          <a:xfrm>
            <a:off x="1329004" y="2629430"/>
            <a:ext cx="2894619" cy="979228"/>
            <a:chOff x="532238" y="532263"/>
            <a:chExt cx="1522954" cy="51520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12B66B9-7611-B714-8794-C580ADF153EF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BB59CCC-1A5B-6EE8-1831-4D7D0F91EA95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0A97240-CCE8-5488-76AC-CF0E9B035643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</p:grpSp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 userDrawn="1"/>
        </p:nvSpPr>
        <p:spPr>
          <a:xfrm>
            <a:off x="1342652" y="5761384"/>
            <a:ext cx="1509927" cy="3055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>
                <a:solidFill>
                  <a:schemeClr val="tx2">
                    <a:lumMod val="10000"/>
                    <a:lumOff val="90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430BA5F-BFE6-F50D-6334-D0BC11439464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41553C3-C302-B768-18B7-85711337DE99}"/>
              </a:ext>
            </a:extLst>
          </p:cNvPr>
          <p:cNvGrpSpPr/>
          <p:nvPr userDrawn="1"/>
        </p:nvGrpSpPr>
        <p:grpSpPr>
          <a:xfrm>
            <a:off x="3881118" y="0"/>
            <a:ext cx="8315959" cy="6857999"/>
            <a:chOff x="4609967" y="0"/>
            <a:chExt cx="8315959" cy="6857999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EA4036E-2DF9-8C64-DE1E-DAEFFDE15D0E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5878513 w 5878512"/>
                <a:gd name="connsiteY0" fmla="*/ 3493453 h 3493452"/>
                <a:gd name="connsiteX1" fmla="*/ 5857557 w 5878512"/>
                <a:gd name="connsiteY1" fmla="*/ 0 h 3493452"/>
                <a:gd name="connsiteX2" fmla="*/ 2393315 w 5878512"/>
                <a:gd name="connsiteY2" fmla="*/ 0 h 3493452"/>
                <a:gd name="connsiteX3" fmla="*/ 0 w 5878512"/>
                <a:gd name="connsiteY3" fmla="*/ 0 h 3493452"/>
                <a:gd name="connsiteX4" fmla="*/ 5878513 w 5878512"/>
                <a:gd name="connsiteY4" fmla="*/ 3493453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5878513" y="3493453"/>
                  </a:moveTo>
                  <a:lnTo>
                    <a:pt x="5857557" y="0"/>
                  </a:lnTo>
                  <a:lnTo>
                    <a:pt x="2393315" y="0"/>
                  </a:lnTo>
                  <a:lnTo>
                    <a:pt x="0" y="0"/>
                  </a:lnTo>
                  <a:lnTo>
                    <a:pt x="5878513" y="3493453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BED6A4E-F6E8-9D63-83E2-4C94049BDCB0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0 w 5878512"/>
                <a:gd name="connsiteY0" fmla="*/ 0 h 3493452"/>
                <a:gd name="connsiteX1" fmla="*/ 5878513 w 5878512"/>
                <a:gd name="connsiteY1" fmla="*/ 3493453 h 3493452"/>
                <a:gd name="connsiteX2" fmla="*/ 2393315 w 5878512"/>
                <a:gd name="connsiteY2" fmla="*/ 0 h 3493452"/>
                <a:gd name="connsiteX3" fmla="*/ 2393315 w 5878512"/>
                <a:gd name="connsiteY3" fmla="*/ 0 h 3493452"/>
                <a:gd name="connsiteX4" fmla="*/ 0 w 5878512"/>
                <a:gd name="connsiteY4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0" y="0"/>
                  </a:moveTo>
                  <a:lnTo>
                    <a:pt x="5878513" y="3493453"/>
                  </a:lnTo>
                  <a:lnTo>
                    <a:pt x="2393315" y="0"/>
                  </a:lnTo>
                  <a:lnTo>
                    <a:pt x="2393315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2521">
                  <a:schemeClr val="accent6"/>
                </a:gs>
                <a:gs pos="49000">
                  <a:schemeClr val="accent3"/>
                </a:gs>
                <a:gs pos="63000">
                  <a:srgbClr val="C6EB00"/>
                </a:gs>
                <a:gs pos="94000">
                  <a:srgbClr val="C6EB00"/>
                </a:gs>
              </a:gsLst>
              <a:lin ang="184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DEF2BA1-C922-85EE-6AB8-53B1877C16F7}"/>
                </a:ext>
              </a:extLst>
            </p:cNvPr>
            <p:cNvSpPr/>
            <p:nvPr/>
          </p:nvSpPr>
          <p:spPr>
            <a:xfrm>
              <a:off x="7003281" y="0"/>
              <a:ext cx="3485197" cy="3493452"/>
            </a:xfrm>
            <a:custGeom>
              <a:avLst/>
              <a:gdLst>
                <a:gd name="connsiteX0" fmla="*/ 0 w 3485197"/>
                <a:gd name="connsiteY0" fmla="*/ 0 h 3493452"/>
                <a:gd name="connsiteX1" fmla="*/ 3485198 w 3485197"/>
                <a:gd name="connsiteY1" fmla="*/ 3493453 h 3493452"/>
                <a:gd name="connsiteX2" fmla="*/ 287973 w 3485197"/>
                <a:gd name="connsiteY2" fmla="*/ 0 h 3493452"/>
                <a:gd name="connsiteX3" fmla="*/ 0 w 348519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85197" h="3493452">
                  <a:moveTo>
                    <a:pt x="0" y="0"/>
                  </a:moveTo>
                  <a:lnTo>
                    <a:pt x="3485198" y="3493453"/>
                  </a:lnTo>
                  <a:lnTo>
                    <a:pt x="2879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B972">
                <a:alpha val="4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89949BD-CEF8-2E38-DB65-994A515B835C}"/>
                </a:ext>
              </a:extLst>
            </p:cNvPr>
            <p:cNvSpPr/>
            <p:nvPr/>
          </p:nvSpPr>
          <p:spPr>
            <a:xfrm>
              <a:off x="7291254" y="0"/>
              <a:ext cx="3197225" cy="3493452"/>
            </a:xfrm>
            <a:custGeom>
              <a:avLst/>
              <a:gdLst>
                <a:gd name="connsiteX0" fmla="*/ 628650 w 3197225"/>
                <a:gd name="connsiteY0" fmla="*/ 0 h 3493452"/>
                <a:gd name="connsiteX1" fmla="*/ 3197225 w 3197225"/>
                <a:gd name="connsiteY1" fmla="*/ 3493453 h 3493452"/>
                <a:gd name="connsiteX2" fmla="*/ 0 w 3197225"/>
                <a:gd name="connsiteY2" fmla="*/ 0 h 3493452"/>
                <a:gd name="connsiteX3" fmla="*/ 628650 w 319722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97225" h="3493452">
                  <a:moveTo>
                    <a:pt x="628650" y="0"/>
                  </a:moveTo>
                  <a:lnTo>
                    <a:pt x="3197225" y="3493453"/>
                  </a:lnTo>
                  <a:lnTo>
                    <a:pt x="0" y="0"/>
                  </a:lnTo>
                  <a:lnTo>
                    <a:pt x="628650" y="0"/>
                  </a:lnTo>
                  <a:close/>
                </a:path>
              </a:pathLst>
            </a:custGeom>
            <a:gradFill>
              <a:gsLst>
                <a:gs pos="46000">
                  <a:schemeClr val="accent3"/>
                </a:gs>
                <a:gs pos="64000">
                  <a:srgbClr val="C6EB00"/>
                </a:gs>
              </a:gsLst>
              <a:lin ang="18810059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B866CA-4D7B-D458-D16A-CF01E01505D1}"/>
                </a:ext>
              </a:extLst>
            </p:cNvPr>
            <p:cNvSpPr/>
            <p:nvPr/>
          </p:nvSpPr>
          <p:spPr>
            <a:xfrm>
              <a:off x="7919904" y="0"/>
              <a:ext cx="2568575" cy="3493452"/>
            </a:xfrm>
            <a:custGeom>
              <a:avLst/>
              <a:gdLst>
                <a:gd name="connsiteX0" fmla="*/ 0 w 2568575"/>
                <a:gd name="connsiteY0" fmla="*/ 0 h 3493452"/>
                <a:gd name="connsiteX1" fmla="*/ 2568575 w 2568575"/>
                <a:gd name="connsiteY1" fmla="*/ 3493453 h 3493452"/>
                <a:gd name="connsiteX2" fmla="*/ 173672 w 2568575"/>
                <a:gd name="connsiteY2" fmla="*/ 0 h 3493452"/>
                <a:gd name="connsiteX3" fmla="*/ 0 w 256857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8575" h="3493452">
                  <a:moveTo>
                    <a:pt x="0" y="0"/>
                  </a:moveTo>
                  <a:lnTo>
                    <a:pt x="2568575" y="3493453"/>
                  </a:lnTo>
                  <a:lnTo>
                    <a:pt x="1736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26F84751-33C6-336B-571E-4C8E686718D7}"/>
                </a:ext>
              </a:extLst>
            </p:cNvPr>
            <p:cNvSpPr/>
            <p:nvPr/>
          </p:nvSpPr>
          <p:spPr>
            <a:xfrm>
              <a:off x="8093577" y="0"/>
              <a:ext cx="2394902" cy="3493452"/>
            </a:xfrm>
            <a:custGeom>
              <a:avLst/>
              <a:gdLst>
                <a:gd name="connsiteX0" fmla="*/ 0 w 2394902"/>
                <a:gd name="connsiteY0" fmla="*/ 0 h 3493452"/>
                <a:gd name="connsiteX1" fmla="*/ 2394903 w 2394902"/>
                <a:gd name="connsiteY1" fmla="*/ 3493453 h 3493452"/>
                <a:gd name="connsiteX2" fmla="*/ 0 w 2394902"/>
                <a:gd name="connsiteY2" fmla="*/ 0 h 3493452"/>
                <a:gd name="connsiteX3" fmla="*/ 0 w 239490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4902" h="3493452">
                  <a:moveTo>
                    <a:pt x="0" y="0"/>
                  </a:moveTo>
                  <a:lnTo>
                    <a:pt x="2394903" y="349345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9F64EEB-CDD9-9801-05F4-E3C3275F2004}"/>
                </a:ext>
              </a:extLst>
            </p:cNvPr>
            <p:cNvSpPr/>
            <p:nvPr/>
          </p:nvSpPr>
          <p:spPr>
            <a:xfrm>
              <a:off x="8267884" y="0"/>
              <a:ext cx="2220595" cy="3493452"/>
            </a:xfrm>
            <a:custGeom>
              <a:avLst/>
              <a:gdLst>
                <a:gd name="connsiteX0" fmla="*/ 0 w 2220595"/>
                <a:gd name="connsiteY0" fmla="*/ 0 h 3493452"/>
                <a:gd name="connsiteX1" fmla="*/ 2220596 w 2220595"/>
                <a:gd name="connsiteY1" fmla="*/ 3493453 h 3493452"/>
                <a:gd name="connsiteX2" fmla="*/ 187643 w 2220595"/>
                <a:gd name="connsiteY2" fmla="*/ 0 h 3493452"/>
                <a:gd name="connsiteX3" fmla="*/ 0 w 222059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0595" h="3493452">
                  <a:moveTo>
                    <a:pt x="0" y="0"/>
                  </a:moveTo>
                  <a:lnTo>
                    <a:pt x="2220596" y="3493453"/>
                  </a:lnTo>
                  <a:lnTo>
                    <a:pt x="1876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B221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8D76B76A-4FB8-E6E7-D3F1-8C150930EAD5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solidFill>
              <a:srgbClr val="80D226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33D91F8-AC7F-7131-A323-5F2FE3EEE670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gradFill>
              <a:gsLst>
                <a:gs pos="38000">
                  <a:srgbClr val="C6EB00"/>
                </a:gs>
                <a:gs pos="52000">
                  <a:schemeClr val="accent3"/>
                </a:gs>
                <a:gs pos="74000">
                  <a:srgbClr val="00A700"/>
                </a:gs>
              </a:gsLst>
              <a:lin ang="2022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776651C1-ED4D-7D63-761B-68C1C10BB8BE}"/>
                </a:ext>
              </a:extLst>
            </p:cNvPr>
            <p:cNvSpPr/>
            <p:nvPr/>
          </p:nvSpPr>
          <p:spPr>
            <a:xfrm>
              <a:off x="9119419" y="0"/>
              <a:ext cx="1369059" cy="3493452"/>
            </a:xfrm>
            <a:custGeom>
              <a:avLst/>
              <a:gdLst>
                <a:gd name="connsiteX0" fmla="*/ 0 w 1369059"/>
                <a:gd name="connsiteY0" fmla="*/ 0 h 3493452"/>
                <a:gd name="connsiteX1" fmla="*/ 1369060 w 1369059"/>
                <a:gd name="connsiteY1" fmla="*/ 3493453 h 3493452"/>
                <a:gd name="connsiteX2" fmla="*/ 452755 w 1369059"/>
                <a:gd name="connsiteY2" fmla="*/ 0 h 3493452"/>
                <a:gd name="connsiteX3" fmla="*/ 0 w 1369059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059" h="3493452">
                  <a:moveTo>
                    <a:pt x="0" y="0"/>
                  </a:moveTo>
                  <a:lnTo>
                    <a:pt x="1369060" y="3493453"/>
                  </a:lnTo>
                  <a:lnTo>
                    <a:pt x="45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2734A54-18D2-9E9F-5435-5E7D01086192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895350 w 916305"/>
                <a:gd name="connsiteY0" fmla="*/ 0 h 3493452"/>
                <a:gd name="connsiteX1" fmla="*/ 916305 w 916305"/>
                <a:gd name="connsiteY1" fmla="*/ 3493453 h 3493452"/>
                <a:gd name="connsiteX2" fmla="*/ 0 w 916305"/>
                <a:gd name="connsiteY2" fmla="*/ 0 h 3493452"/>
                <a:gd name="connsiteX3" fmla="*/ 89535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895350" y="0"/>
                  </a:moveTo>
                  <a:lnTo>
                    <a:pt x="916305" y="3493453"/>
                  </a:lnTo>
                  <a:lnTo>
                    <a:pt x="0" y="0"/>
                  </a:lnTo>
                  <a:lnTo>
                    <a:pt x="895350" y="0"/>
                  </a:lnTo>
                  <a:close/>
                </a:path>
              </a:pathLst>
            </a:custGeom>
            <a:gradFill>
              <a:gsLst>
                <a:gs pos="20000">
                  <a:srgbClr val="C6EB00"/>
                </a:gs>
                <a:gs pos="20000">
                  <a:srgbClr val="C6EB00">
                    <a:alpha val="89804"/>
                  </a:srgbClr>
                </a:gs>
                <a:gs pos="40000">
                  <a:srgbClr val="C6EB00">
                    <a:alpha val="69804"/>
                  </a:srgbClr>
                </a:gs>
                <a:gs pos="70000">
                  <a:srgbClr val="C6EB00">
                    <a:alpha val="29804"/>
                  </a:srgbClr>
                </a:gs>
                <a:gs pos="90000">
                  <a:srgbClr val="C6EB00">
                    <a:alpha val="0"/>
                  </a:srgbClr>
                </a:gs>
              </a:gsLst>
              <a:lin ang="21210000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74EC1ED-B7E5-F639-1991-DB2A240C75CF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0 w 2343784"/>
                <a:gd name="connsiteY0" fmla="*/ 3493453 h 3493452"/>
                <a:gd name="connsiteX1" fmla="*/ 521335 w 2343784"/>
                <a:gd name="connsiteY1" fmla="*/ 0 h 3493452"/>
                <a:gd name="connsiteX2" fmla="*/ 2343785 w 2343784"/>
                <a:gd name="connsiteY2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43784" h="3493452">
                  <a:moveTo>
                    <a:pt x="0" y="3493453"/>
                  </a:moveTo>
                  <a:lnTo>
                    <a:pt x="521335" y="0"/>
                  </a:lnTo>
                  <a:lnTo>
                    <a:pt x="2343785" y="0"/>
                  </a:lnTo>
                </a:path>
              </a:pathLst>
            </a:custGeom>
            <a:solidFill>
              <a:srgbClr val="0EAFE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02618B8-658D-901C-5B62-CD9F778AC165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9B53495-2369-8233-E2D5-456661DA5DE2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gradFill>
              <a:gsLst>
                <a:gs pos="24000">
                  <a:srgbClr val="3ECAFB">
                    <a:alpha val="0"/>
                  </a:srgbClr>
                </a:gs>
                <a:gs pos="47000">
                  <a:srgbClr val="188EEA"/>
                </a:gs>
                <a:gs pos="57000">
                  <a:srgbClr val="0068DF"/>
                </a:gs>
              </a:gsLst>
              <a:lin ang="19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C678E99-5A39-5241-4EFC-658BC1B3F0BC}"/>
                </a:ext>
              </a:extLst>
            </p:cNvPr>
            <p:cNvSpPr/>
            <p:nvPr/>
          </p:nvSpPr>
          <p:spPr>
            <a:xfrm>
              <a:off x="10488479" y="0"/>
              <a:ext cx="1231265" cy="3493452"/>
            </a:xfrm>
            <a:custGeom>
              <a:avLst/>
              <a:gdLst>
                <a:gd name="connsiteX0" fmla="*/ 824547 w 1231265"/>
                <a:gd name="connsiteY0" fmla="*/ 0 h 3493452"/>
                <a:gd name="connsiteX1" fmla="*/ 0 w 1231265"/>
                <a:gd name="connsiteY1" fmla="*/ 3493453 h 3493452"/>
                <a:gd name="connsiteX2" fmla="*/ 1231265 w 1231265"/>
                <a:gd name="connsiteY2" fmla="*/ 0 h 3493452"/>
                <a:gd name="connsiteX3" fmla="*/ 824547 w 123126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1265" h="3493452">
                  <a:moveTo>
                    <a:pt x="824547" y="0"/>
                  </a:moveTo>
                  <a:lnTo>
                    <a:pt x="0" y="3493453"/>
                  </a:lnTo>
                  <a:lnTo>
                    <a:pt x="1231265" y="0"/>
                  </a:lnTo>
                  <a:lnTo>
                    <a:pt x="824547" y="0"/>
                  </a:lnTo>
                  <a:close/>
                </a:path>
              </a:pathLst>
            </a:custGeom>
            <a:solidFill>
              <a:srgbClr val="1F7AE3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9F773990-489B-E79F-0E86-BD94953FA872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542290 w 542290"/>
                <a:gd name="connsiteY0" fmla="*/ 0 h 3493452"/>
                <a:gd name="connsiteX1" fmla="*/ 20955 w 542290"/>
                <a:gd name="connsiteY1" fmla="*/ 3493453 h 3493452"/>
                <a:gd name="connsiteX2" fmla="*/ 0 w 542290"/>
                <a:gd name="connsiteY2" fmla="*/ 0 h 3493452"/>
                <a:gd name="connsiteX3" fmla="*/ 54229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542290" y="0"/>
                  </a:moveTo>
                  <a:lnTo>
                    <a:pt x="20955" y="3493453"/>
                  </a:lnTo>
                  <a:lnTo>
                    <a:pt x="0" y="0"/>
                  </a:lnTo>
                  <a:lnTo>
                    <a:pt x="542290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C8E97EB-6D9E-078D-430B-2C9144FE0BF7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76DB"/>
                </a:gs>
                <a:gs pos="50000">
                  <a:srgbClr val="2A9FED"/>
                </a:gs>
                <a:gs pos="100000">
                  <a:srgbClr val="54C8FF"/>
                </a:gs>
              </a:gsLst>
              <a:lin ang="20920988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AF968B10-8EDB-15E0-4752-812334B68CC5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A3FE36BA-5263-0E9D-D6DF-AADFFC855FFA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0 w 916305"/>
                <a:gd name="connsiteY0" fmla="*/ 0 h 3493452"/>
                <a:gd name="connsiteX1" fmla="*/ 916305 w 916305"/>
                <a:gd name="connsiteY1" fmla="*/ 3493453 h 3493452"/>
                <a:gd name="connsiteX2" fmla="*/ 895350 w 916305"/>
                <a:gd name="connsiteY2" fmla="*/ 0 h 3493452"/>
                <a:gd name="connsiteX3" fmla="*/ 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0" y="0"/>
                  </a:moveTo>
                  <a:lnTo>
                    <a:pt x="916305" y="3493453"/>
                  </a:lnTo>
                  <a:lnTo>
                    <a:pt x="89535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C6EB00"/>
                </a:gs>
                <a:gs pos="54000">
                  <a:srgbClr val="B7D742"/>
                </a:gs>
                <a:gs pos="80000">
                  <a:srgbClr val="5DCAD3"/>
                </a:gs>
                <a:gs pos="100000">
                  <a:srgbClr val="49C8F5"/>
                </a:gs>
              </a:gsLst>
              <a:lin ang="2094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6BF8A9AE-3288-266C-81E4-EB36BF777818}"/>
                </a:ext>
              </a:extLst>
            </p:cNvPr>
            <p:cNvSpPr/>
            <p:nvPr/>
          </p:nvSpPr>
          <p:spPr>
            <a:xfrm>
              <a:off x="10488479" y="0"/>
              <a:ext cx="824547" cy="3493452"/>
            </a:xfrm>
            <a:custGeom>
              <a:avLst/>
              <a:gdLst>
                <a:gd name="connsiteX0" fmla="*/ 521335 w 824547"/>
                <a:gd name="connsiteY0" fmla="*/ 0 h 3493452"/>
                <a:gd name="connsiteX1" fmla="*/ 0 w 824547"/>
                <a:gd name="connsiteY1" fmla="*/ 3493453 h 3493452"/>
                <a:gd name="connsiteX2" fmla="*/ 824547 w 824547"/>
                <a:gd name="connsiteY2" fmla="*/ 0 h 3493452"/>
                <a:gd name="connsiteX3" fmla="*/ 521335 w 82454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4547" h="3493452">
                  <a:moveTo>
                    <a:pt x="521335" y="0"/>
                  </a:moveTo>
                  <a:lnTo>
                    <a:pt x="0" y="3493453"/>
                  </a:lnTo>
                  <a:lnTo>
                    <a:pt x="824547" y="0"/>
                  </a:lnTo>
                  <a:lnTo>
                    <a:pt x="52133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CC90F00-A389-F1CF-DF50-87D61ABF9557}"/>
                </a:ext>
              </a:extLst>
            </p:cNvPr>
            <p:cNvSpPr/>
            <p:nvPr/>
          </p:nvSpPr>
          <p:spPr>
            <a:xfrm>
              <a:off x="10488479" y="0"/>
              <a:ext cx="1507490" cy="3493452"/>
            </a:xfrm>
            <a:custGeom>
              <a:avLst/>
              <a:gdLst>
                <a:gd name="connsiteX0" fmla="*/ 1231265 w 1507490"/>
                <a:gd name="connsiteY0" fmla="*/ 0 h 3493452"/>
                <a:gd name="connsiteX1" fmla="*/ 0 w 1507490"/>
                <a:gd name="connsiteY1" fmla="*/ 3493453 h 3493452"/>
                <a:gd name="connsiteX2" fmla="*/ 1507490 w 1507490"/>
                <a:gd name="connsiteY2" fmla="*/ 0 h 3493452"/>
                <a:gd name="connsiteX3" fmla="*/ 1231265 w 15074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7490" h="3493452">
                  <a:moveTo>
                    <a:pt x="123126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123126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73" name="Graphic 57">
              <a:extLst>
                <a:ext uri="{FF2B5EF4-FFF2-40B4-BE49-F238E27FC236}">
                  <a16:creationId xmlns:a16="http://schemas.microsoft.com/office/drawing/2014/main" id="{FF2031D9-0B50-1AD1-E5A1-7941BF56B3AF}"/>
                </a:ext>
              </a:extLst>
            </p:cNvPr>
            <p:cNvGrpSpPr/>
            <p:nvPr/>
          </p:nvGrpSpPr>
          <p:grpSpPr>
            <a:xfrm>
              <a:off x="9375642" y="3493452"/>
              <a:ext cx="3550284" cy="3364547"/>
              <a:chOff x="12299315" y="3493452"/>
              <a:chExt cx="3550284" cy="3364547"/>
            </a:xfrm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4364531C-644D-3C42-D60F-3CB805DA7761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3550284" cy="3364547"/>
              </a:xfrm>
              <a:custGeom>
                <a:avLst/>
                <a:gdLst>
                  <a:gd name="connsiteX0" fmla="*/ 1112838 w 3550284"/>
                  <a:gd name="connsiteY0" fmla="*/ 0 h 3364547"/>
                  <a:gd name="connsiteX1" fmla="*/ 3550285 w 3550284"/>
                  <a:gd name="connsiteY1" fmla="*/ 879475 h 3364547"/>
                  <a:gd name="connsiteX2" fmla="*/ 3550285 w 3550284"/>
                  <a:gd name="connsiteY2" fmla="*/ 3364547 h 3364547"/>
                  <a:gd name="connsiteX3" fmla="*/ 0 w 3550284"/>
                  <a:gd name="connsiteY3" fmla="*/ 3364547 h 3364547"/>
                  <a:gd name="connsiteX4" fmla="*/ 1112838 w 3550284"/>
                  <a:gd name="connsiteY4" fmla="*/ 0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50284" h="3364547">
                    <a:moveTo>
                      <a:pt x="1112838" y="0"/>
                    </a:moveTo>
                    <a:lnTo>
                      <a:pt x="3550285" y="879475"/>
                    </a:lnTo>
                    <a:lnTo>
                      <a:pt x="3550285" y="3364547"/>
                    </a:lnTo>
                    <a:lnTo>
                      <a:pt x="0" y="3364547"/>
                    </a:lnTo>
                    <a:lnTo>
                      <a:pt x="1112838" y="0"/>
                    </a:lnTo>
                    <a:close/>
                  </a:path>
                </a:pathLst>
              </a:custGeom>
              <a:solidFill>
                <a:srgbClr val="FF9A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16C15462-5DC2-4892-842B-9AEC15EFE4EB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solidFill>
                <a:srgbClr val="FFD8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486CDE4F-C7A2-32ED-B8BD-DD306E7809C8}"/>
                  </a:ext>
                </a:extLst>
              </p:cNvPr>
              <p:cNvSpPr/>
              <p:nvPr/>
            </p:nvSpPr>
            <p:spPr>
              <a:xfrm>
                <a:off x="13242607" y="3493452"/>
                <a:ext cx="1357312" cy="3364547"/>
              </a:xfrm>
              <a:custGeom>
                <a:avLst/>
                <a:gdLst>
                  <a:gd name="connsiteX0" fmla="*/ 0 w 1357312"/>
                  <a:gd name="connsiteY0" fmla="*/ 3364547 h 3364547"/>
                  <a:gd name="connsiteX1" fmla="*/ 169545 w 1357312"/>
                  <a:gd name="connsiteY1" fmla="*/ 0 h 3364547"/>
                  <a:gd name="connsiteX2" fmla="*/ 1357313 w 1357312"/>
                  <a:gd name="connsiteY2" fmla="*/ 3364547 h 3364547"/>
                  <a:gd name="connsiteX3" fmla="*/ 0 w 1357312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7312" h="3364547">
                    <a:moveTo>
                      <a:pt x="0" y="3364547"/>
                    </a:moveTo>
                    <a:lnTo>
                      <a:pt x="169545" y="0"/>
                    </a:lnTo>
                    <a:lnTo>
                      <a:pt x="1357313" y="3364547"/>
                    </a:lnTo>
                    <a:lnTo>
                      <a:pt x="0" y="3364547"/>
                    </a:lnTo>
                    <a:close/>
                  </a:path>
                </a:pathLst>
              </a:custGeom>
              <a:gradFill>
                <a:gsLst>
                  <a:gs pos="20000">
                    <a:srgbClr val="FF7400"/>
                  </a:gs>
                  <a:gs pos="20000">
                    <a:srgbClr val="FF7F15">
                      <a:alpha val="89804"/>
                    </a:srgbClr>
                  </a:gs>
                  <a:gs pos="40000">
                    <a:srgbClr val="FF9E4D">
                      <a:alpha val="69804"/>
                    </a:srgbClr>
                  </a:gs>
                  <a:gs pos="70000">
                    <a:srgbClr val="FFCFA6">
                      <a:alpha val="29804"/>
                    </a:srgbClr>
                  </a:gs>
                  <a:gs pos="90000">
                    <a:srgbClr val="FFFFFF">
                      <a:alpha val="0"/>
                    </a:srgbClr>
                  </a:gs>
                </a:gsLst>
                <a:lin ang="21066000" scaled="1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270EACA0-112E-2BF7-55C2-6B20B205A469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834707" cy="3364547"/>
              </a:xfrm>
              <a:custGeom>
                <a:avLst/>
                <a:gdLst>
                  <a:gd name="connsiteX0" fmla="*/ 834707 w 834707"/>
                  <a:gd name="connsiteY0" fmla="*/ 3364547 h 3364547"/>
                  <a:gd name="connsiteX1" fmla="*/ 0 w 834707"/>
                  <a:gd name="connsiteY1" fmla="*/ 0 h 3364547"/>
                  <a:gd name="connsiteX2" fmla="*/ 641032 w 834707"/>
                  <a:gd name="connsiteY2" fmla="*/ 3364547 h 3364547"/>
                  <a:gd name="connsiteX3" fmla="*/ 834707 w 83470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4707" h="3364547">
                    <a:moveTo>
                      <a:pt x="834707" y="3364547"/>
                    </a:moveTo>
                    <a:lnTo>
                      <a:pt x="0" y="0"/>
                    </a:lnTo>
                    <a:lnTo>
                      <a:pt x="641032" y="3364547"/>
                    </a:lnTo>
                    <a:lnTo>
                      <a:pt x="834707" y="3364547"/>
                    </a:lnTo>
                    <a:close/>
                  </a:path>
                </a:pathLst>
              </a:custGeom>
              <a:solidFill>
                <a:srgbClr val="FFD800">
                  <a:alpha val="40000"/>
                </a:srgbClr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A38EF964-C6D0-5BE7-BC1A-DAE052D6F398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1816417" cy="3364547"/>
              </a:xfrm>
              <a:custGeom>
                <a:avLst/>
                <a:gdLst>
                  <a:gd name="connsiteX0" fmla="*/ 1816417 w 1816417"/>
                  <a:gd name="connsiteY0" fmla="*/ 3364547 h 3364547"/>
                  <a:gd name="connsiteX1" fmla="*/ 0 w 1816417"/>
                  <a:gd name="connsiteY1" fmla="*/ 0 h 3364547"/>
                  <a:gd name="connsiteX2" fmla="*/ 1187767 w 1816417"/>
                  <a:gd name="connsiteY2" fmla="*/ 3364547 h 3364547"/>
                  <a:gd name="connsiteX3" fmla="*/ 1816417 w 181641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1641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118776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B8447992-0020-4B2D-0C92-479235B13363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3364547"/>
              </a:xfrm>
              <a:custGeom>
                <a:avLst/>
                <a:gdLst>
                  <a:gd name="connsiteX0" fmla="*/ 1816417 w 2437447"/>
                  <a:gd name="connsiteY0" fmla="*/ 3364547 h 3364547"/>
                  <a:gd name="connsiteX1" fmla="*/ 0 w 2437447"/>
                  <a:gd name="connsiteY1" fmla="*/ 0 h 3364547"/>
                  <a:gd name="connsiteX2" fmla="*/ 2437447 w 2437447"/>
                  <a:gd name="connsiteY2" fmla="*/ 2812732 h 3364547"/>
                  <a:gd name="connsiteX3" fmla="*/ 2437447 w 2437447"/>
                  <a:gd name="connsiteY3" fmla="*/ 3364547 h 3364547"/>
                  <a:gd name="connsiteX4" fmla="*/ 1816417 w 2437447"/>
                  <a:gd name="connsiteY4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744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gradFill>
                <a:gsLst>
                  <a:gs pos="44000">
                    <a:srgbClr val="FF9A00"/>
                  </a:gs>
                  <a:gs pos="57000">
                    <a:srgbClr val="FF7400">
                      <a:alpha val="89804"/>
                    </a:srgbClr>
                  </a:gs>
                </a:gsLst>
                <a:lin ang="1956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BF9998D2-6765-3F9B-BC1F-1881458AECF9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2812732"/>
              </a:xfrm>
              <a:custGeom>
                <a:avLst/>
                <a:gdLst>
                  <a:gd name="connsiteX0" fmla="*/ 2437447 w 2437447"/>
                  <a:gd name="connsiteY0" fmla="*/ 1587182 h 2812732"/>
                  <a:gd name="connsiteX1" fmla="*/ 0 w 2437447"/>
                  <a:gd name="connsiteY1" fmla="*/ 0 h 2812732"/>
                  <a:gd name="connsiteX2" fmla="*/ 2437447 w 2437447"/>
                  <a:gd name="connsiteY2" fmla="*/ 2812732 h 2812732"/>
                  <a:gd name="connsiteX3" fmla="*/ 2437447 w 2437447"/>
                  <a:gd name="connsiteY3" fmla="*/ 1587182 h 281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2812732">
                    <a:moveTo>
                      <a:pt x="2437447" y="1587182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1587182"/>
                    </a:lnTo>
                    <a:close/>
                  </a:path>
                </a:pathLst>
              </a:custGeom>
              <a:gradFill>
                <a:gsLst>
                  <a:gs pos="54000">
                    <a:srgbClr val="FF9A00"/>
                  </a:gs>
                  <a:gs pos="64000">
                    <a:srgbClr val="FF7E00"/>
                  </a:gs>
                </a:gsLst>
                <a:lin ang="1890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823B2460-5287-09E8-CDCD-F1103D32E215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D1F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665CBB63-BD32-612E-62DF-0DD48A6A1B16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A98FBBD2-5FAE-E093-70BE-0FAA50493BCB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gradFill>
                <a:gsLst>
                  <a:gs pos="0">
                    <a:srgbClr val="FF8700"/>
                  </a:gs>
                  <a:gs pos="16000">
                    <a:srgbClr val="FF7400">
                      <a:alpha val="0"/>
                    </a:srgbClr>
                  </a:gs>
                  <a:gs pos="32000">
                    <a:srgbClr val="FF7400">
                      <a:alpha val="49804"/>
                    </a:srgbClr>
                  </a:gs>
                  <a:gs pos="58000">
                    <a:srgbClr val="FF7400">
                      <a:alpha val="89804"/>
                    </a:srgbClr>
                  </a:gs>
                </a:gsLst>
                <a:lin ang="1158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7786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XP +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 userDrawn="1"/>
        </p:nvSpPr>
        <p:spPr>
          <a:xfrm>
            <a:off x="1342652" y="5761384"/>
            <a:ext cx="1509927" cy="3055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>
                <a:solidFill>
                  <a:schemeClr val="tx2">
                    <a:lumMod val="10000"/>
                    <a:lumOff val="90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430BA5F-BFE6-F50D-6334-D0BC11439464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CD45665-BD65-75C9-E7F2-FA36AF660C81}"/>
              </a:ext>
            </a:extLst>
          </p:cNvPr>
          <p:cNvGrpSpPr/>
          <p:nvPr userDrawn="1"/>
        </p:nvGrpSpPr>
        <p:grpSpPr>
          <a:xfrm>
            <a:off x="3881118" y="0"/>
            <a:ext cx="8315959" cy="6857999"/>
            <a:chOff x="4609967" y="0"/>
            <a:chExt cx="8315959" cy="6857999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59E6AF1-5A65-F20E-815C-DEE7A913EA3E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5878513 w 5878512"/>
                <a:gd name="connsiteY0" fmla="*/ 3493453 h 3493452"/>
                <a:gd name="connsiteX1" fmla="*/ 5857557 w 5878512"/>
                <a:gd name="connsiteY1" fmla="*/ 0 h 3493452"/>
                <a:gd name="connsiteX2" fmla="*/ 2393315 w 5878512"/>
                <a:gd name="connsiteY2" fmla="*/ 0 h 3493452"/>
                <a:gd name="connsiteX3" fmla="*/ 0 w 5878512"/>
                <a:gd name="connsiteY3" fmla="*/ 0 h 3493452"/>
                <a:gd name="connsiteX4" fmla="*/ 5878513 w 5878512"/>
                <a:gd name="connsiteY4" fmla="*/ 3493453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5878513" y="3493453"/>
                  </a:moveTo>
                  <a:lnTo>
                    <a:pt x="5857557" y="0"/>
                  </a:lnTo>
                  <a:lnTo>
                    <a:pt x="2393315" y="0"/>
                  </a:lnTo>
                  <a:lnTo>
                    <a:pt x="0" y="0"/>
                  </a:lnTo>
                  <a:lnTo>
                    <a:pt x="5878513" y="3493453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A043C17-2791-3884-44DA-C50478F3A6A7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0 w 5878512"/>
                <a:gd name="connsiteY0" fmla="*/ 0 h 3493452"/>
                <a:gd name="connsiteX1" fmla="*/ 5878513 w 5878512"/>
                <a:gd name="connsiteY1" fmla="*/ 3493453 h 3493452"/>
                <a:gd name="connsiteX2" fmla="*/ 2393315 w 5878512"/>
                <a:gd name="connsiteY2" fmla="*/ 0 h 3493452"/>
                <a:gd name="connsiteX3" fmla="*/ 2393315 w 5878512"/>
                <a:gd name="connsiteY3" fmla="*/ 0 h 3493452"/>
                <a:gd name="connsiteX4" fmla="*/ 0 w 5878512"/>
                <a:gd name="connsiteY4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0" y="0"/>
                  </a:moveTo>
                  <a:lnTo>
                    <a:pt x="5878513" y="3493453"/>
                  </a:lnTo>
                  <a:lnTo>
                    <a:pt x="2393315" y="0"/>
                  </a:lnTo>
                  <a:lnTo>
                    <a:pt x="2393315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2521">
                  <a:schemeClr val="accent6"/>
                </a:gs>
                <a:gs pos="49000">
                  <a:schemeClr val="accent3"/>
                </a:gs>
                <a:gs pos="63000">
                  <a:srgbClr val="C6EB00"/>
                </a:gs>
                <a:gs pos="94000">
                  <a:srgbClr val="C6EB00"/>
                </a:gs>
              </a:gsLst>
              <a:lin ang="184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5001727-9A29-E926-E9CA-2F4D11DB43BB}"/>
                </a:ext>
              </a:extLst>
            </p:cNvPr>
            <p:cNvSpPr/>
            <p:nvPr/>
          </p:nvSpPr>
          <p:spPr>
            <a:xfrm>
              <a:off x="7003281" y="0"/>
              <a:ext cx="3485197" cy="3493452"/>
            </a:xfrm>
            <a:custGeom>
              <a:avLst/>
              <a:gdLst>
                <a:gd name="connsiteX0" fmla="*/ 0 w 3485197"/>
                <a:gd name="connsiteY0" fmla="*/ 0 h 3493452"/>
                <a:gd name="connsiteX1" fmla="*/ 3485198 w 3485197"/>
                <a:gd name="connsiteY1" fmla="*/ 3493453 h 3493452"/>
                <a:gd name="connsiteX2" fmla="*/ 287973 w 3485197"/>
                <a:gd name="connsiteY2" fmla="*/ 0 h 3493452"/>
                <a:gd name="connsiteX3" fmla="*/ 0 w 348519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85197" h="3493452">
                  <a:moveTo>
                    <a:pt x="0" y="0"/>
                  </a:moveTo>
                  <a:lnTo>
                    <a:pt x="3485198" y="3493453"/>
                  </a:lnTo>
                  <a:lnTo>
                    <a:pt x="2879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B972">
                <a:alpha val="4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79157208-80A9-F240-4D7E-40221D8B6202}"/>
                </a:ext>
              </a:extLst>
            </p:cNvPr>
            <p:cNvSpPr/>
            <p:nvPr/>
          </p:nvSpPr>
          <p:spPr>
            <a:xfrm>
              <a:off x="7291254" y="0"/>
              <a:ext cx="3197225" cy="3493452"/>
            </a:xfrm>
            <a:custGeom>
              <a:avLst/>
              <a:gdLst>
                <a:gd name="connsiteX0" fmla="*/ 628650 w 3197225"/>
                <a:gd name="connsiteY0" fmla="*/ 0 h 3493452"/>
                <a:gd name="connsiteX1" fmla="*/ 3197225 w 3197225"/>
                <a:gd name="connsiteY1" fmla="*/ 3493453 h 3493452"/>
                <a:gd name="connsiteX2" fmla="*/ 0 w 3197225"/>
                <a:gd name="connsiteY2" fmla="*/ 0 h 3493452"/>
                <a:gd name="connsiteX3" fmla="*/ 628650 w 319722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97225" h="3493452">
                  <a:moveTo>
                    <a:pt x="628650" y="0"/>
                  </a:moveTo>
                  <a:lnTo>
                    <a:pt x="3197225" y="3493453"/>
                  </a:lnTo>
                  <a:lnTo>
                    <a:pt x="0" y="0"/>
                  </a:lnTo>
                  <a:lnTo>
                    <a:pt x="628650" y="0"/>
                  </a:lnTo>
                  <a:close/>
                </a:path>
              </a:pathLst>
            </a:custGeom>
            <a:gradFill>
              <a:gsLst>
                <a:gs pos="46000">
                  <a:schemeClr val="accent3"/>
                </a:gs>
                <a:gs pos="64000">
                  <a:srgbClr val="C6EB00"/>
                </a:gs>
              </a:gsLst>
              <a:lin ang="18810059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9B1AE8-9041-2D9D-1D20-82F25EAE5EED}"/>
                </a:ext>
              </a:extLst>
            </p:cNvPr>
            <p:cNvSpPr/>
            <p:nvPr/>
          </p:nvSpPr>
          <p:spPr>
            <a:xfrm>
              <a:off x="7919904" y="0"/>
              <a:ext cx="2568575" cy="3493452"/>
            </a:xfrm>
            <a:custGeom>
              <a:avLst/>
              <a:gdLst>
                <a:gd name="connsiteX0" fmla="*/ 0 w 2568575"/>
                <a:gd name="connsiteY0" fmla="*/ 0 h 3493452"/>
                <a:gd name="connsiteX1" fmla="*/ 2568575 w 2568575"/>
                <a:gd name="connsiteY1" fmla="*/ 3493453 h 3493452"/>
                <a:gd name="connsiteX2" fmla="*/ 173672 w 2568575"/>
                <a:gd name="connsiteY2" fmla="*/ 0 h 3493452"/>
                <a:gd name="connsiteX3" fmla="*/ 0 w 256857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8575" h="3493452">
                  <a:moveTo>
                    <a:pt x="0" y="0"/>
                  </a:moveTo>
                  <a:lnTo>
                    <a:pt x="2568575" y="3493453"/>
                  </a:lnTo>
                  <a:lnTo>
                    <a:pt x="1736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57E85F7-81F4-0C70-F3A8-F938D308486E}"/>
                </a:ext>
              </a:extLst>
            </p:cNvPr>
            <p:cNvSpPr/>
            <p:nvPr/>
          </p:nvSpPr>
          <p:spPr>
            <a:xfrm>
              <a:off x="8093577" y="0"/>
              <a:ext cx="2394902" cy="3493452"/>
            </a:xfrm>
            <a:custGeom>
              <a:avLst/>
              <a:gdLst>
                <a:gd name="connsiteX0" fmla="*/ 0 w 2394902"/>
                <a:gd name="connsiteY0" fmla="*/ 0 h 3493452"/>
                <a:gd name="connsiteX1" fmla="*/ 2394903 w 2394902"/>
                <a:gd name="connsiteY1" fmla="*/ 3493453 h 3493452"/>
                <a:gd name="connsiteX2" fmla="*/ 0 w 2394902"/>
                <a:gd name="connsiteY2" fmla="*/ 0 h 3493452"/>
                <a:gd name="connsiteX3" fmla="*/ 0 w 239490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4902" h="3493452">
                  <a:moveTo>
                    <a:pt x="0" y="0"/>
                  </a:moveTo>
                  <a:lnTo>
                    <a:pt x="2394903" y="349345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276053A-D626-053D-B078-7CBD1577FFBD}"/>
                </a:ext>
              </a:extLst>
            </p:cNvPr>
            <p:cNvSpPr/>
            <p:nvPr/>
          </p:nvSpPr>
          <p:spPr>
            <a:xfrm>
              <a:off x="8267884" y="0"/>
              <a:ext cx="2220595" cy="3493452"/>
            </a:xfrm>
            <a:custGeom>
              <a:avLst/>
              <a:gdLst>
                <a:gd name="connsiteX0" fmla="*/ 0 w 2220595"/>
                <a:gd name="connsiteY0" fmla="*/ 0 h 3493452"/>
                <a:gd name="connsiteX1" fmla="*/ 2220596 w 2220595"/>
                <a:gd name="connsiteY1" fmla="*/ 3493453 h 3493452"/>
                <a:gd name="connsiteX2" fmla="*/ 187643 w 2220595"/>
                <a:gd name="connsiteY2" fmla="*/ 0 h 3493452"/>
                <a:gd name="connsiteX3" fmla="*/ 0 w 222059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0595" h="3493452">
                  <a:moveTo>
                    <a:pt x="0" y="0"/>
                  </a:moveTo>
                  <a:lnTo>
                    <a:pt x="2220596" y="3493453"/>
                  </a:lnTo>
                  <a:lnTo>
                    <a:pt x="1876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B221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70F47DD-4A4B-75E4-D952-DBCC03F97A3B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solidFill>
              <a:srgbClr val="80D226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DF59EB8-FBA9-D30A-EDB5-3074E28A19DD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gradFill>
              <a:gsLst>
                <a:gs pos="38000">
                  <a:srgbClr val="C6EB00"/>
                </a:gs>
                <a:gs pos="52000">
                  <a:schemeClr val="accent3"/>
                </a:gs>
                <a:gs pos="74000">
                  <a:srgbClr val="00A700"/>
                </a:gs>
              </a:gsLst>
              <a:lin ang="2022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D740D46D-B357-C122-8A77-B328771B6380}"/>
                </a:ext>
              </a:extLst>
            </p:cNvPr>
            <p:cNvSpPr/>
            <p:nvPr/>
          </p:nvSpPr>
          <p:spPr>
            <a:xfrm>
              <a:off x="9119419" y="0"/>
              <a:ext cx="1369059" cy="3493452"/>
            </a:xfrm>
            <a:custGeom>
              <a:avLst/>
              <a:gdLst>
                <a:gd name="connsiteX0" fmla="*/ 0 w 1369059"/>
                <a:gd name="connsiteY0" fmla="*/ 0 h 3493452"/>
                <a:gd name="connsiteX1" fmla="*/ 1369060 w 1369059"/>
                <a:gd name="connsiteY1" fmla="*/ 3493453 h 3493452"/>
                <a:gd name="connsiteX2" fmla="*/ 452755 w 1369059"/>
                <a:gd name="connsiteY2" fmla="*/ 0 h 3493452"/>
                <a:gd name="connsiteX3" fmla="*/ 0 w 1369059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059" h="3493452">
                  <a:moveTo>
                    <a:pt x="0" y="0"/>
                  </a:moveTo>
                  <a:lnTo>
                    <a:pt x="1369060" y="3493453"/>
                  </a:lnTo>
                  <a:lnTo>
                    <a:pt x="45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D0CE0F6-6372-4135-24B7-A6F99B57E628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895350 w 916305"/>
                <a:gd name="connsiteY0" fmla="*/ 0 h 3493452"/>
                <a:gd name="connsiteX1" fmla="*/ 916305 w 916305"/>
                <a:gd name="connsiteY1" fmla="*/ 3493453 h 3493452"/>
                <a:gd name="connsiteX2" fmla="*/ 0 w 916305"/>
                <a:gd name="connsiteY2" fmla="*/ 0 h 3493452"/>
                <a:gd name="connsiteX3" fmla="*/ 89535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895350" y="0"/>
                  </a:moveTo>
                  <a:lnTo>
                    <a:pt x="916305" y="3493453"/>
                  </a:lnTo>
                  <a:lnTo>
                    <a:pt x="0" y="0"/>
                  </a:lnTo>
                  <a:lnTo>
                    <a:pt x="895350" y="0"/>
                  </a:lnTo>
                  <a:close/>
                </a:path>
              </a:pathLst>
            </a:custGeom>
            <a:gradFill>
              <a:gsLst>
                <a:gs pos="20000">
                  <a:srgbClr val="C6EB00"/>
                </a:gs>
                <a:gs pos="20000">
                  <a:srgbClr val="C6EB00">
                    <a:alpha val="89804"/>
                  </a:srgbClr>
                </a:gs>
                <a:gs pos="40000">
                  <a:srgbClr val="C6EB00">
                    <a:alpha val="69804"/>
                  </a:srgbClr>
                </a:gs>
                <a:gs pos="70000">
                  <a:srgbClr val="C6EB00">
                    <a:alpha val="29804"/>
                  </a:srgbClr>
                </a:gs>
                <a:gs pos="90000">
                  <a:srgbClr val="C6EB00">
                    <a:alpha val="0"/>
                  </a:srgbClr>
                </a:gs>
              </a:gsLst>
              <a:lin ang="21210000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C8A72F8-33BD-BA9C-432E-FF787FCDD621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0 w 2343784"/>
                <a:gd name="connsiteY0" fmla="*/ 3493453 h 3493452"/>
                <a:gd name="connsiteX1" fmla="*/ 521335 w 2343784"/>
                <a:gd name="connsiteY1" fmla="*/ 0 h 3493452"/>
                <a:gd name="connsiteX2" fmla="*/ 2343785 w 2343784"/>
                <a:gd name="connsiteY2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43784" h="3493452">
                  <a:moveTo>
                    <a:pt x="0" y="3493453"/>
                  </a:moveTo>
                  <a:lnTo>
                    <a:pt x="521335" y="0"/>
                  </a:lnTo>
                  <a:lnTo>
                    <a:pt x="2343785" y="0"/>
                  </a:lnTo>
                </a:path>
              </a:pathLst>
            </a:custGeom>
            <a:solidFill>
              <a:srgbClr val="0EAFE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ACC1D85-0132-4746-4D52-0FB5F3A4B483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55559F9-FC85-C68A-2187-88C5F36A8065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gradFill>
              <a:gsLst>
                <a:gs pos="24000">
                  <a:srgbClr val="3ECAFB">
                    <a:alpha val="0"/>
                  </a:srgbClr>
                </a:gs>
                <a:gs pos="47000">
                  <a:srgbClr val="188EEA"/>
                </a:gs>
                <a:gs pos="57000">
                  <a:srgbClr val="0068DF"/>
                </a:gs>
              </a:gsLst>
              <a:lin ang="19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0455335-E8EB-5404-BFC8-18BA9DF22B4A}"/>
                </a:ext>
              </a:extLst>
            </p:cNvPr>
            <p:cNvSpPr/>
            <p:nvPr/>
          </p:nvSpPr>
          <p:spPr>
            <a:xfrm>
              <a:off x="10488479" y="0"/>
              <a:ext cx="1231265" cy="3493452"/>
            </a:xfrm>
            <a:custGeom>
              <a:avLst/>
              <a:gdLst>
                <a:gd name="connsiteX0" fmla="*/ 824547 w 1231265"/>
                <a:gd name="connsiteY0" fmla="*/ 0 h 3493452"/>
                <a:gd name="connsiteX1" fmla="*/ 0 w 1231265"/>
                <a:gd name="connsiteY1" fmla="*/ 3493453 h 3493452"/>
                <a:gd name="connsiteX2" fmla="*/ 1231265 w 1231265"/>
                <a:gd name="connsiteY2" fmla="*/ 0 h 3493452"/>
                <a:gd name="connsiteX3" fmla="*/ 824547 w 123126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1265" h="3493452">
                  <a:moveTo>
                    <a:pt x="824547" y="0"/>
                  </a:moveTo>
                  <a:lnTo>
                    <a:pt x="0" y="3493453"/>
                  </a:lnTo>
                  <a:lnTo>
                    <a:pt x="1231265" y="0"/>
                  </a:lnTo>
                  <a:lnTo>
                    <a:pt x="824547" y="0"/>
                  </a:lnTo>
                  <a:close/>
                </a:path>
              </a:pathLst>
            </a:custGeom>
            <a:solidFill>
              <a:srgbClr val="1F7AE3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F32CA7E-E27D-967F-2156-9F88D8B3B84D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542290 w 542290"/>
                <a:gd name="connsiteY0" fmla="*/ 0 h 3493452"/>
                <a:gd name="connsiteX1" fmla="*/ 20955 w 542290"/>
                <a:gd name="connsiteY1" fmla="*/ 3493453 h 3493452"/>
                <a:gd name="connsiteX2" fmla="*/ 0 w 542290"/>
                <a:gd name="connsiteY2" fmla="*/ 0 h 3493452"/>
                <a:gd name="connsiteX3" fmla="*/ 54229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542290" y="0"/>
                  </a:moveTo>
                  <a:lnTo>
                    <a:pt x="20955" y="3493453"/>
                  </a:lnTo>
                  <a:lnTo>
                    <a:pt x="0" y="0"/>
                  </a:lnTo>
                  <a:lnTo>
                    <a:pt x="542290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A108644-4343-00EE-6A49-9842A1B98C82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76DB"/>
                </a:gs>
                <a:gs pos="50000">
                  <a:srgbClr val="2A9FED"/>
                </a:gs>
                <a:gs pos="100000">
                  <a:srgbClr val="54C8FF"/>
                </a:gs>
              </a:gsLst>
              <a:lin ang="20920988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978D3D81-0CF0-5DF9-AB46-27DDF6E822A9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E2954F3-C724-47F9-FB65-AA4C10EB95DC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0 w 916305"/>
                <a:gd name="connsiteY0" fmla="*/ 0 h 3493452"/>
                <a:gd name="connsiteX1" fmla="*/ 916305 w 916305"/>
                <a:gd name="connsiteY1" fmla="*/ 3493453 h 3493452"/>
                <a:gd name="connsiteX2" fmla="*/ 895350 w 916305"/>
                <a:gd name="connsiteY2" fmla="*/ 0 h 3493452"/>
                <a:gd name="connsiteX3" fmla="*/ 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0" y="0"/>
                  </a:moveTo>
                  <a:lnTo>
                    <a:pt x="916305" y="3493453"/>
                  </a:lnTo>
                  <a:lnTo>
                    <a:pt x="89535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C6EB00"/>
                </a:gs>
                <a:gs pos="54000">
                  <a:srgbClr val="B7D742"/>
                </a:gs>
                <a:gs pos="80000">
                  <a:srgbClr val="5DCAD3"/>
                </a:gs>
                <a:gs pos="100000">
                  <a:srgbClr val="49C8F5"/>
                </a:gs>
              </a:gsLst>
              <a:lin ang="2094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446D66BC-E4BE-1EC8-D636-BEA2ACE433B0}"/>
                </a:ext>
              </a:extLst>
            </p:cNvPr>
            <p:cNvSpPr/>
            <p:nvPr/>
          </p:nvSpPr>
          <p:spPr>
            <a:xfrm>
              <a:off x="10488479" y="0"/>
              <a:ext cx="824547" cy="3493452"/>
            </a:xfrm>
            <a:custGeom>
              <a:avLst/>
              <a:gdLst>
                <a:gd name="connsiteX0" fmla="*/ 521335 w 824547"/>
                <a:gd name="connsiteY0" fmla="*/ 0 h 3493452"/>
                <a:gd name="connsiteX1" fmla="*/ 0 w 824547"/>
                <a:gd name="connsiteY1" fmla="*/ 3493453 h 3493452"/>
                <a:gd name="connsiteX2" fmla="*/ 824547 w 824547"/>
                <a:gd name="connsiteY2" fmla="*/ 0 h 3493452"/>
                <a:gd name="connsiteX3" fmla="*/ 521335 w 82454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4547" h="3493452">
                  <a:moveTo>
                    <a:pt x="521335" y="0"/>
                  </a:moveTo>
                  <a:lnTo>
                    <a:pt x="0" y="3493453"/>
                  </a:lnTo>
                  <a:lnTo>
                    <a:pt x="824547" y="0"/>
                  </a:lnTo>
                  <a:lnTo>
                    <a:pt x="52133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70425FE-AC72-E284-8C4E-AF17E1647587}"/>
                </a:ext>
              </a:extLst>
            </p:cNvPr>
            <p:cNvSpPr/>
            <p:nvPr/>
          </p:nvSpPr>
          <p:spPr>
            <a:xfrm>
              <a:off x="10488479" y="0"/>
              <a:ext cx="1507490" cy="3493452"/>
            </a:xfrm>
            <a:custGeom>
              <a:avLst/>
              <a:gdLst>
                <a:gd name="connsiteX0" fmla="*/ 1231265 w 1507490"/>
                <a:gd name="connsiteY0" fmla="*/ 0 h 3493452"/>
                <a:gd name="connsiteX1" fmla="*/ 0 w 1507490"/>
                <a:gd name="connsiteY1" fmla="*/ 3493453 h 3493452"/>
                <a:gd name="connsiteX2" fmla="*/ 1507490 w 1507490"/>
                <a:gd name="connsiteY2" fmla="*/ 0 h 3493452"/>
                <a:gd name="connsiteX3" fmla="*/ 1231265 w 15074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7490" h="3493452">
                  <a:moveTo>
                    <a:pt x="123126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123126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73" name="Graphic 57">
              <a:extLst>
                <a:ext uri="{FF2B5EF4-FFF2-40B4-BE49-F238E27FC236}">
                  <a16:creationId xmlns:a16="http://schemas.microsoft.com/office/drawing/2014/main" id="{C21F0111-0BC2-6296-E9F6-4050D2313AC6}"/>
                </a:ext>
              </a:extLst>
            </p:cNvPr>
            <p:cNvGrpSpPr/>
            <p:nvPr/>
          </p:nvGrpSpPr>
          <p:grpSpPr>
            <a:xfrm>
              <a:off x="9375642" y="3493452"/>
              <a:ext cx="3550284" cy="3364547"/>
              <a:chOff x="12299315" y="3493452"/>
              <a:chExt cx="3550284" cy="3364547"/>
            </a:xfrm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1D3F6082-7386-FB99-3E3E-B3656920AC87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3550284" cy="3364547"/>
              </a:xfrm>
              <a:custGeom>
                <a:avLst/>
                <a:gdLst>
                  <a:gd name="connsiteX0" fmla="*/ 1112838 w 3550284"/>
                  <a:gd name="connsiteY0" fmla="*/ 0 h 3364547"/>
                  <a:gd name="connsiteX1" fmla="*/ 3550285 w 3550284"/>
                  <a:gd name="connsiteY1" fmla="*/ 879475 h 3364547"/>
                  <a:gd name="connsiteX2" fmla="*/ 3550285 w 3550284"/>
                  <a:gd name="connsiteY2" fmla="*/ 3364547 h 3364547"/>
                  <a:gd name="connsiteX3" fmla="*/ 0 w 3550284"/>
                  <a:gd name="connsiteY3" fmla="*/ 3364547 h 3364547"/>
                  <a:gd name="connsiteX4" fmla="*/ 1112838 w 3550284"/>
                  <a:gd name="connsiteY4" fmla="*/ 0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50284" h="3364547">
                    <a:moveTo>
                      <a:pt x="1112838" y="0"/>
                    </a:moveTo>
                    <a:lnTo>
                      <a:pt x="3550285" y="879475"/>
                    </a:lnTo>
                    <a:lnTo>
                      <a:pt x="3550285" y="3364547"/>
                    </a:lnTo>
                    <a:lnTo>
                      <a:pt x="0" y="3364547"/>
                    </a:lnTo>
                    <a:lnTo>
                      <a:pt x="1112838" y="0"/>
                    </a:lnTo>
                    <a:close/>
                  </a:path>
                </a:pathLst>
              </a:custGeom>
              <a:solidFill>
                <a:srgbClr val="FF9A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2F87FE6A-B6AE-D1B6-A602-A0629FC01772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solidFill>
                <a:srgbClr val="FFD8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BB4DFA87-E202-E037-4BAE-44A3DA297912}"/>
                  </a:ext>
                </a:extLst>
              </p:cNvPr>
              <p:cNvSpPr/>
              <p:nvPr/>
            </p:nvSpPr>
            <p:spPr>
              <a:xfrm>
                <a:off x="13242607" y="3493452"/>
                <a:ext cx="1357312" cy="3364547"/>
              </a:xfrm>
              <a:custGeom>
                <a:avLst/>
                <a:gdLst>
                  <a:gd name="connsiteX0" fmla="*/ 0 w 1357312"/>
                  <a:gd name="connsiteY0" fmla="*/ 3364547 h 3364547"/>
                  <a:gd name="connsiteX1" fmla="*/ 169545 w 1357312"/>
                  <a:gd name="connsiteY1" fmla="*/ 0 h 3364547"/>
                  <a:gd name="connsiteX2" fmla="*/ 1357313 w 1357312"/>
                  <a:gd name="connsiteY2" fmla="*/ 3364547 h 3364547"/>
                  <a:gd name="connsiteX3" fmla="*/ 0 w 1357312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7312" h="3364547">
                    <a:moveTo>
                      <a:pt x="0" y="3364547"/>
                    </a:moveTo>
                    <a:lnTo>
                      <a:pt x="169545" y="0"/>
                    </a:lnTo>
                    <a:lnTo>
                      <a:pt x="1357313" y="3364547"/>
                    </a:lnTo>
                    <a:lnTo>
                      <a:pt x="0" y="3364547"/>
                    </a:lnTo>
                    <a:close/>
                  </a:path>
                </a:pathLst>
              </a:custGeom>
              <a:gradFill>
                <a:gsLst>
                  <a:gs pos="20000">
                    <a:srgbClr val="FF7400"/>
                  </a:gs>
                  <a:gs pos="20000">
                    <a:srgbClr val="FF7F15">
                      <a:alpha val="89804"/>
                    </a:srgbClr>
                  </a:gs>
                  <a:gs pos="40000">
                    <a:srgbClr val="FF9E4D">
                      <a:alpha val="69804"/>
                    </a:srgbClr>
                  </a:gs>
                  <a:gs pos="70000">
                    <a:srgbClr val="FFCFA6">
                      <a:alpha val="29804"/>
                    </a:srgbClr>
                  </a:gs>
                  <a:gs pos="90000">
                    <a:srgbClr val="FFFFFF">
                      <a:alpha val="0"/>
                    </a:srgbClr>
                  </a:gs>
                </a:gsLst>
                <a:lin ang="21066000" scaled="1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313B89D5-4EE8-F03D-BCC6-0652B77AA4D3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834707" cy="3364547"/>
              </a:xfrm>
              <a:custGeom>
                <a:avLst/>
                <a:gdLst>
                  <a:gd name="connsiteX0" fmla="*/ 834707 w 834707"/>
                  <a:gd name="connsiteY0" fmla="*/ 3364547 h 3364547"/>
                  <a:gd name="connsiteX1" fmla="*/ 0 w 834707"/>
                  <a:gd name="connsiteY1" fmla="*/ 0 h 3364547"/>
                  <a:gd name="connsiteX2" fmla="*/ 641032 w 834707"/>
                  <a:gd name="connsiteY2" fmla="*/ 3364547 h 3364547"/>
                  <a:gd name="connsiteX3" fmla="*/ 834707 w 83470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4707" h="3364547">
                    <a:moveTo>
                      <a:pt x="834707" y="3364547"/>
                    </a:moveTo>
                    <a:lnTo>
                      <a:pt x="0" y="0"/>
                    </a:lnTo>
                    <a:lnTo>
                      <a:pt x="641032" y="3364547"/>
                    </a:lnTo>
                    <a:lnTo>
                      <a:pt x="834707" y="3364547"/>
                    </a:lnTo>
                    <a:close/>
                  </a:path>
                </a:pathLst>
              </a:custGeom>
              <a:solidFill>
                <a:srgbClr val="FFD800">
                  <a:alpha val="40000"/>
                </a:srgbClr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A298A01E-8844-2BBC-B9BF-B0264C471407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1816417" cy="3364547"/>
              </a:xfrm>
              <a:custGeom>
                <a:avLst/>
                <a:gdLst>
                  <a:gd name="connsiteX0" fmla="*/ 1816417 w 1816417"/>
                  <a:gd name="connsiteY0" fmla="*/ 3364547 h 3364547"/>
                  <a:gd name="connsiteX1" fmla="*/ 0 w 1816417"/>
                  <a:gd name="connsiteY1" fmla="*/ 0 h 3364547"/>
                  <a:gd name="connsiteX2" fmla="*/ 1187767 w 1816417"/>
                  <a:gd name="connsiteY2" fmla="*/ 3364547 h 3364547"/>
                  <a:gd name="connsiteX3" fmla="*/ 1816417 w 181641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1641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118776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4B74BDD4-ED8D-BC7D-4908-656DF65B395B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3364547"/>
              </a:xfrm>
              <a:custGeom>
                <a:avLst/>
                <a:gdLst>
                  <a:gd name="connsiteX0" fmla="*/ 1816417 w 2437447"/>
                  <a:gd name="connsiteY0" fmla="*/ 3364547 h 3364547"/>
                  <a:gd name="connsiteX1" fmla="*/ 0 w 2437447"/>
                  <a:gd name="connsiteY1" fmla="*/ 0 h 3364547"/>
                  <a:gd name="connsiteX2" fmla="*/ 2437447 w 2437447"/>
                  <a:gd name="connsiteY2" fmla="*/ 2812732 h 3364547"/>
                  <a:gd name="connsiteX3" fmla="*/ 2437447 w 2437447"/>
                  <a:gd name="connsiteY3" fmla="*/ 3364547 h 3364547"/>
                  <a:gd name="connsiteX4" fmla="*/ 1816417 w 2437447"/>
                  <a:gd name="connsiteY4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744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gradFill>
                <a:gsLst>
                  <a:gs pos="44000">
                    <a:srgbClr val="FF9A00"/>
                  </a:gs>
                  <a:gs pos="57000">
                    <a:srgbClr val="FF7400">
                      <a:alpha val="89804"/>
                    </a:srgbClr>
                  </a:gs>
                </a:gsLst>
                <a:lin ang="1956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F09FCD9A-97C1-7823-8D88-BDF6CD93B551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2812732"/>
              </a:xfrm>
              <a:custGeom>
                <a:avLst/>
                <a:gdLst>
                  <a:gd name="connsiteX0" fmla="*/ 2437447 w 2437447"/>
                  <a:gd name="connsiteY0" fmla="*/ 1587182 h 2812732"/>
                  <a:gd name="connsiteX1" fmla="*/ 0 w 2437447"/>
                  <a:gd name="connsiteY1" fmla="*/ 0 h 2812732"/>
                  <a:gd name="connsiteX2" fmla="*/ 2437447 w 2437447"/>
                  <a:gd name="connsiteY2" fmla="*/ 2812732 h 2812732"/>
                  <a:gd name="connsiteX3" fmla="*/ 2437447 w 2437447"/>
                  <a:gd name="connsiteY3" fmla="*/ 1587182 h 281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2812732">
                    <a:moveTo>
                      <a:pt x="2437447" y="1587182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1587182"/>
                    </a:lnTo>
                    <a:close/>
                  </a:path>
                </a:pathLst>
              </a:custGeom>
              <a:gradFill>
                <a:gsLst>
                  <a:gs pos="54000">
                    <a:srgbClr val="FF9A00"/>
                  </a:gs>
                  <a:gs pos="64000">
                    <a:srgbClr val="FF7E00"/>
                  </a:gs>
                </a:gsLst>
                <a:lin ang="1890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0AB6B5BD-5E59-AED7-10A2-A0F56B629BF4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D1F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6C104295-16A6-DDB9-4146-C6C0E856F7ED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ECC47724-C4AE-2D12-25FC-57E59185E130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gradFill>
                <a:gsLst>
                  <a:gs pos="0">
                    <a:srgbClr val="FF8700"/>
                  </a:gs>
                  <a:gs pos="16000">
                    <a:srgbClr val="FF7400">
                      <a:alpha val="0"/>
                    </a:srgbClr>
                  </a:gs>
                  <a:gs pos="32000">
                    <a:srgbClr val="FF7400">
                      <a:alpha val="49804"/>
                    </a:srgbClr>
                  </a:gs>
                  <a:gs pos="58000">
                    <a:srgbClr val="FF7400">
                      <a:alpha val="89804"/>
                    </a:srgbClr>
                  </a:gs>
                </a:gsLst>
                <a:lin ang="1158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7C8BD51-99FC-03F8-7EB3-8AB0999A5FD3}"/>
              </a:ext>
            </a:extLst>
          </p:cNvPr>
          <p:cNvGrpSpPr/>
          <p:nvPr userDrawn="1"/>
        </p:nvGrpSpPr>
        <p:grpSpPr>
          <a:xfrm>
            <a:off x="1329004" y="2629430"/>
            <a:ext cx="5566813" cy="1018700"/>
            <a:chOff x="1329004" y="2629430"/>
            <a:chExt cx="5566813" cy="1018700"/>
          </a:xfrm>
        </p:grpSpPr>
        <p:grpSp>
          <p:nvGrpSpPr>
            <p:cNvPr id="4" name="Graphic 1">
              <a:extLst>
                <a:ext uri="{FF2B5EF4-FFF2-40B4-BE49-F238E27FC236}">
                  <a16:creationId xmlns:a16="http://schemas.microsoft.com/office/drawing/2014/main" id="{F2A1C519-BE9F-CD46-5DDF-5CA511BF3F2F}"/>
                </a:ext>
              </a:extLst>
            </p:cNvPr>
            <p:cNvGrpSpPr/>
            <p:nvPr userDrawn="1"/>
          </p:nvGrpSpPr>
          <p:grpSpPr>
            <a:xfrm>
              <a:off x="4783656" y="2681524"/>
              <a:ext cx="2112161" cy="966606"/>
              <a:chOff x="4783656" y="2681524"/>
              <a:chExt cx="2112161" cy="966606"/>
            </a:xfrm>
            <a:solidFill>
              <a:schemeClr val="tx1"/>
            </a:solidFill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7275B79F-4783-EF24-8F6F-1B868A35B611}"/>
                  </a:ext>
                </a:extLst>
              </p:cNvPr>
              <p:cNvSpPr/>
              <p:nvPr/>
            </p:nvSpPr>
            <p:spPr>
              <a:xfrm>
                <a:off x="4784665" y="2721924"/>
                <a:ext cx="249588" cy="328013"/>
              </a:xfrm>
              <a:custGeom>
                <a:avLst/>
                <a:gdLst>
                  <a:gd name="connsiteX0" fmla="*/ 231723 w 249588"/>
                  <a:gd name="connsiteY0" fmla="*/ 187492 h 328013"/>
                  <a:gd name="connsiteX1" fmla="*/ 249588 w 249588"/>
                  <a:gd name="connsiteY1" fmla="*/ 239179 h 328013"/>
                  <a:gd name="connsiteX2" fmla="*/ 236670 w 249588"/>
                  <a:gd name="connsiteY2" fmla="*/ 285467 h 328013"/>
                  <a:gd name="connsiteX3" fmla="*/ 199313 w 249588"/>
                  <a:gd name="connsiteY3" fmla="*/ 316727 h 328013"/>
                  <a:gd name="connsiteX4" fmla="*/ 141488 w 249588"/>
                  <a:gd name="connsiteY4" fmla="*/ 328014 h 328013"/>
                  <a:gd name="connsiteX5" fmla="*/ 0 w 249588"/>
                  <a:gd name="connsiteY5" fmla="*/ 328014 h 328013"/>
                  <a:gd name="connsiteX6" fmla="*/ 0 w 249588"/>
                  <a:gd name="connsiteY6" fmla="*/ 0 h 328013"/>
                  <a:gd name="connsiteX7" fmla="*/ 135402 w 249588"/>
                  <a:gd name="connsiteY7" fmla="*/ 0 h 328013"/>
                  <a:gd name="connsiteX8" fmla="*/ 193000 w 249588"/>
                  <a:gd name="connsiteY8" fmla="*/ 10799 h 328013"/>
                  <a:gd name="connsiteX9" fmla="*/ 229673 w 249588"/>
                  <a:gd name="connsiteY9" fmla="*/ 40888 h 328013"/>
                  <a:gd name="connsiteX10" fmla="*/ 242137 w 249588"/>
                  <a:gd name="connsiteY10" fmla="*/ 84573 h 328013"/>
                  <a:gd name="connsiteX11" fmla="*/ 226875 w 249588"/>
                  <a:gd name="connsiteY11" fmla="*/ 132520 h 328013"/>
                  <a:gd name="connsiteX12" fmla="*/ 186199 w 249588"/>
                  <a:gd name="connsiteY12" fmla="*/ 159778 h 328013"/>
                  <a:gd name="connsiteX13" fmla="*/ 231788 w 249588"/>
                  <a:gd name="connsiteY13" fmla="*/ 187492 h 328013"/>
                  <a:gd name="connsiteX14" fmla="*/ 65798 w 249588"/>
                  <a:gd name="connsiteY14" fmla="*/ 135317 h 328013"/>
                  <a:gd name="connsiteX15" fmla="*/ 125966 w 249588"/>
                  <a:gd name="connsiteY15" fmla="*/ 135317 h 328013"/>
                  <a:gd name="connsiteX16" fmla="*/ 162151 w 249588"/>
                  <a:gd name="connsiteY16" fmla="*/ 124745 h 328013"/>
                  <a:gd name="connsiteX17" fmla="*/ 174842 w 249588"/>
                  <a:gd name="connsiteY17" fmla="*/ 94429 h 328013"/>
                  <a:gd name="connsiteX18" fmla="*/ 162151 w 249588"/>
                  <a:gd name="connsiteY18" fmla="*/ 63885 h 328013"/>
                  <a:gd name="connsiteX19" fmla="*/ 125966 w 249588"/>
                  <a:gd name="connsiteY19" fmla="*/ 53086 h 328013"/>
                  <a:gd name="connsiteX20" fmla="*/ 65798 w 249588"/>
                  <a:gd name="connsiteY20" fmla="*/ 53086 h 328013"/>
                  <a:gd name="connsiteX21" fmla="*/ 65798 w 249588"/>
                  <a:gd name="connsiteY21" fmla="*/ 135317 h 328013"/>
                  <a:gd name="connsiteX22" fmla="*/ 169440 w 249588"/>
                  <a:gd name="connsiteY22" fmla="*/ 263153 h 328013"/>
                  <a:gd name="connsiteX23" fmla="*/ 182847 w 249588"/>
                  <a:gd name="connsiteY23" fmla="*/ 231210 h 328013"/>
                  <a:gd name="connsiteX24" fmla="*/ 168757 w 249588"/>
                  <a:gd name="connsiteY24" fmla="*/ 198064 h 328013"/>
                  <a:gd name="connsiteX25" fmla="*/ 130684 w 249588"/>
                  <a:gd name="connsiteY25" fmla="*/ 186094 h 328013"/>
                  <a:gd name="connsiteX26" fmla="*/ 65798 w 249588"/>
                  <a:gd name="connsiteY26" fmla="*/ 186094 h 328013"/>
                  <a:gd name="connsiteX27" fmla="*/ 65798 w 249588"/>
                  <a:gd name="connsiteY27" fmla="*/ 274440 h 328013"/>
                  <a:gd name="connsiteX28" fmla="*/ 132083 w 249588"/>
                  <a:gd name="connsiteY28" fmla="*/ 274440 h 328013"/>
                  <a:gd name="connsiteX29" fmla="*/ 169473 w 249588"/>
                  <a:gd name="connsiteY29" fmla="*/ 263153 h 328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49588" h="328013">
                    <a:moveTo>
                      <a:pt x="231723" y="187492"/>
                    </a:moveTo>
                    <a:cubicBezTo>
                      <a:pt x="243633" y="202520"/>
                      <a:pt x="249588" y="219760"/>
                      <a:pt x="249588" y="239179"/>
                    </a:cubicBezTo>
                    <a:cubicBezTo>
                      <a:pt x="249588" y="256712"/>
                      <a:pt x="245260" y="272163"/>
                      <a:pt x="236670" y="285467"/>
                    </a:cubicBezTo>
                    <a:cubicBezTo>
                      <a:pt x="228046" y="298771"/>
                      <a:pt x="215583" y="309213"/>
                      <a:pt x="199313" y="316727"/>
                    </a:cubicBezTo>
                    <a:cubicBezTo>
                      <a:pt x="183010" y="324241"/>
                      <a:pt x="163745" y="328014"/>
                      <a:pt x="141488" y="328014"/>
                    </a:cubicBezTo>
                    <a:lnTo>
                      <a:pt x="0" y="328014"/>
                    </a:lnTo>
                    <a:lnTo>
                      <a:pt x="0" y="0"/>
                    </a:lnTo>
                    <a:lnTo>
                      <a:pt x="135402" y="0"/>
                    </a:lnTo>
                    <a:cubicBezTo>
                      <a:pt x="157660" y="0"/>
                      <a:pt x="176859" y="3611"/>
                      <a:pt x="193000" y="10799"/>
                    </a:cubicBezTo>
                    <a:cubicBezTo>
                      <a:pt x="209140" y="18021"/>
                      <a:pt x="221376" y="28039"/>
                      <a:pt x="229673" y="40888"/>
                    </a:cubicBezTo>
                    <a:cubicBezTo>
                      <a:pt x="237971" y="53737"/>
                      <a:pt x="242137" y="68309"/>
                      <a:pt x="242137" y="84573"/>
                    </a:cubicBezTo>
                    <a:cubicBezTo>
                      <a:pt x="242137" y="103700"/>
                      <a:pt x="237027" y="119671"/>
                      <a:pt x="226875" y="132520"/>
                    </a:cubicBezTo>
                    <a:cubicBezTo>
                      <a:pt x="216689" y="145368"/>
                      <a:pt x="203120" y="154444"/>
                      <a:pt x="186199" y="159778"/>
                    </a:cubicBezTo>
                    <a:cubicBezTo>
                      <a:pt x="204682" y="163226"/>
                      <a:pt x="219878" y="172464"/>
                      <a:pt x="231788" y="187492"/>
                    </a:cubicBezTo>
                    <a:close/>
                    <a:moveTo>
                      <a:pt x="65798" y="135317"/>
                    </a:moveTo>
                    <a:lnTo>
                      <a:pt x="125966" y="135317"/>
                    </a:lnTo>
                    <a:cubicBezTo>
                      <a:pt x="141650" y="135317"/>
                      <a:pt x="153690" y="131804"/>
                      <a:pt x="162151" y="124745"/>
                    </a:cubicBezTo>
                    <a:cubicBezTo>
                      <a:pt x="170611" y="117687"/>
                      <a:pt x="174842" y="107603"/>
                      <a:pt x="174842" y="94429"/>
                    </a:cubicBezTo>
                    <a:cubicBezTo>
                      <a:pt x="174842" y="81255"/>
                      <a:pt x="170611" y="71107"/>
                      <a:pt x="162151" y="63885"/>
                    </a:cubicBezTo>
                    <a:cubicBezTo>
                      <a:pt x="153690" y="56697"/>
                      <a:pt x="141618" y="53086"/>
                      <a:pt x="125966" y="53086"/>
                    </a:cubicBezTo>
                    <a:lnTo>
                      <a:pt x="65798" y="53086"/>
                    </a:lnTo>
                    <a:lnTo>
                      <a:pt x="65798" y="135317"/>
                    </a:lnTo>
                    <a:close/>
                    <a:moveTo>
                      <a:pt x="169440" y="263153"/>
                    </a:moveTo>
                    <a:cubicBezTo>
                      <a:pt x="178356" y="255639"/>
                      <a:pt x="182847" y="245002"/>
                      <a:pt x="182847" y="231210"/>
                    </a:cubicBezTo>
                    <a:cubicBezTo>
                      <a:pt x="182847" y="217418"/>
                      <a:pt x="178161" y="206066"/>
                      <a:pt x="168757" y="198064"/>
                    </a:cubicBezTo>
                    <a:cubicBezTo>
                      <a:pt x="159352" y="190062"/>
                      <a:pt x="146661" y="186094"/>
                      <a:pt x="130684" y="186094"/>
                    </a:cubicBezTo>
                    <a:lnTo>
                      <a:pt x="65798" y="186094"/>
                    </a:lnTo>
                    <a:lnTo>
                      <a:pt x="65798" y="274440"/>
                    </a:lnTo>
                    <a:lnTo>
                      <a:pt x="132083" y="274440"/>
                    </a:lnTo>
                    <a:cubicBezTo>
                      <a:pt x="148061" y="274440"/>
                      <a:pt x="160524" y="270667"/>
                      <a:pt x="169473" y="26315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8EB2B1E8-C7C2-785D-DF1C-553C34085C1D}"/>
                  </a:ext>
                </a:extLst>
              </p:cNvPr>
              <p:cNvSpPr/>
              <p:nvPr/>
            </p:nvSpPr>
            <p:spPr>
              <a:xfrm>
                <a:off x="5091590" y="2785842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70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3A075B41-2696-33A3-82D7-FCB44E74E7A7}"/>
                  </a:ext>
                </a:extLst>
              </p:cNvPr>
              <p:cNvSpPr/>
              <p:nvPr/>
            </p:nvSpPr>
            <p:spPr>
              <a:xfrm>
                <a:off x="5279188" y="2681524"/>
                <a:ext cx="80831" cy="368381"/>
              </a:xfrm>
              <a:custGeom>
                <a:avLst/>
                <a:gdLst>
                  <a:gd name="connsiteX0" fmla="*/ 11520 w 80831"/>
                  <a:gd name="connsiteY0" fmla="*/ 66000 h 368381"/>
                  <a:gd name="connsiteX1" fmla="*/ 0 w 80831"/>
                  <a:gd name="connsiteY1" fmla="*/ 38513 h 368381"/>
                  <a:gd name="connsiteX2" fmla="*/ 11520 w 80831"/>
                  <a:gd name="connsiteY2" fmla="*/ 11027 h 368381"/>
                  <a:gd name="connsiteX3" fmla="*/ 40416 w 80831"/>
                  <a:gd name="connsiteY3" fmla="*/ 0 h 368381"/>
                  <a:gd name="connsiteX4" fmla="*/ 69312 w 80831"/>
                  <a:gd name="connsiteY4" fmla="*/ 11027 h 368381"/>
                  <a:gd name="connsiteX5" fmla="*/ 80831 w 80831"/>
                  <a:gd name="connsiteY5" fmla="*/ 38513 h 368381"/>
                  <a:gd name="connsiteX6" fmla="*/ 69312 w 80831"/>
                  <a:gd name="connsiteY6" fmla="*/ 66000 h 368381"/>
                  <a:gd name="connsiteX7" fmla="*/ 40416 w 80831"/>
                  <a:gd name="connsiteY7" fmla="*/ 77059 h 368381"/>
                  <a:gd name="connsiteX8" fmla="*/ 11520 w 80831"/>
                  <a:gd name="connsiteY8" fmla="*/ 66000 h 368381"/>
                  <a:gd name="connsiteX9" fmla="*/ 72859 w 80831"/>
                  <a:gd name="connsiteY9" fmla="*/ 108058 h 368381"/>
                  <a:gd name="connsiteX10" fmla="*/ 72859 w 80831"/>
                  <a:gd name="connsiteY10" fmla="*/ 368381 h 368381"/>
                  <a:gd name="connsiteX11" fmla="*/ 7029 w 80831"/>
                  <a:gd name="connsiteY11" fmla="*/ 368381 h 368381"/>
                  <a:gd name="connsiteX12" fmla="*/ 7029 w 80831"/>
                  <a:gd name="connsiteY12" fmla="*/ 108058 h 368381"/>
                  <a:gd name="connsiteX13" fmla="*/ 72859 w 80831"/>
                  <a:gd name="connsiteY13" fmla="*/ 108058 h 368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0831" h="368381">
                    <a:moveTo>
                      <a:pt x="11520" y="66000"/>
                    </a:moveTo>
                    <a:cubicBezTo>
                      <a:pt x="3840" y="58648"/>
                      <a:pt x="0" y="49475"/>
                      <a:pt x="0" y="38513"/>
                    </a:cubicBezTo>
                    <a:cubicBezTo>
                      <a:pt x="0" y="27551"/>
                      <a:pt x="3840" y="18378"/>
                      <a:pt x="11520" y="11027"/>
                    </a:cubicBezTo>
                    <a:cubicBezTo>
                      <a:pt x="19199" y="3676"/>
                      <a:pt x="28831" y="0"/>
                      <a:pt x="40416" y="0"/>
                    </a:cubicBezTo>
                    <a:cubicBezTo>
                      <a:pt x="52000" y="0"/>
                      <a:pt x="61633" y="3676"/>
                      <a:pt x="69312" y="11027"/>
                    </a:cubicBezTo>
                    <a:cubicBezTo>
                      <a:pt x="76992" y="18378"/>
                      <a:pt x="80831" y="27551"/>
                      <a:pt x="80831" y="38513"/>
                    </a:cubicBezTo>
                    <a:cubicBezTo>
                      <a:pt x="80831" y="49475"/>
                      <a:pt x="76992" y="58648"/>
                      <a:pt x="69312" y="66000"/>
                    </a:cubicBezTo>
                    <a:cubicBezTo>
                      <a:pt x="61633" y="73351"/>
                      <a:pt x="52000" y="77059"/>
                      <a:pt x="40416" y="77059"/>
                    </a:cubicBezTo>
                    <a:cubicBezTo>
                      <a:pt x="28831" y="77059"/>
                      <a:pt x="19167" y="73384"/>
                      <a:pt x="11520" y="66000"/>
                    </a:cubicBezTo>
                    <a:close/>
                    <a:moveTo>
                      <a:pt x="72859" y="108058"/>
                    </a:moveTo>
                    <a:lnTo>
                      <a:pt x="72859" y="368381"/>
                    </a:lnTo>
                    <a:lnTo>
                      <a:pt x="7029" y="368381"/>
                    </a:lnTo>
                    <a:lnTo>
                      <a:pt x="7029" y="108058"/>
                    </a:lnTo>
                    <a:lnTo>
                      <a:pt x="72859" y="10805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809CEEDB-66E2-A3A0-98A3-E1B02DA164B4}"/>
                  </a:ext>
                </a:extLst>
              </p:cNvPr>
              <p:cNvSpPr/>
              <p:nvPr/>
            </p:nvSpPr>
            <p:spPr>
              <a:xfrm>
                <a:off x="5404698" y="2785354"/>
                <a:ext cx="271260" cy="392842"/>
              </a:xfrm>
              <a:custGeom>
                <a:avLst/>
                <a:gdLst>
                  <a:gd name="connsiteX0" fmla="*/ 170188 w 271260"/>
                  <a:gd name="connsiteY0" fmla="*/ 11515 h 392842"/>
                  <a:gd name="connsiteX1" fmla="*/ 204975 w 271260"/>
                  <a:gd name="connsiteY1" fmla="*/ 41343 h 392842"/>
                  <a:gd name="connsiteX2" fmla="*/ 204975 w 271260"/>
                  <a:gd name="connsiteY2" fmla="*/ 4229 h 392842"/>
                  <a:gd name="connsiteX3" fmla="*/ 271261 w 271260"/>
                  <a:gd name="connsiteY3" fmla="*/ 4229 h 392842"/>
                  <a:gd name="connsiteX4" fmla="*/ 271261 w 271260"/>
                  <a:gd name="connsiteY4" fmla="*/ 266438 h 392842"/>
                  <a:gd name="connsiteX5" fmla="*/ 256682 w 271260"/>
                  <a:gd name="connsiteY5" fmla="*/ 331039 h 392842"/>
                  <a:gd name="connsiteX6" fmla="*/ 212947 w 271260"/>
                  <a:gd name="connsiteY6" fmla="*/ 376156 h 392842"/>
                  <a:gd name="connsiteX7" fmla="*/ 142431 w 271260"/>
                  <a:gd name="connsiteY7" fmla="*/ 392842 h 392842"/>
                  <a:gd name="connsiteX8" fmla="*/ 51479 w 271260"/>
                  <a:gd name="connsiteY8" fmla="*/ 366983 h 392842"/>
                  <a:gd name="connsiteX9" fmla="*/ 11292 w 271260"/>
                  <a:gd name="connsiteY9" fmla="*/ 296494 h 392842"/>
                  <a:gd name="connsiteX10" fmla="*/ 76633 w 271260"/>
                  <a:gd name="connsiteY10" fmla="*/ 296494 h 392842"/>
                  <a:gd name="connsiteX11" fmla="*/ 98956 w 271260"/>
                  <a:gd name="connsiteY11" fmla="*/ 324924 h 392842"/>
                  <a:gd name="connsiteX12" fmla="*/ 140576 w 271260"/>
                  <a:gd name="connsiteY12" fmla="*/ 335495 h 392842"/>
                  <a:gd name="connsiteX13" fmla="*/ 187110 w 271260"/>
                  <a:gd name="connsiteY13" fmla="*/ 318353 h 392842"/>
                  <a:gd name="connsiteX14" fmla="*/ 204975 w 271260"/>
                  <a:gd name="connsiteY14" fmla="*/ 266438 h 392842"/>
                  <a:gd name="connsiteX15" fmla="*/ 204975 w 271260"/>
                  <a:gd name="connsiteY15" fmla="*/ 226038 h 392842"/>
                  <a:gd name="connsiteX16" fmla="*/ 169961 w 271260"/>
                  <a:gd name="connsiteY16" fmla="*/ 256582 h 392842"/>
                  <a:gd name="connsiteX17" fmla="*/ 118937 w 271260"/>
                  <a:gd name="connsiteY17" fmla="*/ 268813 h 392842"/>
                  <a:gd name="connsiteX18" fmla="*/ 58769 w 271260"/>
                  <a:gd name="connsiteY18" fmla="*/ 251898 h 392842"/>
                  <a:gd name="connsiteX19" fmla="*/ 15750 w 271260"/>
                  <a:gd name="connsiteY19" fmla="*/ 204212 h 392842"/>
                  <a:gd name="connsiteX20" fmla="*/ 0 w 271260"/>
                  <a:gd name="connsiteY20" fmla="*/ 133496 h 392842"/>
                  <a:gd name="connsiteX21" fmla="*/ 15750 w 271260"/>
                  <a:gd name="connsiteY21" fmla="*/ 63462 h 392842"/>
                  <a:gd name="connsiteX22" fmla="*/ 58541 w 271260"/>
                  <a:gd name="connsiteY22" fmla="*/ 16459 h 392842"/>
                  <a:gd name="connsiteX23" fmla="*/ 118937 w 271260"/>
                  <a:gd name="connsiteY23" fmla="*/ 0 h 392842"/>
                  <a:gd name="connsiteX24" fmla="*/ 170188 w 271260"/>
                  <a:gd name="connsiteY24" fmla="*/ 11515 h 392842"/>
                  <a:gd name="connsiteX25" fmla="*/ 195570 w 271260"/>
                  <a:gd name="connsiteY25" fmla="*/ 93291 h 392842"/>
                  <a:gd name="connsiteX26" fmla="*/ 170188 w 271260"/>
                  <a:gd name="connsiteY26" fmla="*/ 66975 h 392842"/>
                  <a:gd name="connsiteX27" fmla="*/ 135858 w 271260"/>
                  <a:gd name="connsiteY27" fmla="*/ 57803 h 392842"/>
                  <a:gd name="connsiteX28" fmla="*/ 102016 w 271260"/>
                  <a:gd name="connsiteY28" fmla="*/ 66715 h 392842"/>
                  <a:gd name="connsiteX29" fmla="*/ 76861 w 271260"/>
                  <a:gd name="connsiteY29" fmla="*/ 92803 h 392842"/>
                  <a:gd name="connsiteX30" fmla="*/ 67229 w 271260"/>
                  <a:gd name="connsiteY30" fmla="*/ 133463 h 392842"/>
                  <a:gd name="connsiteX31" fmla="*/ 76861 w 271260"/>
                  <a:gd name="connsiteY31" fmla="*/ 174579 h 392842"/>
                  <a:gd name="connsiteX32" fmla="*/ 102243 w 271260"/>
                  <a:gd name="connsiteY32" fmla="*/ 201609 h 392842"/>
                  <a:gd name="connsiteX33" fmla="*/ 135858 w 271260"/>
                  <a:gd name="connsiteY33" fmla="*/ 211010 h 392842"/>
                  <a:gd name="connsiteX34" fmla="*/ 170188 w 271260"/>
                  <a:gd name="connsiteY34" fmla="*/ 201837 h 392842"/>
                  <a:gd name="connsiteX35" fmla="*/ 195570 w 271260"/>
                  <a:gd name="connsiteY35" fmla="*/ 175522 h 392842"/>
                  <a:gd name="connsiteX36" fmla="*/ 204975 w 271260"/>
                  <a:gd name="connsiteY36" fmla="*/ 134406 h 392842"/>
                  <a:gd name="connsiteX37" fmla="*/ 195570 w 271260"/>
                  <a:gd name="connsiteY37" fmla="*/ 93291 h 392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71260" h="392842">
                    <a:moveTo>
                      <a:pt x="170188" y="11515"/>
                    </a:moveTo>
                    <a:cubicBezTo>
                      <a:pt x="184930" y="19192"/>
                      <a:pt x="196514" y="29145"/>
                      <a:pt x="204975" y="41343"/>
                    </a:cubicBezTo>
                    <a:lnTo>
                      <a:pt x="204975" y="4229"/>
                    </a:lnTo>
                    <a:lnTo>
                      <a:pt x="271261" y="4229"/>
                    </a:lnTo>
                    <a:lnTo>
                      <a:pt x="271261" y="266438"/>
                    </a:lnTo>
                    <a:cubicBezTo>
                      <a:pt x="271261" y="290574"/>
                      <a:pt x="266412" y="312108"/>
                      <a:pt x="256682" y="331039"/>
                    </a:cubicBezTo>
                    <a:cubicBezTo>
                      <a:pt x="246952" y="350003"/>
                      <a:pt x="232407" y="365031"/>
                      <a:pt x="212947" y="376156"/>
                    </a:cubicBezTo>
                    <a:cubicBezTo>
                      <a:pt x="193520" y="387280"/>
                      <a:pt x="169993" y="392842"/>
                      <a:pt x="142431" y="392842"/>
                    </a:cubicBezTo>
                    <a:cubicBezTo>
                      <a:pt x="105432" y="392842"/>
                      <a:pt x="75137" y="384222"/>
                      <a:pt x="51479" y="366983"/>
                    </a:cubicBezTo>
                    <a:cubicBezTo>
                      <a:pt x="27822" y="349743"/>
                      <a:pt x="14415" y="326257"/>
                      <a:pt x="11292" y="296494"/>
                    </a:cubicBezTo>
                    <a:lnTo>
                      <a:pt x="76633" y="296494"/>
                    </a:lnTo>
                    <a:cubicBezTo>
                      <a:pt x="80083" y="308399"/>
                      <a:pt x="87535" y="317865"/>
                      <a:pt x="98956" y="324924"/>
                    </a:cubicBezTo>
                    <a:cubicBezTo>
                      <a:pt x="110378" y="331982"/>
                      <a:pt x="124273" y="335495"/>
                      <a:pt x="140576" y="335495"/>
                    </a:cubicBezTo>
                    <a:cubicBezTo>
                      <a:pt x="159678" y="335495"/>
                      <a:pt x="175200" y="329770"/>
                      <a:pt x="187110" y="318353"/>
                    </a:cubicBezTo>
                    <a:cubicBezTo>
                      <a:pt x="199020" y="306903"/>
                      <a:pt x="204975" y="289598"/>
                      <a:pt x="204975" y="266438"/>
                    </a:cubicBezTo>
                    <a:lnTo>
                      <a:pt x="204975" y="226038"/>
                    </a:lnTo>
                    <a:cubicBezTo>
                      <a:pt x="196514" y="238269"/>
                      <a:pt x="184832" y="248450"/>
                      <a:pt x="169961" y="256582"/>
                    </a:cubicBezTo>
                    <a:cubicBezTo>
                      <a:pt x="155057" y="264714"/>
                      <a:pt x="138071" y="268813"/>
                      <a:pt x="118937" y="268813"/>
                    </a:cubicBezTo>
                    <a:cubicBezTo>
                      <a:pt x="97004" y="268813"/>
                      <a:pt x="76926" y="263185"/>
                      <a:pt x="58769" y="251898"/>
                    </a:cubicBezTo>
                    <a:cubicBezTo>
                      <a:pt x="40578" y="240611"/>
                      <a:pt x="26260" y="224737"/>
                      <a:pt x="15750" y="204212"/>
                    </a:cubicBezTo>
                    <a:cubicBezTo>
                      <a:pt x="5239" y="183686"/>
                      <a:pt x="0" y="160136"/>
                      <a:pt x="0" y="133496"/>
                    </a:cubicBezTo>
                    <a:cubicBezTo>
                      <a:pt x="0" y="106855"/>
                      <a:pt x="5239" y="83858"/>
                      <a:pt x="15750" y="63462"/>
                    </a:cubicBezTo>
                    <a:cubicBezTo>
                      <a:pt x="26260" y="43100"/>
                      <a:pt x="40513" y="27454"/>
                      <a:pt x="58541" y="16459"/>
                    </a:cubicBezTo>
                    <a:cubicBezTo>
                      <a:pt x="76568" y="5497"/>
                      <a:pt x="96679" y="0"/>
                      <a:pt x="118937" y="0"/>
                    </a:cubicBezTo>
                    <a:cubicBezTo>
                      <a:pt x="138363" y="0"/>
                      <a:pt x="155447" y="3838"/>
                      <a:pt x="170188" y="11515"/>
                    </a:cubicBezTo>
                    <a:close/>
                    <a:moveTo>
                      <a:pt x="195570" y="93291"/>
                    </a:moveTo>
                    <a:cubicBezTo>
                      <a:pt x="189290" y="81873"/>
                      <a:pt x="180829" y="73091"/>
                      <a:pt x="170188" y="66975"/>
                    </a:cubicBezTo>
                    <a:cubicBezTo>
                      <a:pt x="159515" y="60860"/>
                      <a:pt x="148093" y="57803"/>
                      <a:pt x="135858" y="57803"/>
                    </a:cubicBezTo>
                    <a:cubicBezTo>
                      <a:pt x="123623" y="57803"/>
                      <a:pt x="112363" y="60795"/>
                      <a:pt x="102016" y="66715"/>
                    </a:cubicBezTo>
                    <a:cubicBezTo>
                      <a:pt x="91667" y="72668"/>
                      <a:pt x="83272" y="81353"/>
                      <a:pt x="76861" y="92803"/>
                    </a:cubicBezTo>
                    <a:cubicBezTo>
                      <a:pt x="70418" y="104253"/>
                      <a:pt x="67229" y="117784"/>
                      <a:pt x="67229" y="133463"/>
                    </a:cubicBezTo>
                    <a:cubicBezTo>
                      <a:pt x="67229" y="149142"/>
                      <a:pt x="70451" y="162836"/>
                      <a:pt x="76861" y="174579"/>
                    </a:cubicBezTo>
                    <a:cubicBezTo>
                      <a:pt x="83272" y="186321"/>
                      <a:pt x="91732" y="195332"/>
                      <a:pt x="102243" y="201609"/>
                    </a:cubicBezTo>
                    <a:cubicBezTo>
                      <a:pt x="112754" y="207887"/>
                      <a:pt x="123948" y="211010"/>
                      <a:pt x="135858" y="211010"/>
                    </a:cubicBezTo>
                    <a:cubicBezTo>
                      <a:pt x="147768" y="211010"/>
                      <a:pt x="159515" y="207952"/>
                      <a:pt x="170188" y="201837"/>
                    </a:cubicBezTo>
                    <a:cubicBezTo>
                      <a:pt x="180829" y="195722"/>
                      <a:pt x="189290" y="186972"/>
                      <a:pt x="195570" y="175522"/>
                    </a:cubicBezTo>
                    <a:cubicBezTo>
                      <a:pt x="201851" y="164105"/>
                      <a:pt x="204975" y="150378"/>
                      <a:pt x="204975" y="134406"/>
                    </a:cubicBezTo>
                    <a:cubicBezTo>
                      <a:pt x="204975" y="118435"/>
                      <a:pt x="201851" y="104741"/>
                      <a:pt x="195570" y="93291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B1EAB3E2-25CA-DD19-033F-E5E94A7C3C70}"/>
                  </a:ext>
                </a:extLst>
              </p:cNvPr>
              <p:cNvSpPr/>
              <p:nvPr/>
            </p:nvSpPr>
            <p:spPr>
              <a:xfrm>
                <a:off x="5745011" y="2702180"/>
                <a:ext cx="248254" cy="347725"/>
              </a:xfrm>
              <a:custGeom>
                <a:avLst/>
                <a:gdLst>
                  <a:gd name="connsiteX0" fmla="*/ 199378 w 248254"/>
                  <a:gd name="connsiteY0" fmla="*/ 96576 h 347725"/>
                  <a:gd name="connsiteX1" fmla="*/ 235335 w 248254"/>
                  <a:gd name="connsiteY1" fmla="*/ 134634 h 347725"/>
                  <a:gd name="connsiteX2" fmla="*/ 248254 w 248254"/>
                  <a:gd name="connsiteY2" fmla="*/ 195006 h 347725"/>
                  <a:gd name="connsiteX3" fmla="*/ 248254 w 248254"/>
                  <a:gd name="connsiteY3" fmla="*/ 347726 h 347725"/>
                  <a:gd name="connsiteX4" fmla="*/ 182424 w 248254"/>
                  <a:gd name="connsiteY4" fmla="*/ 347726 h 347725"/>
                  <a:gd name="connsiteX5" fmla="*/ 182424 w 248254"/>
                  <a:gd name="connsiteY5" fmla="*/ 203919 h 347725"/>
                  <a:gd name="connsiteX6" fmla="*/ 166902 w 248254"/>
                  <a:gd name="connsiteY6" fmla="*/ 156233 h 347725"/>
                  <a:gd name="connsiteX7" fmla="*/ 124599 w 248254"/>
                  <a:gd name="connsiteY7" fmla="*/ 139546 h 347725"/>
                  <a:gd name="connsiteX8" fmla="*/ 81580 w 248254"/>
                  <a:gd name="connsiteY8" fmla="*/ 156233 h 347725"/>
                  <a:gd name="connsiteX9" fmla="*/ 65830 w 248254"/>
                  <a:gd name="connsiteY9" fmla="*/ 203919 h 347725"/>
                  <a:gd name="connsiteX10" fmla="*/ 65830 w 248254"/>
                  <a:gd name="connsiteY10" fmla="*/ 347726 h 347725"/>
                  <a:gd name="connsiteX11" fmla="*/ 0 w 248254"/>
                  <a:gd name="connsiteY11" fmla="*/ 347726 h 347725"/>
                  <a:gd name="connsiteX12" fmla="*/ 0 w 248254"/>
                  <a:gd name="connsiteY12" fmla="*/ 0 h 347725"/>
                  <a:gd name="connsiteX13" fmla="*/ 65830 w 248254"/>
                  <a:gd name="connsiteY13" fmla="*/ 0 h 347725"/>
                  <a:gd name="connsiteX14" fmla="*/ 65830 w 248254"/>
                  <a:gd name="connsiteY14" fmla="*/ 119834 h 347725"/>
                  <a:gd name="connsiteX15" fmla="*/ 99673 w 248254"/>
                  <a:gd name="connsiteY15" fmla="*/ 93291 h 347725"/>
                  <a:gd name="connsiteX16" fmla="*/ 146694 w 248254"/>
                  <a:gd name="connsiteY16" fmla="*/ 83662 h 347725"/>
                  <a:gd name="connsiteX17" fmla="*/ 199345 w 248254"/>
                  <a:gd name="connsiteY17" fmla="*/ 96576 h 3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48254" h="347725">
                    <a:moveTo>
                      <a:pt x="199378" y="96576"/>
                    </a:moveTo>
                    <a:cubicBezTo>
                      <a:pt x="214737" y="105196"/>
                      <a:pt x="226712" y="117882"/>
                      <a:pt x="235335" y="134634"/>
                    </a:cubicBezTo>
                    <a:cubicBezTo>
                      <a:pt x="243959" y="151386"/>
                      <a:pt x="248254" y="171521"/>
                      <a:pt x="248254" y="195006"/>
                    </a:cubicBezTo>
                    <a:lnTo>
                      <a:pt x="248254" y="347726"/>
                    </a:lnTo>
                    <a:lnTo>
                      <a:pt x="182424" y="347726"/>
                    </a:lnTo>
                    <a:lnTo>
                      <a:pt x="182424" y="203919"/>
                    </a:lnTo>
                    <a:cubicBezTo>
                      <a:pt x="182424" y="183231"/>
                      <a:pt x="177250" y="167357"/>
                      <a:pt x="166902" y="156233"/>
                    </a:cubicBezTo>
                    <a:cubicBezTo>
                      <a:pt x="156554" y="145108"/>
                      <a:pt x="142464" y="139546"/>
                      <a:pt x="124599" y="139546"/>
                    </a:cubicBezTo>
                    <a:cubicBezTo>
                      <a:pt x="106734" y="139546"/>
                      <a:pt x="92091" y="145108"/>
                      <a:pt x="81580" y="156233"/>
                    </a:cubicBezTo>
                    <a:cubicBezTo>
                      <a:pt x="71069" y="167357"/>
                      <a:pt x="65830" y="183264"/>
                      <a:pt x="65830" y="203919"/>
                    </a:cubicBezTo>
                    <a:lnTo>
                      <a:pt x="65830" y="347726"/>
                    </a:lnTo>
                    <a:lnTo>
                      <a:pt x="0" y="347726"/>
                    </a:lnTo>
                    <a:lnTo>
                      <a:pt x="0" y="0"/>
                    </a:lnTo>
                    <a:lnTo>
                      <a:pt x="65830" y="0"/>
                    </a:lnTo>
                    <a:lnTo>
                      <a:pt x="65830" y="119834"/>
                    </a:lnTo>
                    <a:cubicBezTo>
                      <a:pt x="74291" y="108546"/>
                      <a:pt x="85583" y="99699"/>
                      <a:pt x="99673" y="93291"/>
                    </a:cubicBezTo>
                    <a:cubicBezTo>
                      <a:pt x="113763" y="86883"/>
                      <a:pt x="129448" y="83662"/>
                      <a:pt x="146694" y="83662"/>
                    </a:cubicBezTo>
                    <a:cubicBezTo>
                      <a:pt x="166447" y="83662"/>
                      <a:pt x="183986" y="87989"/>
                      <a:pt x="199345" y="96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5306B53-E5F0-032B-AE56-C0B5A6D90F4B}"/>
                  </a:ext>
                </a:extLst>
              </p:cNvPr>
              <p:cNvSpPr/>
              <p:nvPr/>
            </p:nvSpPr>
            <p:spPr>
              <a:xfrm>
                <a:off x="6039831" y="2725275"/>
                <a:ext cx="155578" cy="324695"/>
              </a:xfrm>
              <a:custGeom>
                <a:avLst/>
                <a:gdLst>
                  <a:gd name="connsiteX0" fmla="*/ 97297 w 155578"/>
                  <a:gd name="connsiteY0" fmla="*/ 118370 h 324695"/>
                  <a:gd name="connsiteX1" fmla="*/ 97297 w 155578"/>
                  <a:gd name="connsiteY1" fmla="*/ 244319 h 324695"/>
                  <a:gd name="connsiteX2" fmla="*/ 103643 w 155578"/>
                  <a:gd name="connsiteY2" fmla="*/ 263348 h 324695"/>
                  <a:gd name="connsiteX3" fmla="*/ 125022 w 155578"/>
                  <a:gd name="connsiteY3" fmla="*/ 269235 h 324695"/>
                  <a:gd name="connsiteX4" fmla="*/ 155578 w 155578"/>
                  <a:gd name="connsiteY4" fmla="*/ 269235 h 324695"/>
                  <a:gd name="connsiteX5" fmla="*/ 155578 w 155578"/>
                  <a:gd name="connsiteY5" fmla="*/ 324696 h 324695"/>
                  <a:gd name="connsiteX6" fmla="*/ 114218 w 155578"/>
                  <a:gd name="connsiteY6" fmla="*/ 324696 h 324695"/>
                  <a:gd name="connsiteX7" fmla="*/ 31012 w 155578"/>
                  <a:gd name="connsiteY7" fmla="*/ 243863 h 324695"/>
                  <a:gd name="connsiteX8" fmla="*/ 31012 w 155578"/>
                  <a:gd name="connsiteY8" fmla="*/ 118402 h 324695"/>
                  <a:gd name="connsiteX9" fmla="*/ 0 w 155578"/>
                  <a:gd name="connsiteY9" fmla="*/ 118402 h 324695"/>
                  <a:gd name="connsiteX10" fmla="*/ 0 w 155578"/>
                  <a:gd name="connsiteY10" fmla="*/ 64373 h 324695"/>
                  <a:gd name="connsiteX11" fmla="*/ 31012 w 155578"/>
                  <a:gd name="connsiteY11" fmla="*/ 64373 h 324695"/>
                  <a:gd name="connsiteX12" fmla="*/ 31012 w 155578"/>
                  <a:gd name="connsiteY12" fmla="*/ 0 h 324695"/>
                  <a:gd name="connsiteX13" fmla="*/ 97297 w 155578"/>
                  <a:gd name="connsiteY13" fmla="*/ 0 h 324695"/>
                  <a:gd name="connsiteX14" fmla="*/ 97297 w 155578"/>
                  <a:gd name="connsiteY14" fmla="*/ 64373 h 324695"/>
                  <a:gd name="connsiteX15" fmla="*/ 155578 w 155578"/>
                  <a:gd name="connsiteY15" fmla="*/ 64373 h 324695"/>
                  <a:gd name="connsiteX16" fmla="*/ 155578 w 155578"/>
                  <a:gd name="connsiteY16" fmla="*/ 118402 h 324695"/>
                  <a:gd name="connsiteX17" fmla="*/ 97297 w 155578"/>
                  <a:gd name="connsiteY17" fmla="*/ 118402 h 324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5578" h="324695">
                    <a:moveTo>
                      <a:pt x="97297" y="118370"/>
                    </a:moveTo>
                    <a:lnTo>
                      <a:pt x="97297" y="244319"/>
                    </a:lnTo>
                    <a:cubicBezTo>
                      <a:pt x="97297" y="253101"/>
                      <a:pt x="99412" y="259444"/>
                      <a:pt x="103643" y="263348"/>
                    </a:cubicBezTo>
                    <a:cubicBezTo>
                      <a:pt x="107873" y="267284"/>
                      <a:pt x="114999" y="269235"/>
                      <a:pt x="125022" y="269235"/>
                    </a:cubicBezTo>
                    <a:lnTo>
                      <a:pt x="155578" y="269235"/>
                    </a:lnTo>
                    <a:lnTo>
                      <a:pt x="155578" y="324696"/>
                    </a:lnTo>
                    <a:lnTo>
                      <a:pt x="114218" y="324696"/>
                    </a:lnTo>
                    <a:cubicBezTo>
                      <a:pt x="58736" y="324696"/>
                      <a:pt x="31012" y="297763"/>
                      <a:pt x="31012" y="243863"/>
                    </a:cubicBezTo>
                    <a:lnTo>
                      <a:pt x="31012" y="118402"/>
                    </a:lnTo>
                    <a:lnTo>
                      <a:pt x="0" y="118402"/>
                    </a:lnTo>
                    <a:lnTo>
                      <a:pt x="0" y="64373"/>
                    </a:lnTo>
                    <a:lnTo>
                      <a:pt x="31012" y="64373"/>
                    </a:lnTo>
                    <a:lnTo>
                      <a:pt x="31012" y="0"/>
                    </a:lnTo>
                    <a:lnTo>
                      <a:pt x="97297" y="0"/>
                    </a:lnTo>
                    <a:lnTo>
                      <a:pt x="97297" y="64373"/>
                    </a:lnTo>
                    <a:lnTo>
                      <a:pt x="155578" y="64373"/>
                    </a:lnTo>
                    <a:lnTo>
                      <a:pt x="155578" y="118402"/>
                    </a:lnTo>
                    <a:lnTo>
                      <a:pt x="97297" y="118402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AC7426B8-6869-E476-4FD6-5A905DDF4486}"/>
                  </a:ext>
                </a:extLst>
              </p:cNvPr>
              <p:cNvSpPr/>
              <p:nvPr/>
            </p:nvSpPr>
            <p:spPr>
              <a:xfrm>
                <a:off x="6230683" y="2785354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3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5 w 259025"/>
                  <a:gd name="connsiteY11" fmla="*/ 63462 h 268812"/>
                  <a:gd name="connsiteX12" fmla="*/ 62543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6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8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3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2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19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4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5" y="63462"/>
                    </a:cubicBezTo>
                    <a:cubicBezTo>
                      <a:pt x="27432" y="43100"/>
                      <a:pt x="42791" y="27454"/>
                      <a:pt x="62543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0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6"/>
                    </a:cubicBezTo>
                    <a:cubicBezTo>
                      <a:pt x="253623" y="80898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8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256BF87-5E08-15DB-CCBA-50B7D009D91D}"/>
                  </a:ext>
                </a:extLst>
              </p:cNvPr>
              <p:cNvSpPr/>
              <p:nvPr/>
            </p:nvSpPr>
            <p:spPr>
              <a:xfrm>
                <a:off x="6542294" y="2785842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69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4F0DD09-9B26-6DDA-9CEF-0B77E9E7C97E}"/>
                  </a:ext>
                </a:extLst>
              </p:cNvPr>
              <p:cNvSpPr/>
              <p:nvPr/>
            </p:nvSpPr>
            <p:spPr>
              <a:xfrm>
                <a:off x="4783656" y="3191826"/>
                <a:ext cx="240705" cy="328013"/>
              </a:xfrm>
              <a:custGeom>
                <a:avLst/>
                <a:gdLst>
                  <a:gd name="connsiteX0" fmla="*/ 240705 w 240705"/>
                  <a:gd name="connsiteY0" fmla="*/ 0 h 328013"/>
                  <a:gd name="connsiteX1" fmla="*/ 240705 w 240705"/>
                  <a:gd name="connsiteY1" fmla="*/ 53118 h 328013"/>
                  <a:gd name="connsiteX2" fmla="*/ 153268 w 240705"/>
                  <a:gd name="connsiteY2" fmla="*/ 53118 h 328013"/>
                  <a:gd name="connsiteX3" fmla="*/ 153268 w 240705"/>
                  <a:gd name="connsiteY3" fmla="*/ 328014 h 328013"/>
                  <a:gd name="connsiteX4" fmla="*/ 87437 w 240705"/>
                  <a:gd name="connsiteY4" fmla="*/ 328014 h 328013"/>
                  <a:gd name="connsiteX5" fmla="*/ 87437 w 240705"/>
                  <a:gd name="connsiteY5" fmla="*/ 53118 h 328013"/>
                  <a:gd name="connsiteX6" fmla="*/ 0 w 240705"/>
                  <a:gd name="connsiteY6" fmla="*/ 53118 h 328013"/>
                  <a:gd name="connsiteX7" fmla="*/ 0 w 240705"/>
                  <a:gd name="connsiteY7" fmla="*/ 0 h 328013"/>
                  <a:gd name="connsiteX8" fmla="*/ 240705 w 240705"/>
                  <a:gd name="connsiteY8" fmla="*/ 0 h 328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0705" h="328013">
                    <a:moveTo>
                      <a:pt x="240705" y="0"/>
                    </a:moveTo>
                    <a:lnTo>
                      <a:pt x="240705" y="53118"/>
                    </a:lnTo>
                    <a:lnTo>
                      <a:pt x="153268" y="53118"/>
                    </a:lnTo>
                    <a:lnTo>
                      <a:pt x="153268" y="328014"/>
                    </a:lnTo>
                    <a:lnTo>
                      <a:pt x="87437" y="328014"/>
                    </a:lnTo>
                    <a:lnTo>
                      <a:pt x="87437" y="53118"/>
                    </a:lnTo>
                    <a:lnTo>
                      <a:pt x="0" y="53118"/>
                    </a:lnTo>
                    <a:lnTo>
                      <a:pt x="0" y="0"/>
                    </a:lnTo>
                    <a:lnTo>
                      <a:pt x="240705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75D6B2B9-3943-854B-F3C1-90F623E8D35A}"/>
                  </a:ext>
                </a:extLst>
              </p:cNvPr>
              <p:cNvSpPr/>
              <p:nvPr/>
            </p:nvSpPr>
            <p:spPr>
              <a:xfrm>
                <a:off x="5013557" y="3255256"/>
                <a:ext cx="268006" cy="268812"/>
              </a:xfrm>
              <a:custGeom>
                <a:avLst/>
                <a:gdLst>
                  <a:gd name="connsiteX0" fmla="*/ 64398 w 268006"/>
                  <a:gd name="connsiteY0" fmla="*/ 252126 h 268812"/>
                  <a:gd name="connsiteX1" fmla="*/ 17149 w 268006"/>
                  <a:gd name="connsiteY1" fmla="*/ 204895 h 268812"/>
                  <a:gd name="connsiteX2" fmla="*/ 0 w 268006"/>
                  <a:gd name="connsiteY2" fmla="*/ 134406 h 268812"/>
                  <a:gd name="connsiteX3" fmla="*/ 17637 w 268006"/>
                  <a:gd name="connsiteY3" fmla="*/ 63918 h 268812"/>
                  <a:gd name="connsiteX4" fmla="*/ 65830 w 268006"/>
                  <a:gd name="connsiteY4" fmla="*/ 16687 h 268812"/>
                  <a:gd name="connsiteX5" fmla="*/ 134003 w 268006"/>
                  <a:gd name="connsiteY5" fmla="*/ 0 h 268812"/>
                  <a:gd name="connsiteX6" fmla="*/ 202176 w 268006"/>
                  <a:gd name="connsiteY6" fmla="*/ 16687 h 268812"/>
                  <a:gd name="connsiteX7" fmla="*/ 250370 w 268006"/>
                  <a:gd name="connsiteY7" fmla="*/ 63918 h 268812"/>
                  <a:gd name="connsiteX8" fmla="*/ 268006 w 268006"/>
                  <a:gd name="connsiteY8" fmla="*/ 134406 h 268812"/>
                  <a:gd name="connsiteX9" fmla="*/ 249914 w 268006"/>
                  <a:gd name="connsiteY9" fmla="*/ 204895 h 268812"/>
                  <a:gd name="connsiteX10" fmla="*/ 201038 w 268006"/>
                  <a:gd name="connsiteY10" fmla="*/ 252126 h 268812"/>
                  <a:gd name="connsiteX11" fmla="*/ 132181 w 268006"/>
                  <a:gd name="connsiteY11" fmla="*/ 268813 h 268812"/>
                  <a:gd name="connsiteX12" fmla="*/ 64496 w 268006"/>
                  <a:gd name="connsiteY12" fmla="*/ 252126 h 268812"/>
                  <a:gd name="connsiteX13" fmla="*/ 165698 w 268006"/>
                  <a:gd name="connsiteY13" fmla="*/ 202780 h 268812"/>
                  <a:gd name="connsiteX14" fmla="*/ 190852 w 268006"/>
                  <a:gd name="connsiteY14" fmla="*/ 176693 h 268812"/>
                  <a:gd name="connsiteX15" fmla="*/ 200257 w 268006"/>
                  <a:gd name="connsiteY15" fmla="*/ 134406 h 268812"/>
                  <a:gd name="connsiteX16" fmla="*/ 180732 w 268006"/>
                  <a:gd name="connsiteY16" fmla="*/ 77319 h 268812"/>
                  <a:gd name="connsiteX17" fmla="*/ 133027 w 268006"/>
                  <a:gd name="connsiteY17" fmla="*/ 57347 h 268812"/>
                  <a:gd name="connsiteX18" fmla="*/ 85778 w 268006"/>
                  <a:gd name="connsiteY18" fmla="*/ 77319 h 268812"/>
                  <a:gd name="connsiteX19" fmla="*/ 66741 w 268006"/>
                  <a:gd name="connsiteY19" fmla="*/ 134406 h 268812"/>
                  <a:gd name="connsiteX20" fmla="*/ 85322 w 268006"/>
                  <a:gd name="connsiteY20" fmla="*/ 191493 h 268812"/>
                  <a:gd name="connsiteX21" fmla="*/ 132083 w 268006"/>
                  <a:gd name="connsiteY21" fmla="*/ 211465 h 268812"/>
                  <a:gd name="connsiteX22" fmla="*/ 165698 w 268006"/>
                  <a:gd name="connsiteY22" fmla="*/ 202780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68006" h="268812">
                    <a:moveTo>
                      <a:pt x="64398" y="252126"/>
                    </a:moveTo>
                    <a:cubicBezTo>
                      <a:pt x="44353" y="241001"/>
                      <a:pt x="28604" y="225257"/>
                      <a:pt x="17149" y="204895"/>
                    </a:cubicBezTo>
                    <a:cubicBezTo>
                      <a:pt x="5695" y="184532"/>
                      <a:pt x="0" y="161047"/>
                      <a:pt x="0" y="134406"/>
                    </a:cubicBezTo>
                    <a:cubicBezTo>
                      <a:pt x="0" y="107766"/>
                      <a:pt x="5890" y="84280"/>
                      <a:pt x="17637" y="63918"/>
                    </a:cubicBezTo>
                    <a:cubicBezTo>
                      <a:pt x="29384" y="43555"/>
                      <a:pt x="45459" y="27812"/>
                      <a:pt x="65830" y="16687"/>
                    </a:cubicBezTo>
                    <a:cubicBezTo>
                      <a:pt x="86201" y="5562"/>
                      <a:pt x="108914" y="0"/>
                      <a:pt x="134003" y="0"/>
                    </a:cubicBezTo>
                    <a:cubicBezTo>
                      <a:pt x="159092" y="0"/>
                      <a:pt x="181806" y="5562"/>
                      <a:pt x="202176" y="16687"/>
                    </a:cubicBezTo>
                    <a:cubicBezTo>
                      <a:pt x="222547" y="27812"/>
                      <a:pt x="238622" y="43555"/>
                      <a:pt x="250370" y="63918"/>
                    </a:cubicBezTo>
                    <a:cubicBezTo>
                      <a:pt x="262117" y="84280"/>
                      <a:pt x="268006" y="107798"/>
                      <a:pt x="268006" y="134406"/>
                    </a:cubicBezTo>
                    <a:cubicBezTo>
                      <a:pt x="268006" y="161014"/>
                      <a:pt x="261954" y="184532"/>
                      <a:pt x="249914" y="204895"/>
                    </a:cubicBezTo>
                    <a:cubicBezTo>
                      <a:pt x="237841" y="225257"/>
                      <a:pt x="221538" y="241001"/>
                      <a:pt x="201038" y="252126"/>
                    </a:cubicBezTo>
                    <a:cubicBezTo>
                      <a:pt x="180504" y="263250"/>
                      <a:pt x="157563" y="268813"/>
                      <a:pt x="132181" y="268813"/>
                    </a:cubicBezTo>
                    <a:cubicBezTo>
                      <a:pt x="106799" y="268813"/>
                      <a:pt x="84541" y="263250"/>
                      <a:pt x="64496" y="252126"/>
                    </a:cubicBezTo>
                    <a:close/>
                    <a:moveTo>
                      <a:pt x="165698" y="202780"/>
                    </a:moveTo>
                    <a:cubicBezTo>
                      <a:pt x="176209" y="196990"/>
                      <a:pt x="184572" y="188305"/>
                      <a:pt x="190852" y="176693"/>
                    </a:cubicBezTo>
                    <a:cubicBezTo>
                      <a:pt x="197133" y="165113"/>
                      <a:pt x="200257" y="150996"/>
                      <a:pt x="200257" y="134406"/>
                    </a:cubicBezTo>
                    <a:cubicBezTo>
                      <a:pt x="200257" y="109652"/>
                      <a:pt x="193748" y="90623"/>
                      <a:pt x="180732" y="77319"/>
                    </a:cubicBezTo>
                    <a:cubicBezTo>
                      <a:pt x="167716" y="64015"/>
                      <a:pt x="151836" y="57347"/>
                      <a:pt x="133027" y="57347"/>
                    </a:cubicBezTo>
                    <a:cubicBezTo>
                      <a:pt x="114218" y="57347"/>
                      <a:pt x="98469" y="64015"/>
                      <a:pt x="85778" y="77319"/>
                    </a:cubicBezTo>
                    <a:cubicBezTo>
                      <a:pt x="73087" y="90623"/>
                      <a:pt x="66741" y="109685"/>
                      <a:pt x="66741" y="134406"/>
                    </a:cubicBezTo>
                    <a:cubicBezTo>
                      <a:pt x="66741" y="159128"/>
                      <a:pt x="72924" y="178189"/>
                      <a:pt x="85322" y="191493"/>
                    </a:cubicBezTo>
                    <a:cubicBezTo>
                      <a:pt x="97688" y="204797"/>
                      <a:pt x="113307" y="211465"/>
                      <a:pt x="132083" y="211465"/>
                    </a:cubicBezTo>
                    <a:cubicBezTo>
                      <a:pt x="143993" y="211465"/>
                      <a:pt x="155188" y="208570"/>
                      <a:pt x="165698" y="20278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1324CB79-CEA3-5155-3854-94FE55E85696}"/>
                  </a:ext>
                </a:extLst>
              </p:cNvPr>
              <p:cNvSpPr/>
              <p:nvPr/>
            </p:nvSpPr>
            <p:spPr>
              <a:xfrm>
                <a:off x="5317684" y="3255288"/>
                <a:ext cx="271260" cy="392842"/>
              </a:xfrm>
              <a:custGeom>
                <a:avLst/>
                <a:gdLst>
                  <a:gd name="connsiteX0" fmla="*/ 170189 w 271260"/>
                  <a:gd name="connsiteY0" fmla="*/ 11515 h 392842"/>
                  <a:gd name="connsiteX1" fmla="*/ 204975 w 271260"/>
                  <a:gd name="connsiteY1" fmla="*/ 41343 h 392842"/>
                  <a:gd name="connsiteX2" fmla="*/ 204975 w 271260"/>
                  <a:gd name="connsiteY2" fmla="*/ 4229 h 392842"/>
                  <a:gd name="connsiteX3" fmla="*/ 271261 w 271260"/>
                  <a:gd name="connsiteY3" fmla="*/ 4229 h 392842"/>
                  <a:gd name="connsiteX4" fmla="*/ 271261 w 271260"/>
                  <a:gd name="connsiteY4" fmla="*/ 266438 h 392842"/>
                  <a:gd name="connsiteX5" fmla="*/ 256682 w 271260"/>
                  <a:gd name="connsiteY5" fmla="*/ 331039 h 392842"/>
                  <a:gd name="connsiteX6" fmla="*/ 212948 w 271260"/>
                  <a:gd name="connsiteY6" fmla="*/ 376156 h 392842"/>
                  <a:gd name="connsiteX7" fmla="*/ 142431 w 271260"/>
                  <a:gd name="connsiteY7" fmla="*/ 392842 h 392842"/>
                  <a:gd name="connsiteX8" fmla="*/ 51480 w 271260"/>
                  <a:gd name="connsiteY8" fmla="*/ 366983 h 392842"/>
                  <a:gd name="connsiteX9" fmla="*/ 11292 w 271260"/>
                  <a:gd name="connsiteY9" fmla="*/ 296494 h 392842"/>
                  <a:gd name="connsiteX10" fmla="*/ 76634 w 271260"/>
                  <a:gd name="connsiteY10" fmla="*/ 296494 h 392842"/>
                  <a:gd name="connsiteX11" fmla="*/ 98957 w 271260"/>
                  <a:gd name="connsiteY11" fmla="*/ 324924 h 392842"/>
                  <a:gd name="connsiteX12" fmla="*/ 140577 w 271260"/>
                  <a:gd name="connsiteY12" fmla="*/ 335495 h 392842"/>
                  <a:gd name="connsiteX13" fmla="*/ 187110 w 271260"/>
                  <a:gd name="connsiteY13" fmla="*/ 318353 h 392842"/>
                  <a:gd name="connsiteX14" fmla="*/ 204975 w 271260"/>
                  <a:gd name="connsiteY14" fmla="*/ 266438 h 392842"/>
                  <a:gd name="connsiteX15" fmla="*/ 204975 w 271260"/>
                  <a:gd name="connsiteY15" fmla="*/ 226038 h 392842"/>
                  <a:gd name="connsiteX16" fmla="*/ 169961 w 271260"/>
                  <a:gd name="connsiteY16" fmla="*/ 256582 h 392842"/>
                  <a:gd name="connsiteX17" fmla="*/ 118937 w 271260"/>
                  <a:gd name="connsiteY17" fmla="*/ 268813 h 392842"/>
                  <a:gd name="connsiteX18" fmla="*/ 58769 w 271260"/>
                  <a:gd name="connsiteY18" fmla="*/ 251898 h 392842"/>
                  <a:gd name="connsiteX19" fmla="*/ 15750 w 271260"/>
                  <a:gd name="connsiteY19" fmla="*/ 204212 h 392842"/>
                  <a:gd name="connsiteX20" fmla="*/ 0 w 271260"/>
                  <a:gd name="connsiteY20" fmla="*/ 133496 h 392842"/>
                  <a:gd name="connsiteX21" fmla="*/ 15750 w 271260"/>
                  <a:gd name="connsiteY21" fmla="*/ 63462 h 392842"/>
                  <a:gd name="connsiteX22" fmla="*/ 58541 w 271260"/>
                  <a:gd name="connsiteY22" fmla="*/ 16459 h 392842"/>
                  <a:gd name="connsiteX23" fmla="*/ 118937 w 271260"/>
                  <a:gd name="connsiteY23" fmla="*/ 0 h 392842"/>
                  <a:gd name="connsiteX24" fmla="*/ 170189 w 271260"/>
                  <a:gd name="connsiteY24" fmla="*/ 11515 h 392842"/>
                  <a:gd name="connsiteX25" fmla="*/ 195571 w 271260"/>
                  <a:gd name="connsiteY25" fmla="*/ 93258 h 392842"/>
                  <a:gd name="connsiteX26" fmla="*/ 170189 w 271260"/>
                  <a:gd name="connsiteY26" fmla="*/ 66943 h 392842"/>
                  <a:gd name="connsiteX27" fmla="*/ 135858 w 271260"/>
                  <a:gd name="connsiteY27" fmla="*/ 57770 h 392842"/>
                  <a:gd name="connsiteX28" fmla="*/ 102016 w 271260"/>
                  <a:gd name="connsiteY28" fmla="*/ 66683 h 392842"/>
                  <a:gd name="connsiteX29" fmla="*/ 76862 w 271260"/>
                  <a:gd name="connsiteY29" fmla="*/ 92770 h 392842"/>
                  <a:gd name="connsiteX30" fmla="*/ 67230 w 271260"/>
                  <a:gd name="connsiteY30" fmla="*/ 133431 h 392842"/>
                  <a:gd name="connsiteX31" fmla="*/ 76862 w 271260"/>
                  <a:gd name="connsiteY31" fmla="*/ 174546 h 392842"/>
                  <a:gd name="connsiteX32" fmla="*/ 102244 w 271260"/>
                  <a:gd name="connsiteY32" fmla="*/ 201577 h 392842"/>
                  <a:gd name="connsiteX33" fmla="*/ 135858 w 271260"/>
                  <a:gd name="connsiteY33" fmla="*/ 210978 h 392842"/>
                  <a:gd name="connsiteX34" fmla="*/ 170189 w 271260"/>
                  <a:gd name="connsiteY34" fmla="*/ 201805 h 392842"/>
                  <a:gd name="connsiteX35" fmla="*/ 195571 w 271260"/>
                  <a:gd name="connsiteY35" fmla="*/ 175489 h 392842"/>
                  <a:gd name="connsiteX36" fmla="*/ 204975 w 271260"/>
                  <a:gd name="connsiteY36" fmla="*/ 134374 h 392842"/>
                  <a:gd name="connsiteX37" fmla="*/ 195571 w 271260"/>
                  <a:gd name="connsiteY37" fmla="*/ 93258 h 392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71260" h="392842">
                    <a:moveTo>
                      <a:pt x="170189" y="11515"/>
                    </a:moveTo>
                    <a:cubicBezTo>
                      <a:pt x="184930" y="19192"/>
                      <a:pt x="196514" y="29145"/>
                      <a:pt x="204975" y="41343"/>
                    </a:cubicBezTo>
                    <a:lnTo>
                      <a:pt x="204975" y="4229"/>
                    </a:lnTo>
                    <a:lnTo>
                      <a:pt x="271261" y="4229"/>
                    </a:lnTo>
                    <a:lnTo>
                      <a:pt x="271261" y="266438"/>
                    </a:lnTo>
                    <a:cubicBezTo>
                      <a:pt x="271261" y="290574"/>
                      <a:pt x="266412" y="312108"/>
                      <a:pt x="256682" y="331039"/>
                    </a:cubicBezTo>
                    <a:cubicBezTo>
                      <a:pt x="246953" y="350003"/>
                      <a:pt x="232407" y="365031"/>
                      <a:pt x="212948" y="376156"/>
                    </a:cubicBezTo>
                    <a:cubicBezTo>
                      <a:pt x="193521" y="387280"/>
                      <a:pt x="169994" y="392842"/>
                      <a:pt x="142431" y="392842"/>
                    </a:cubicBezTo>
                    <a:cubicBezTo>
                      <a:pt x="105432" y="392842"/>
                      <a:pt x="75137" y="384222"/>
                      <a:pt x="51480" y="366983"/>
                    </a:cubicBezTo>
                    <a:cubicBezTo>
                      <a:pt x="27823" y="349743"/>
                      <a:pt x="14416" y="326257"/>
                      <a:pt x="11292" y="296494"/>
                    </a:cubicBezTo>
                    <a:lnTo>
                      <a:pt x="76634" y="296494"/>
                    </a:lnTo>
                    <a:cubicBezTo>
                      <a:pt x="80083" y="308399"/>
                      <a:pt x="87535" y="317865"/>
                      <a:pt x="98957" y="324924"/>
                    </a:cubicBezTo>
                    <a:cubicBezTo>
                      <a:pt x="110379" y="331982"/>
                      <a:pt x="124274" y="335495"/>
                      <a:pt x="140577" y="335495"/>
                    </a:cubicBezTo>
                    <a:cubicBezTo>
                      <a:pt x="159678" y="335495"/>
                      <a:pt x="175200" y="329770"/>
                      <a:pt x="187110" y="318353"/>
                    </a:cubicBezTo>
                    <a:cubicBezTo>
                      <a:pt x="199020" y="306903"/>
                      <a:pt x="204975" y="289598"/>
                      <a:pt x="204975" y="266438"/>
                    </a:cubicBezTo>
                    <a:lnTo>
                      <a:pt x="204975" y="226038"/>
                    </a:lnTo>
                    <a:cubicBezTo>
                      <a:pt x="196514" y="238269"/>
                      <a:pt x="184832" y="248450"/>
                      <a:pt x="169961" y="256582"/>
                    </a:cubicBezTo>
                    <a:cubicBezTo>
                      <a:pt x="155057" y="264714"/>
                      <a:pt x="138071" y="268813"/>
                      <a:pt x="118937" y="268813"/>
                    </a:cubicBezTo>
                    <a:cubicBezTo>
                      <a:pt x="97004" y="268813"/>
                      <a:pt x="76927" y="263185"/>
                      <a:pt x="58769" y="251898"/>
                    </a:cubicBezTo>
                    <a:cubicBezTo>
                      <a:pt x="40579" y="240611"/>
                      <a:pt x="26261" y="224737"/>
                      <a:pt x="15750" y="204212"/>
                    </a:cubicBezTo>
                    <a:cubicBezTo>
                      <a:pt x="5239" y="183686"/>
                      <a:pt x="0" y="160136"/>
                      <a:pt x="0" y="133496"/>
                    </a:cubicBezTo>
                    <a:cubicBezTo>
                      <a:pt x="0" y="106855"/>
                      <a:pt x="5239" y="83858"/>
                      <a:pt x="15750" y="63462"/>
                    </a:cubicBezTo>
                    <a:cubicBezTo>
                      <a:pt x="26261" y="43100"/>
                      <a:pt x="40514" y="27454"/>
                      <a:pt x="58541" y="16459"/>
                    </a:cubicBezTo>
                    <a:cubicBezTo>
                      <a:pt x="76569" y="5497"/>
                      <a:pt x="96679" y="0"/>
                      <a:pt x="118937" y="0"/>
                    </a:cubicBezTo>
                    <a:cubicBezTo>
                      <a:pt x="138364" y="0"/>
                      <a:pt x="155448" y="3838"/>
                      <a:pt x="170189" y="11515"/>
                    </a:cubicBezTo>
                    <a:close/>
                    <a:moveTo>
                      <a:pt x="195571" y="93258"/>
                    </a:moveTo>
                    <a:cubicBezTo>
                      <a:pt x="189290" y="81841"/>
                      <a:pt x="180830" y="73058"/>
                      <a:pt x="170189" y="66943"/>
                    </a:cubicBezTo>
                    <a:cubicBezTo>
                      <a:pt x="159515" y="60828"/>
                      <a:pt x="148093" y="57770"/>
                      <a:pt x="135858" y="57770"/>
                    </a:cubicBezTo>
                    <a:cubicBezTo>
                      <a:pt x="123623" y="57770"/>
                      <a:pt x="112364" y="60763"/>
                      <a:pt x="102016" y="66683"/>
                    </a:cubicBezTo>
                    <a:cubicBezTo>
                      <a:pt x="91668" y="72635"/>
                      <a:pt x="83272" y="81320"/>
                      <a:pt x="76862" y="92770"/>
                    </a:cubicBezTo>
                    <a:cubicBezTo>
                      <a:pt x="70418" y="104220"/>
                      <a:pt x="67230" y="117752"/>
                      <a:pt x="67230" y="133431"/>
                    </a:cubicBezTo>
                    <a:cubicBezTo>
                      <a:pt x="67230" y="149109"/>
                      <a:pt x="70451" y="162803"/>
                      <a:pt x="76862" y="174546"/>
                    </a:cubicBezTo>
                    <a:cubicBezTo>
                      <a:pt x="83272" y="186289"/>
                      <a:pt x="91733" y="195299"/>
                      <a:pt x="102244" y="201577"/>
                    </a:cubicBezTo>
                    <a:cubicBezTo>
                      <a:pt x="112754" y="207855"/>
                      <a:pt x="123948" y="210978"/>
                      <a:pt x="135858" y="210978"/>
                    </a:cubicBezTo>
                    <a:cubicBezTo>
                      <a:pt x="147768" y="210978"/>
                      <a:pt x="159515" y="207920"/>
                      <a:pt x="170189" y="201805"/>
                    </a:cubicBezTo>
                    <a:cubicBezTo>
                      <a:pt x="180830" y="195689"/>
                      <a:pt x="189290" y="186939"/>
                      <a:pt x="195571" y="175489"/>
                    </a:cubicBezTo>
                    <a:cubicBezTo>
                      <a:pt x="201851" y="164072"/>
                      <a:pt x="204975" y="150345"/>
                      <a:pt x="204975" y="134374"/>
                    </a:cubicBezTo>
                    <a:cubicBezTo>
                      <a:pt x="204975" y="118402"/>
                      <a:pt x="201851" y="104708"/>
                      <a:pt x="195571" y="9325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B67A194-51C5-345A-7624-3058FB808ED0}"/>
                  </a:ext>
                </a:extLst>
              </p:cNvPr>
              <p:cNvSpPr/>
              <p:nvPr/>
            </p:nvSpPr>
            <p:spPr>
              <a:xfrm>
                <a:off x="5641140" y="3255256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4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6 w 259025"/>
                  <a:gd name="connsiteY11" fmla="*/ 63462 h 268812"/>
                  <a:gd name="connsiteX12" fmla="*/ 62544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5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7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4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3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20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5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6" y="63462"/>
                    </a:cubicBezTo>
                    <a:cubicBezTo>
                      <a:pt x="27432" y="43100"/>
                      <a:pt x="42791" y="27454"/>
                      <a:pt x="62544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1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5"/>
                    </a:cubicBezTo>
                    <a:cubicBezTo>
                      <a:pt x="253624" y="80897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7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5B17FAFA-04CF-D9C4-932F-23634900BE96}"/>
                  </a:ext>
                </a:extLst>
              </p:cNvPr>
              <p:cNvSpPr/>
              <p:nvPr/>
            </p:nvSpPr>
            <p:spPr>
              <a:xfrm>
                <a:off x="5932120" y="3195176"/>
                <a:ext cx="155577" cy="324695"/>
              </a:xfrm>
              <a:custGeom>
                <a:avLst/>
                <a:gdLst>
                  <a:gd name="connsiteX0" fmla="*/ 97297 w 155577"/>
                  <a:gd name="connsiteY0" fmla="*/ 118370 h 324695"/>
                  <a:gd name="connsiteX1" fmla="*/ 97297 w 155577"/>
                  <a:gd name="connsiteY1" fmla="*/ 244319 h 324695"/>
                  <a:gd name="connsiteX2" fmla="*/ 103643 w 155577"/>
                  <a:gd name="connsiteY2" fmla="*/ 263348 h 324695"/>
                  <a:gd name="connsiteX3" fmla="*/ 125022 w 155577"/>
                  <a:gd name="connsiteY3" fmla="*/ 269235 h 324695"/>
                  <a:gd name="connsiteX4" fmla="*/ 155578 w 155577"/>
                  <a:gd name="connsiteY4" fmla="*/ 269235 h 324695"/>
                  <a:gd name="connsiteX5" fmla="*/ 155578 w 155577"/>
                  <a:gd name="connsiteY5" fmla="*/ 324696 h 324695"/>
                  <a:gd name="connsiteX6" fmla="*/ 114218 w 155577"/>
                  <a:gd name="connsiteY6" fmla="*/ 324696 h 324695"/>
                  <a:gd name="connsiteX7" fmla="*/ 31012 w 155577"/>
                  <a:gd name="connsiteY7" fmla="*/ 243863 h 324695"/>
                  <a:gd name="connsiteX8" fmla="*/ 31012 w 155577"/>
                  <a:gd name="connsiteY8" fmla="*/ 118402 h 324695"/>
                  <a:gd name="connsiteX9" fmla="*/ 0 w 155577"/>
                  <a:gd name="connsiteY9" fmla="*/ 118402 h 324695"/>
                  <a:gd name="connsiteX10" fmla="*/ 0 w 155577"/>
                  <a:gd name="connsiteY10" fmla="*/ 64373 h 324695"/>
                  <a:gd name="connsiteX11" fmla="*/ 31012 w 155577"/>
                  <a:gd name="connsiteY11" fmla="*/ 64373 h 324695"/>
                  <a:gd name="connsiteX12" fmla="*/ 31012 w 155577"/>
                  <a:gd name="connsiteY12" fmla="*/ 0 h 324695"/>
                  <a:gd name="connsiteX13" fmla="*/ 97297 w 155577"/>
                  <a:gd name="connsiteY13" fmla="*/ 0 h 324695"/>
                  <a:gd name="connsiteX14" fmla="*/ 97297 w 155577"/>
                  <a:gd name="connsiteY14" fmla="*/ 64373 h 324695"/>
                  <a:gd name="connsiteX15" fmla="*/ 155578 w 155577"/>
                  <a:gd name="connsiteY15" fmla="*/ 64373 h 324695"/>
                  <a:gd name="connsiteX16" fmla="*/ 155578 w 155577"/>
                  <a:gd name="connsiteY16" fmla="*/ 118402 h 324695"/>
                  <a:gd name="connsiteX17" fmla="*/ 97297 w 155577"/>
                  <a:gd name="connsiteY17" fmla="*/ 118402 h 324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5577" h="324695">
                    <a:moveTo>
                      <a:pt x="97297" y="118370"/>
                    </a:moveTo>
                    <a:lnTo>
                      <a:pt x="97297" y="244319"/>
                    </a:lnTo>
                    <a:cubicBezTo>
                      <a:pt x="97297" y="253101"/>
                      <a:pt x="99412" y="259444"/>
                      <a:pt x="103643" y="263348"/>
                    </a:cubicBezTo>
                    <a:cubicBezTo>
                      <a:pt x="107873" y="267284"/>
                      <a:pt x="114999" y="269235"/>
                      <a:pt x="125022" y="269235"/>
                    </a:cubicBezTo>
                    <a:lnTo>
                      <a:pt x="155578" y="269235"/>
                    </a:lnTo>
                    <a:lnTo>
                      <a:pt x="155578" y="324696"/>
                    </a:lnTo>
                    <a:lnTo>
                      <a:pt x="114218" y="324696"/>
                    </a:lnTo>
                    <a:cubicBezTo>
                      <a:pt x="58736" y="324696"/>
                      <a:pt x="31012" y="297763"/>
                      <a:pt x="31012" y="243863"/>
                    </a:cubicBezTo>
                    <a:lnTo>
                      <a:pt x="31012" y="118402"/>
                    </a:lnTo>
                    <a:lnTo>
                      <a:pt x="0" y="118402"/>
                    </a:lnTo>
                    <a:lnTo>
                      <a:pt x="0" y="64373"/>
                    </a:lnTo>
                    <a:lnTo>
                      <a:pt x="31012" y="64373"/>
                    </a:lnTo>
                    <a:lnTo>
                      <a:pt x="31012" y="0"/>
                    </a:lnTo>
                    <a:lnTo>
                      <a:pt x="97297" y="0"/>
                    </a:lnTo>
                    <a:lnTo>
                      <a:pt x="97297" y="64373"/>
                    </a:lnTo>
                    <a:lnTo>
                      <a:pt x="155578" y="64373"/>
                    </a:lnTo>
                    <a:lnTo>
                      <a:pt x="155578" y="118402"/>
                    </a:lnTo>
                    <a:lnTo>
                      <a:pt x="97297" y="118402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0D53B3DC-50AE-7683-29C8-B214DDD6052E}"/>
                  </a:ext>
                </a:extLst>
              </p:cNvPr>
              <p:cNvSpPr/>
              <p:nvPr/>
            </p:nvSpPr>
            <p:spPr>
              <a:xfrm>
                <a:off x="6139829" y="3172081"/>
                <a:ext cx="248254" cy="347725"/>
              </a:xfrm>
              <a:custGeom>
                <a:avLst/>
                <a:gdLst>
                  <a:gd name="connsiteX0" fmla="*/ 199378 w 248254"/>
                  <a:gd name="connsiteY0" fmla="*/ 96576 h 347725"/>
                  <a:gd name="connsiteX1" fmla="*/ 235336 w 248254"/>
                  <a:gd name="connsiteY1" fmla="*/ 134634 h 347725"/>
                  <a:gd name="connsiteX2" fmla="*/ 248254 w 248254"/>
                  <a:gd name="connsiteY2" fmla="*/ 195006 h 347725"/>
                  <a:gd name="connsiteX3" fmla="*/ 248254 w 248254"/>
                  <a:gd name="connsiteY3" fmla="*/ 347726 h 347725"/>
                  <a:gd name="connsiteX4" fmla="*/ 182424 w 248254"/>
                  <a:gd name="connsiteY4" fmla="*/ 347726 h 347725"/>
                  <a:gd name="connsiteX5" fmla="*/ 182424 w 248254"/>
                  <a:gd name="connsiteY5" fmla="*/ 203919 h 347725"/>
                  <a:gd name="connsiteX6" fmla="*/ 166902 w 248254"/>
                  <a:gd name="connsiteY6" fmla="*/ 156233 h 347725"/>
                  <a:gd name="connsiteX7" fmla="*/ 124599 w 248254"/>
                  <a:gd name="connsiteY7" fmla="*/ 139546 h 347725"/>
                  <a:gd name="connsiteX8" fmla="*/ 81580 w 248254"/>
                  <a:gd name="connsiteY8" fmla="*/ 156233 h 347725"/>
                  <a:gd name="connsiteX9" fmla="*/ 65830 w 248254"/>
                  <a:gd name="connsiteY9" fmla="*/ 203919 h 347725"/>
                  <a:gd name="connsiteX10" fmla="*/ 65830 w 248254"/>
                  <a:gd name="connsiteY10" fmla="*/ 347726 h 347725"/>
                  <a:gd name="connsiteX11" fmla="*/ 0 w 248254"/>
                  <a:gd name="connsiteY11" fmla="*/ 347726 h 347725"/>
                  <a:gd name="connsiteX12" fmla="*/ 0 w 248254"/>
                  <a:gd name="connsiteY12" fmla="*/ 0 h 347725"/>
                  <a:gd name="connsiteX13" fmla="*/ 65830 w 248254"/>
                  <a:gd name="connsiteY13" fmla="*/ 0 h 347725"/>
                  <a:gd name="connsiteX14" fmla="*/ 65830 w 248254"/>
                  <a:gd name="connsiteY14" fmla="*/ 119834 h 347725"/>
                  <a:gd name="connsiteX15" fmla="*/ 99673 w 248254"/>
                  <a:gd name="connsiteY15" fmla="*/ 93291 h 347725"/>
                  <a:gd name="connsiteX16" fmla="*/ 146694 w 248254"/>
                  <a:gd name="connsiteY16" fmla="*/ 83662 h 347725"/>
                  <a:gd name="connsiteX17" fmla="*/ 199345 w 248254"/>
                  <a:gd name="connsiteY17" fmla="*/ 96576 h 3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48254" h="347725">
                    <a:moveTo>
                      <a:pt x="199378" y="96576"/>
                    </a:moveTo>
                    <a:cubicBezTo>
                      <a:pt x="214737" y="105196"/>
                      <a:pt x="226712" y="117882"/>
                      <a:pt x="235336" y="134634"/>
                    </a:cubicBezTo>
                    <a:cubicBezTo>
                      <a:pt x="243959" y="151386"/>
                      <a:pt x="248254" y="171521"/>
                      <a:pt x="248254" y="195006"/>
                    </a:cubicBezTo>
                    <a:lnTo>
                      <a:pt x="248254" y="347726"/>
                    </a:lnTo>
                    <a:lnTo>
                      <a:pt x="182424" y="347726"/>
                    </a:lnTo>
                    <a:lnTo>
                      <a:pt x="182424" y="203919"/>
                    </a:lnTo>
                    <a:cubicBezTo>
                      <a:pt x="182424" y="183231"/>
                      <a:pt x="177250" y="167357"/>
                      <a:pt x="166902" y="156233"/>
                    </a:cubicBezTo>
                    <a:cubicBezTo>
                      <a:pt x="156554" y="145108"/>
                      <a:pt x="142464" y="139546"/>
                      <a:pt x="124599" y="139546"/>
                    </a:cubicBezTo>
                    <a:cubicBezTo>
                      <a:pt x="106734" y="139546"/>
                      <a:pt x="92091" y="145108"/>
                      <a:pt x="81580" y="156233"/>
                    </a:cubicBezTo>
                    <a:cubicBezTo>
                      <a:pt x="71070" y="167357"/>
                      <a:pt x="65830" y="183264"/>
                      <a:pt x="65830" y="203919"/>
                    </a:cubicBezTo>
                    <a:lnTo>
                      <a:pt x="65830" y="347726"/>
                    </a:lnTo>
                    <a:lnTo>
                      <a:pt x="0" y="347726"/>
                    </a:lnTo>
                    <a:lnTo>
                      <a:pt x="0" y="0"/>
                    </a:lnTo>
                    <a:lnTo>
                      <a:pt x="65830" y="0"/>
                    </a:lnTo>
                    <a:lnTo>
                      <a:pt x="65830" y="119834"/>
                    </a:lnTo>
                    <a:cubicBezTo>
                      <a:pt x="74291" y="108546"/>
                      <a:pt x="85583" y="99699"/>
                      <a:pt x="99673" y="93291"/>
                    </a:cubicBezTo>
                    <a:cubicBezTo>
                      <a:pt x="113763" y="86883"/>
                      <a:pt x="129448" y="83662"/>
                      <a:pt x="146694" y="83662"/>
                    </a:cubicBezTo>
                    <a:cubicBezTo>
                      <a:pt x="166447" y="83662"/>
                      <a:pt x="183986" y="87989"/>
                      <a:pt x="199345" y="96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3EB6A0DC-A903-F9BD-ADA2-D758EE0F8AA2}"/>
                  </a:ext>
                </a:extLst>
              </p:cNvPr>
              <p:cNvSpPr/>
              <p:nvPr/>
            </p:nvSpPr>
            <p:spPr>
              <a:xfrm>
                <a:off x="6438424" y="3255256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4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6 w 259025"/>
                  <a:gd name="connsiteY11" fmla="*/ 63462 h 268812"/>
                  <a:gd name="connsiteX12" fmla="*/ 62543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5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7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4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2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19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5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6" y="63462"/>
                    </a:cubicBezTo>
                    <a:cubicBezTo>
                      <a:pt x="27432" y="43100"/>
                      <a:pt x="42791" y="27454"/>
                      <a:pt x="62543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0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5"/>
                    </a:cubicBezTo>
                    <a:cubicBezTo>
                      <a:pt x="253624" y="80897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7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B53F8860-81F3-2E50-DDC5-33F9E89E775A}"/>
                  </a:ext>
                </a:extLst>
              </p:cNvPr>
              <p:cNvSpPr/>
              <p:nvPr/>
            </p:nvSpPr>
            <p:spPr>
              <a:xfrm>
                <a:off x="6750067" y="3255744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69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CC09F61-E382-D981-06D1-6268A10F859E}"/>
                </a:ext>
              </a:extLst>
            </p:cNvPr>
            <p:cNvGrpSpPr/>
            <p:nvPr userDrawn="1"/>
          </p:nvGrpSpPr>
          <p:grpSpPr>
            <a:xfrm>
              <a:off x="1329004" y="2629430"/>
              <a:ext cx="2894619" cy="979228"/>
              <a:chOff x="532238" y="532263"/>
              <a:chExt cx="1522954" cy="515204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F1D1E8AF-7AA3-D831-81DB-14A20046B55C}"/>
                  </a:ext>
                </a:extLst>
              </p:cNvPr>
              <p:cNvSpPr/>
              <p:nvPr/>
            </p:nvSpPr>
            <p:spPr>
              <a:xfrm>
                <a:off x="532238" y="532263"/>
                <a:ext cx="584573" cy="515204"/>
              </a:xfrm>
              <a:custGeom>
                <a:avLst/>
                <a:gdLst>
                  <a:gd name="connsiteX0" fmla="*/ 670274 w 919067"/>
                  <a:gd name="connsiteY0" fmla="*/ 0 h 810006"/>
                  <a:gd name="connsiteX1" fmla="*/ 670274 w 919067"/>
                  <a:gd name="connsiteY1" fmla="*/ 489394 h 810006"/>
                  <a:gd name="connsiteX2" fmla="*/ 248984 w 919067"/>
                  <a:gd name="connsiteY2" fmla="*/ 0 h 810006"/>
                  <a:gd name="connsiteX3" fmla="*/ 0 w 919067"/>
                  <a:gd name="connsiteY3" fmla="*/ 0 h 810006"/>
                  <a:gd name="connsiteX4" fmla="*/ 0 w 919067"/>
                  <a:gd name="connsiteY4" fmla="*/ 809244 h 810006"/>
                  <a:gd name="connsiteX5" fmla="*/ 476 w 919067"/>
                  <a:gd name="connsiteY5" fmla="*/ 810006 h 810006"/>
                  <a:gd name="connsiteX6" fmla="*/ 249174 w 919067"/>
                  <a:gd name="connsiteY6" fmla="*/ 809911 h 810006"/>
                  <a:gd name="connsiteX7" fmla="*/ 249079 w 919067"/>
                  <a:gd name="connsiteY7" fmla="*/ 320516 h 810006"/>
                  <a:gd name="connsiteX8" fmla="*/ 670370 w 919067"/>
                  <a:gd name="connsiteY8" fmla="*/ 810006 h 810006"/>
                  <a:gd name="connsiteX9" fmla="*/ 919067 w 919067"/>
                  <a:gd name="connsiteY9" fmla="*/ 405003 h 810006"/>
                  <a:gd name="connsiteX10" fmla="*/ 670370 w 919067"/>
                  <a:gd name="connsiteY10" fmla="*/ 0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19067" h="810006">
                    <a:moveTo>
                      <a:pt x="670274" y="0"/>
                    </a:moveTo>
                    <a:lnTo>
                      <a:pt x="670274" y="489394"/>
                    </a:lnTo>
                    <a:lnTo>
                      <a:pt x="248984" y="0"/>
                    </a:lnTo>
                    <a:lnTo>
                      <a:pt x="0" y="0"/>
                    </a:lnTo>
                    <a:lnTo>
                      <a:pt x="0" y="809244"/>
                    </a:lnTo>
                    <a:lnTo>
                      <a:pt x="476" y="810006"/>
                    </a:lnTo>
                    <a:lnTo>
                      <a:pt x="249174" y="809911"/>
                    </a:lnTo>
                    <a:lnTo>
                      <a:pt x="249079" y="320516"/>
                    </a:lnTo>
                    <a:lnTo>
                      <a:pt x="670370" y="810006"/>
                    </a:lnTo>
                    <a:lnTo>
                      <a:pt x="919067" y="405003"/>
                    </a:lnTo>
                    <a:lnTo>
                      <a:pt x="670370" y="0"/>
                    </a:lnTo>
                  </a:path>
                </a:pathLst>
              </a:custGeom>
              <a:solidFill>
                <a:srgbClr val="F9B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Poppins" panose="00000500000000000000" pitchFamily="2" charset="0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2847E46E-498A-BEC3-5037-C9EC051502AB}"/>
                  </a:ext>
                </a:extLst>
              </p:cNvPr>
              <p:cNvSpPr/>
              <p:nvPr/>
            </p:nvSpPr>
            <p:spPr>
              <a:xfrm>
                <a:off x="1484069" y="532263"/>
                <a:ext cx="571123" cy="515204"/>
              </a:xfrm>
              <a:custGeom>
                <a:avLst/>
                <a:gdLst>
                  <a:gd name="connsiteX0" fmla="*/ 603599 w 897921"/>
                  <a:gd name="connsiteY0" fmla="*/ 0 h 810006"/>
                  <a:gd name="connsiteX1" fmla="*/ 248698 w 897921"/>
                  <a:gd name="connsiteY1" fmla="*/ 0 h 810006"/>
                  <a:gd name="connsiteX2" fmla="*/ 0 w 897921"/>
                  <a:gd name="connsiteY2" fmla="*/ 405003 h 810006"/>
                  <a:gd name="connsiteX3" fmla="*/ 248603 w 897921"/>
                  <a:gd name="connsiteY3" fmla="*/ 810006 h 810006"/>
                  <a:gd name="connsiteX4" fmla="*/ 248698 w 897921"/>
                  <a:gd name="connsiteY4" fmla="*/ 810006 h 810006"/>
                  <a:gd name="connsiteX5" fmla="*/ 248603 w 897921"/>
                  <a:gd name="connsiteY5" fmla="*/ 631127 h 810006"/>
                  <a:gd name="connsiteX6" fmla="*/ 668750 w 897921"/>
                  <a:gd name="connsiteY6" fmla="*/ 631127 h 810006"/>
                  <a:gd name="connsiteX7" fmla="*/ 897922 w 897921"/>
                  <a:gd name="connsiteY7" fmla="*/ 372142 h 810006"/>
                  <a:gd name="connsiteX8" fmla="*/ 897922 w 897921"/>
                  <a:gd name="connsiteY8" fmla="*/ 276987 h 810006"/>
                  <a:gd name="connsiteX9" fmla="*/ 603599 w 897921"/>
                  <a:gd name="connsiteY9" fmla="*/ 0 h 810006"/>
                  <a:gd name="connsiteX10" fmla="*/ 665702 w 897921"/>
                  <a:gd name="connsiteY10" fmla="*/ 326803 h 810006"/>
                  <a:gd name="connsiteX11" fmla="*/ 584835 w 897921"/>
                  <a:gd name="connsiteY11" fmla="*/ 430054 h 810006"/>
                  <a:gd name="connsiteX12" fmla="*/ 248984 w 897921"/>
                  <a:gd name="connsiteY12" fmla="*/ 430054 h 810006"/>
                  <a:gd name="connsiteX13" fmla="*/ 248984 w 897921"/>
                  <a:gd name="connsiteY13" fmla="*/ 200882 h 810006"/>
                  <a:gd name="connsiteX14" fmla="*/ 563499 w 897921"/>
                  <a:gd name="connsiteY14" fmla="*/ 200882 h 810006"/>
                  <a:gd name="connsiteX15" fmla="*/ 665702 w 897921"/>
                  <a:gd name="connsiteY15" fmla="*/ 286893 h 810006"/>
                  <a:gd name="connsiteX16" fmla="*/ 665702 w 897921"/>
                  <a:gd name="connsiteY16" fmla="*/ 326803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97921" h="810006">
                    <a:moveTo>
                      <a:pt x="603599" y="0"/>
                    </a:moveTo>
                    <a:lnTo>
                      <a:pt x="248698" y="0"/>
                    </a:lnTo>
                    <a:lnTo>
                      <a:pt x="0" y="405003"/>
                    </a:lnTo>
                    <a:lnTo>
                      <a:pt x="248603" y="810006"/>
                    </a:lnTo>
                    <a:lnTo>
                      <a:pt x="248698" y="810006"/>
                    </a:lnTo>
                    <a:lnTo>
                      <a:pt x="248603" y="631127"/>
                    </a:lnTo>
                    <a:lnTo>
                      <a:pt x="668750" y="631127"/>
                    </a:lnTo>
                    <a:cubicBezTo>
                      <a:pt x="845153" y="631127"/>
                      <a:pt x="897922" y="492728"/>
                      <a:pt x="897922" y="372142"/>
                    </a:cubicBezTo>
                    <a:lnTo>
                      <a:pt x="897922" y="276987"/>
                    </a:lnTo>
                    <a:cubicBezTo>
                      <a:pt x="897922" y="118300"/>
                      <a:pt x="840677" y="0"/>
                      <a:pt x="603599" y="0"/>
                    </a:cubicBezTo>
                    <a:close/>
                    <a:moveTo>
                      <a:pt x="665702" y="326803"/>
                    </a:moveTo>
                    <a:cubicBezTo>
                      <a:pt x="665702" y="374809"/>
                      <a:pt x="643223" y="430054"/>
                      <a:pt x="584835" y="430054"/>
                    </a:cubicBezTo>
                    <a:lnTo>
                      <a:pt x="248984" y="430054"/>
                    </a:lnTo>
                    <a:lnTo>
                      <a:pt x="248984" y="200882"/>
                    </a:lnTo>
                    <a:lnTo>
                      <a:pt x="563499" y="200882"/>
                    </a:lnTo>
                    <a:cubicBezTo>
                      <a:pt x="638747" y="200882"/>
                      <a:pt x="665702" y="232124"/>
                      <a:pt x="665702" y="286893"/>
                    </a:cubicBezTo>
                    <a:lnTo>
                      <a:pt x="665702" y="326803"/>
                    </a:lnTo>
                    <a:close/>
                  </a:path>
                </a:pathLst>
              </a:custGeom>
              <a:solidFill>
                <a:srgbClr val="69CA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Poppins" panose="00000500000000000000" pitchFamily="2" charset="0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574364D-F516-9734-E8D4-A1A92051B6C9}"/>
                  </a:ext>
                </a:extLst>
              </p:cNvPr>
              <p:cNvSpPr/>
              <p:nvPr/>
            </p:nvSpPr>
            <p:spPr>
              <a:xfrm>
                <a:off x="1006245" y="532263"/>
                <a:ext cx="588389" cy="515204"/>
              </a:xfrm>
              <a:custGeom>
                <a:avLst/>
                <a:gdLst>
                  <a:gd name="connsiteX0" fmla="*/ 675894 w 925067"/>
                  <a:gd name="connsiteY0" fmla="*/ 0 h 810006"/>
                  <a:gd name="connsiteX1" fmla="*/ 630460 w 925067"/>
                  <a:gd name="connsiteY1" fmla="*/ 0 h 810006"/>
                  <a:gd name="connsiteX2" fmla="*/ 462534 w 925067"/>
                  <a:gd name="connsiteY2" fmla="*/ 269177 h 810006"/>
                  <a:gd name="connsiteX3" fmla="*/ 294704 w 925067"/>
                  <a:gd name="connsiteY3" fmla="*/ 0 h 810006"/>
                  <a:gd name="connsiteX4" fmla="*/ 248507 w 925067"/>
                  <a:gd name="connsiteY4" fmla="*/ 0 h 810006"/>
                  <a:gd name="connsiteX5" fmla="*/ 0 w 925067"/>
                  <a:gd name="connsiteY5" fmla="*/ 0 h 810006"/>
                  <a:gd name="connsiteX6" fmla="*/ 248698 w 925067"/>
                  <a:gd name="connsiteY6" fmla="*/ 405003 h 810006"/>
                  <a:gd name="connsiteX7" fmla="*/ 0 w 925067"/>
                  <a:gd name="connsiteY7" fmla="*/ 810006 h 810006"/>
                  <a:gd name="connsiteX8" fmla="*/ 248984 w 925067"/>
                  <a:gd name="connsiteY8" fmla="*/ 810006 h 810006"/>
                  <a:gd name="connsiteX9" fmla="*/ 294704 w 925067"/>
                  <a:gd name="connsiteY9" fmla="*/ 810006 h 810006"/>
                  <a:gd name="connsiteX10" fmla="*/ 462534 w 925067"/>
                  <a:gd name="connsiteY10" fmla="*/ 540734 h 810006"/>
                  <a:gd name="connsiteX11" fmla="*/ 630460 w 925067"/>
                  <a:gd name="connsiteY11" fmla="*/ 810006 h 810006"/>
                  <a:gd name="connsiteX12" fmla="*/ 676466 w 925067"/>
                  <a:gd name="connsiteY12" fmla="*/ 810006 h 810006"/>
                  <a:gd name="connsiteX13" fmla="*/ 925068 w 925067"/>
                  <a:gd name="connsiteY13" fmla="*/ 809911 h 810006"/>
                  <a:gd name="connsiteX14" fmla="*/ 676370 w 925067"/>
                  <a:gd name="connsiteY14" fmla="*/ 405003 h 810006"/>
                  <a:gd name="connsiteX15" fmla="*/ 925068 w 925067"/>
                  <a:gd name="connsiteY15" fmla="*/ 0 h 810006"/>
                  <a:gd name="connsiteX16" fmla="*/ 675894 w 925067"/>
                  <a:gd name="connsiteY16" fmla="*/ 0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25067" h="810006">
                    <a:moveTo>
                      <a:pt x="675894" y="0"/>
                    </a:moveTo>
                    <a:lnTo>
                      <a:pt x="630460" y="0"/>
                    </a:lnTo>
                    <a:lnTo>
                      <a:pt x="462534" y="269177"/>
                    </a:lnTo>
                    <a:lnTo>
                      <a:pt x="294704" y="0"/>
                    </a:lnTo>
                    <a:lnTo>
                      <a:pt x="248507" y="0"/>
                    </a:lnTo>
                    <a:lnTo>
                      <a:pt x="0" y="0"/>
                    </a:lnTo>
                    <a:lnTo>
                      <a:pt x="248698" y="405003"/>
                    </a:lnTo>
                    <a:lnTo>
                      <a:pt x="0" y="810006"/>
                    </a:lnTo>
                    <a:lnTo>
                      <a:pt x="248984" y="810006"/>
                    </a:lnTo>
                    <a:lnTo>
                      <a:pt x="294704" y="810006"/>
                    </a:lnTo>
                    <a:lnTo>
                      <a:pt x="462534" y="540734"/>
                    </a:lnTo>
                    <a:lnTo>
                      <a:pt x="630460" y="810006"/>
                    </a:lnTo>
                    <a:lnTo>
                      <a:pt x="676466" y="810006"/>
                    </a:lnTo>
                    <a:lnTo>
                      <a:pt x="925068" y="809911"/>
                    </a:lnTo>
                    <a:lnTo>
                      <a:pt x="676370" y="405003"/>
                    </a:lnTo>
                    <a:lnTo>
                      <a:pt x="925068" y="0"/>
                    </a:lnTo>
                    <a:lnTo>
                      <a:pt x="675894" y="0"/>
                    </a:lnTo>
                  </a:path>
                </a:pathLst>
              </a:custGeom>
              <a:solidFill>
                <a:srgbClr val="0EAF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Poppins" panose="000005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56729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bur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A8611E8-2A99-51CF-0406-11504A28D8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2" y="486751"/>
            <a:ext cx="780795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DD939FD6-7900-9BF1-E007-980EAA410D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36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Section divider header goes here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8F625206-8EC0-F346-26E8-1D3C64F070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412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Secondary header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E19CE444-1E20-BC10-EB52-FA0A7FBF352F}"/>
              </a:ext>
            </a:extLst>
          </p:cNvPr>
          <p:cNvGrpSpPr/>
          <p:nvPr userDrawn="1"/>
        </p:nvGrpSpPr>
        <p:grpSpPr>
          <a:xfrm>
            <a:off x="5741362" y="0"/>
            <a:ext cx="6450638" cy="6858000"/>
            <a:chOff x="5741362" y="0"/>
            <a:chExt cx="6450638" cy="6858000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1B0137DC-0A13-B2A7-7BD7-481F29140477}"/>
                </a:ext>
              </a:extLst>
            </p:cNvPr>
            <p:cNvSpPr/>
            <p:nvPr userDrawn="1"/>
          </p:nvSpPr>
          <p:spPr>
            <a:xfrm>
              <a:off x="8937266" y="0"/>
              <a:ext cx="3254733" cy="6858000"/>
            </a:xfrm>
            <a:custGeom>
              <a:avLst/>
              <a:gdLst>
                <a:gd name="connsiteX0" fmla="*/ 0 w 3254733"/>
                <a:gd name="connsiteY0" fmla="*/ 0 h 6858000"/>
                <a:gd name="connsiteX1" fmla="*/ 3254733 w 3254733"/>
                <a:gd name="connsiteY1" fmla="*/ 0 h 6858000"/>
                <a:gd name="connsiteX2" fmla="*/ 3254733 w 3254733"/>
                <a:gd name="connsiteY2" fmla="*/ 6858000 h 6858000"/>
                <a:gd name="connsiteX3" fmla="*/ 0 w 3254733"/>
                <a:gd name="connsiteY3" fmla="*/ 6858000 h 6858000"/>
                <a:gd name="connsiteX4" fmla="*/ 0 w 3254733"/>
                <a:gd name="connsiteY4" fmla="*/ 0 h 6858000"/>
                <a:gd name="connsiteX0" fmla="*/ 2862469 w 3254733"/>
                <a:gd name="connsiteY0" fmla="*/ 15903 h 6858000"/>
                <a:gd name="connsiteX1" fmla="*/ 3254733 w 3254733"/>
                <a:gd name="connsiteY1" fmla="*/ 0 h 6858000"/>
                <a:gd name="connsiteX2" fmla="*/ 3254733 w 3254733"/>
                <a:gd name="connsiteY2" fmla="*/ 6858000 h 6858000"/>
                <a:gd name="connsiteX3" fmla="*/ 0 w 3254733"/>
                <a:gd name="connsiteY3" fmla="*/ 6858000 h 6858000"/>
                <a:gd name="connsiteX4" fmla="*/ 2862469 w 3254733"/>
                <a:gd name="connsiteY4" fmla="*/ 1590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4733" h="6858000">
                  <a:moveTo>
                    <a:pt x="2862469" y="15903"/>
                  </a:moveTo>
                  <a:lnTo>
                    <a:pt x="3254733" y="0"/>
                  </a:lnTo>
                  <a:lnTo>
                    <a:pt x="3254733" y="6858000"/>
                  </a:lnTo>
                  <a:lnTo>
                    <a:pt x="0" y="6858000"/>
                  </a:lnTo>
                  <a:lnTo>
                    <a:pt x="2862469" y="15903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E29BA0B-32DE-D114-8B66-DEB733B060CE}"/>
                </a:ext>
              </a:extLst>
            </p:cNvPr>
            <p:cNvSpPr/>
            <p:nvPr userDrawn="1"/>
          </p:nvSpPr>
          <p:spPr>
            <a:xfrm>
              <a:off x="5741362" y="0"/>
              <a:ext cx="6450637" cy="6858000"/>
            </a:xfrm>
            <a:custGeom>
              <a:avLst/>
              <a:gdLst>
                <a:gd name="connsiteX0" fmla="*/ 0 w 6450637"/>
                <a:gd name="connsiteY0" fmla="*/ 0 h 6858000"/>
                <a:gd name="connsiteX1" fmla="*/ 6450637 w 6450637"/>
                <a:gd name="connsiteY1" fmla="*/ 0 h 6858000"/>
                <a:gd name="connsiteX2" fmla="*/ 6450637 w 6450637"/>
                <a:gd name="connsiteY2" fmla="*/ 6858000 h 6858000"/>
                <a:gd name="connsiteX3" fmla="*/ 0 w 6450637"/>
                <a:gd name="connsiteY3" fmla="*/ 6858000 h 6858000"/>
                <a:gd name="connsiteX4" fmla="*/ 0 w 6450637"/>
                <a:gd name="connsiteY4" fmla="*/ 0 h 6858000"/>
                <a:gd name="connsiteX0" fmla="*/ 0 w 6450637"/>
                <a:gd name="connsiteY0" fmla="*/ 2910177 h 6858000"/>
                <a:gd name="connsiteX1" fmla="*/ 6450637 w 6450637"/>
                <a:gd name="connsiteY1" fmla="*/ 0 h 6858000"/>
                <a:gd name="connsiteX2" fmla="*/ 6450637 w 6450637"/>
                <a:gd name="connsiteY2" fmla="*/ 6858000 h 6858000"/>
                <a:gd name="connsiteX3" fmla="*/ 0 w 6450637"/>
                <a:gd name="connsiteY3" fmla="*/ 6858000 h 6858000"/>
                <a:gd name="connsiteX4" fmla="*/ 0 w 6450637"/>
                <a:gd name="connsiteY4" fmla="*/ 2910177 h 6858000"/>
                <a:gd name="connsiteX0" fmla="*/ 0 w 6450637"/>
                <a:gd name="connsiteY0" fmla="*/ 2910177 h 6858000"/>
                <a:gd name="connsiteX1" fmla="*/ 6450637 w 6450637"/>
                <a:gd name="connsiteY1" fmla="*/ 0 h 6858000"/>
                <a:gd name="connsiteX2" fmla="*/ 3445044 w 6450637"/>
                <a:gd name="connsiteY2" fmla="*/ 6850049 h 6858000"/>
                <a:gd name="connsiteX3" fmla="*/ 0 w 6450637"/>
                <a:gd name="connsiteY3" fmla="*/ 6858000 h 6858000"/>
                <a:gd name="connsiteX4" fmla="*/ 0 w 6450637"/>
                <a:gd name="connsiteY4" fmla="*/ 291017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0637" h="6858000">
                  <a:moveTo>
                    <a:pt x="0" y="2910177"/>
                  </a:moveTo>
                  <a:lnTo>
                    <a:pt x="6450637" y="0"/>
                  </a:lnTo>
                  <a:lnTo>
                    <a:pt x="3445044" y="6850049"/>
                  </a:lnTo>
                  <a:lnTo>
                    <a:pt x="0" y="6858000"/>
                  </a:lnTo>
                  <a:lnTo>
                    <a:pt x="0" y="2910177"/>
                  </a:lnTo>
                  <a:close/>
                </a:path>
              </a:pathLst>
            </a:custGeom>
            <a:solidFill>
              <a:srgbClr val="7CD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62348AC-15FB-B52A-8D79-D06040BBF52F}"/>
                </a:ext>
              </a:extLst>
            </p:cNvPr>
            <p:cNvGrpSpPr/>
            <p:nvPr userDrawn="1"/>
          </p:nvGrpSpPr>
          <p:grpSpPr>
            <a:xfrm>
              <a:off x="5741363" y="0"/>
              <a:ext cx="6450637" cy="6858000"/>
              <a:chOff x="5741363" y="0"/>
              <a:chExt cx="6450637" cy="6858000"/>
            </a:xfrm>
          </p:grpSpPr>
          <p:sp>
            <p:nvSpPr>
              <p:cNvPr id="64" name="Rectangle 57">
                <a:extLst>
                  <a:ext uri="{FF2B5EF4-FFF2-40B4-BE49-F238E27FC236}">
                    <a16:creationId xmlns:a16="http://schemas.microsoft.com/office/drawing/2014/main" id="{8D6B6138-4631-A738-81FA-7B720C2E5EDB}"/>
                  </a:ext>
                </a:extLst>
              </p:cNvPr>
              <p:cNvSpPr/>
              <p:nvPr userDrawn="1"/>
            </p:nvSpPr>
            <p:spPr>
              <a:xfrm>
                <a:off x="5741363" y="0"/>
                <a:ext cx="6450636" cy="3172570"/>
              </a:xfrm>
              <a:custGeom>
                <a:avLst/>
                <a:gdLst>
                  <a:gd name="connsiteX0" fmla="*/ 0 w 6450636"/>
                  <a:gd name="connsiteY0" fmla="*/ 0 h 3172570"/>
                  <a:gd name="connsiteX1" fmla="*/ 6450636 w 6450636"/>
                  <a:gd name="connsiteY1" fmla="*/ 0 h 3172570"/>
                  <a:gd name="connsiteX2" fmla="*/ 6450636 w 6450636"/>
                  <a:gd name="connsiteY2" fmla="*/ 3172570 h 3172570"/>
                  <a:gd name="connsiteX3" fmla="*/ 0 w 6450636"/>
                  <a:gd name="connsiteY3" fmla="*/ 3172570 h 3172570"/>
                  <a:gd name="connsiteX4" fmla="*/ 0 w 6450636"/>
                  <a:gd name="connsiteY4" fmla="*/ 0 h 3172570"/>
                  <a:gd name="connsiteX0" fmla="*/ 0 w 6450636"/>
                  <a:gd name="connsiteY0" fmla="*/ 0 h 3172570"/>
                  <a:gd name="connsiteX1" fmla="*/ 6450636 w 6450636"/>
                  <a:gd name="connsiteY1" fmla="*/ 0 h 3172570"/>
                  <a:gd name="connsiteX2" fmla="*/ 3961877 w 6450636"/>
                  <a:gd name="connsiteY2" fmla="*/ 1168841 h 3172570"/>
                  <a:gd name="connsiteX3" fmla="*/ 0 w 6450636"/>
                  <a:gd name="connsiteY3" fmla="*/ 3172570 h 3172570"/>
                  <a:gd name="connsiteX4" fmla="*/ 0 w 6450636"/>
                  <a:gd name="connsiteY4" fmla="*/ 0 h 3172570"/>
                  <a:gd name="connsiteX0" fmla="*/ 0 w 6450636"/>
                  <a:gd name="connsiteY0" fmla="*/ 0 h 3172570"/>
                  <a:gd name="connsiteX1" fmla="*/ 6450636 w 6450636"/>
                  <a:gd name="connsiteY1" fmla="*/ 0 h 3172570"/>
                  <a:gd name="connsiteX2" fmla="*/ 0 w 6450636"/>
                  <a:gd name="connsiteY2" fmla="*/ 3172570 h 3172570"/>
                  <a:gd name="connsiteX3" fmla="*/ 0 w 6450636"/>
                  <a:gd name="connsiteY3" fmla="*/ 0 h 317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3172570">
                    <a:moveTo>
                      <a:pt x="0" y="0"/>
                    </a:moveTo>
                    <a:lnTo>
                      <a:pt x="6450636" y="0"/>
                    </a:lnTo>
                    <a:lnTo>
                      <a:pt x="0" y="31725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A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008" bIns="64008" rtlCol="0" anchor="t"/>
              <a:lstStyle/>
              <a:p>
                <a:pPr algn="l"/>
                <a:endParaRPr lang="en-US">
                  <a:latin typeface="Poppins SemiBold" panose="00000700000000000000" pitchFamily="2" charset="0"/>
                  <a:cs typeface="Poppins SemiBold" panose="00000700000000000000" pitchFamily="2" charset="0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D7785116-2A75-5C21-198D-6B93767D82F4}"/>
                  </a:ext>
                </a:extLst>
              </p:cNvPr>
              <p:cNvSpPr/>
              <p:nvPr/>
            </p:nvSpPr>
            <p:spPr>
              <a:xfrm>
                <a:off x="10543225" y="0"/>
                <a:ext cx="1648774" cy="6858000"/>
              </a:xfrm>
              <a:custGeom>
                <a:avLst/>
                <a:gdLst>
                  <a:gd name="connsiteX0" fmla="*/ 512445 w 1648774"/>
                  <a:gd name="connsiteY0" fmla="*/ 6858000 h 6858000"/>
                  <a:gd name="connsiteX1" fmla="*/ 1648775 w 1648774"/>
                  <a:gd name="connsiteY1" fmla="*/ 0 h 6858000"/>
                  <a:gd name="connsiteX2" fmla="*/ 0 w 1648774"/>
                  <a:gd name="connsiteY2" fmla="*/ 6858000 h 6858000"/>
                  <a:gd name="connsiteX3" fmla="*/ 512445 w 1648774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48774" h="6858000">
                    <a:moveTo>
                      <a:pt x="512445" y="6858000"/>
                    </a:moveTo>
                    <a:lnTo>
                      <a:pt x="1648775" y="0"/>
                    </a:lnTo>
                    <a:lnTo>
                      <a:pt x="0" y="6858000"/>
                    </a:lnTo>
                    <a:lnTo>
                      <a:pt x="512445" y="6858000"/>
                    </a:lnTo>
                    <a:close/>
                  </a:path>
                </a:pathLst>
              </a:custGeom>
              <a:solidFill>
                <a:srgbClr val="3ECAFB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2874D2C6-8CF0-4BD4-20FE-B9C0A206E885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4032884"/>
              </a:xfrm>
              <a:custGeom>
                <a:avLst/>
                <a:gdLst>
                  <a:gd name="connsiteX0" fmla="*/ 0 w 6450636"/>
                  <a:gd name="connsiteY0" fmla="*/ 4032885 h 4032884"/>
                  <a:gd name="connsiteX1" fmla="*/ 0 w 6450636"/>
                  <a:gd name="connsiteY1" fmla="*/ 3051175 h 4032884"/>
                  <a:gd name="connsiteX2" fmla="*/ 6450637 w 6450636"/>
                  <a:gd name="connsiteY2" fmla="*/ 0 h 4032884"/>
                  <a:gd name="connsiteX3" fmla="*/ 0 w 6450636"/>
                  <a:gd name="connsiteY3" fmla="*/ 4032885 h 4032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4032884">
                    <a:moveTo>
                      <a:pt x="0" y="4032885"/>
                    </a:moveTo>
                    <a:lnTo>
                      <a:pt x="0" y="3051175"/>
                    </a:lnTo>
                    <a:lnTo>
                      <a:pt x="6450637" y="0"/>
                    </a:lnTo>
                    <a:lnTo>
                      <a:pt x="0" y="4032885"/>
                    </a:lnTo>
                    <a:close/>
                  </a:path>
                </a:pathLst>
              </a:custGeom>
              <a:gradFill>
                <a:gsLst>
                  <a:gs pos="0">
                    <a:srgbClr val="C6EB00"/>
                  </a:gs>
                  <a:gs pos="22000">
                    <a:srgbClr val="C6EB00"/>
                  </a:gs>
                  <a:gs pos="81000">
                    <a:srgbClr val="C6EB00"/>
                  </a:gs>
                </a:gsLst>
                <a:lin ang="2023233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7E54D9D3-C010-1DDD-E056-677CDE82F3B6}"/>
                  </a:ext>
                </a:extLst>
              </p:cNvPr>
              <p:cNvSpPr/>
              <p:nvPr/>
            </p:nvSpPr>
            <p:spPr>
              <a:xfrm>
                <a:off x="6696719" y="0"/>
                <a:ext cx="5495280" cy="6858000"/>
              </a:xfrm>
              <a:custGeom>
                <a:avLst/>
                <a:gdLst>
                  <a:gd name="connsiteX0" fmla="*/ 0 w 5495280"/>
                  <a:gd name="connsiteY0" fmla="*/ 6858000 h 6858000"/>
                  <a:gd name="connsiteX1" fmla="*/ 5495281 w 5495280"/>
                  <a:gd name="connsiteY1" fmla="*/ 0 h 6858000"/>
                  <a:gd name="connsiteX2" fmla="*/ 742949 w 5495280"/>
                  <a:gd name="connsiteY2" fmla="*/ 6858000 h 6858000"/>
                  <a:gd name="connsiteX3" fmla="*/ 0 w 5495280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95280" h="6858000">
                    <a:moveTo>
                      <a:pt x="0" y="6858000"/>
                    </a:moveTo>
                    <a:lnTo>
                      <a:pt x="5495281" y="0"/>
                    </a:lnTo>
                    <a:lnTo>
                      <a:pt x="742949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69CA00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11416E4E-C43D-FFE2-FBBE-562A2C1BFD17}"/>
                  </a:ext>
                </a:extLst>
              </p:cNvPr>
              <p:cNvSpPr/>
              <p:nvPr/>
            </p:nvSpPr>
            <p:spPr>
              <a:xfrm>
                <a:off x="11055669" y="0"/>
                <a:ext cx="1136330" cy="6858000"/>
              </a:xfrm>
              <a:custGeom>
                <a:avLst/>
                <a:gdLst>
                  <a:gd name="connsiteX0" fmla="*/ 1136330 w 1136330"/>
                  <a:gd name="connsiteY0" fmla="*/ 6858000 h 6858000"/>
                  <a:gd name="connsiteX1" fmla="*/ 1136330 w 1136330"/>
                  <a:gd name="connsiteY1" fmla="*/ 0 h 6858000"/>
                  <a:gd name="connsiteX2" fmla="*/ 0 w 1136330"/>
                  <a:gd name="connsiteY2" fmla="*/ 6858000 h 6858000"/>
                  <a:gd name="connsiteX3" fmla="*/ 1136330 w 1136330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36330" h="6858000">
                    <a:moveTo>
                      <a:pt x="1136330" y="6858000"/>
                    </a:moveTo>
                    <a:lnTo>
                      <a:pt x="1136330" y="0"/>
                    </a:lnTo>
                    <a:lnTo>
                      <a:pt x="0" y="6858000"/>
                    </a:lnTo>
                    <a:lnTo>
                      <a:pt x="1136330" y="6858000"/>
                    </a:lnTo>
                    <a:close/>
                  </a:path>
                </a:pathLst>
              </a:custGeom>
              <a:gradFill>
                <a:gsLst>
                  <a:gs pos="34000">
                    <a:srgbClr val="39B0E9"/>
                  </a:gs>
                  <a:gs pos="3000">
                    <a:srgbClr val="3ECAFB"/>
                  </a:gs>
                  <a:gs pos="55000">
                    <a:srgbClr val="3598D9"/>
                  </a:gs>
                  <a:gs pos="100000">
                    <a:srgbClr val="2D67B8"/>
                  </a:gs>
                </a:gsLst>
                <a:lin ang="21204873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5B1CEAA0-A035-EFDD-A298-D686EAF9623A}"/>
                  </a:ext>
                </a:extLst>
              </p:cNvPr>
              <p:cNvSpPr/>
              <p:nvPr/>
            </p:nvSpPr>
            <p:spPr>
              <a:xfrm>
                <a:off x="7439668" y="0"/>
                <a:ext cx="4752332" cy="6858000"/>
              </a:xfrm>
              <a:custGeom>
                <a:avLst/>
                <a:gdLst>
                  <a:gd name="connsiteX0" fmla="*/ 2253611 w 4752332"/>
                  <a:gd name="connsiteY0" fmla="*/ 6858000 h 6858000"/>
                  <a:gd name="connsiteX1" fmla="*/ 0 w 4752332"/>
                  <a:gd name="connsiteY1" fmla="*/ 6858000 h 6858000"/>
                  <a:gd name="connsiteX2" fmla="*/ 4752332 w 4752332"/>
                  <a:gd name="connsiteY2" fmla="*/ 0 h 6858000"/>
                  <a:gd name="connsiteX3" fmla="*/ 2253611 w 4752332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52332" h="6858000">
                    <a:moveTo>
                      <a:pt x="2253611" y="6858000"/>
                    </a:moveTo>
                    <a:lnTo>
                      <a:pt x="0" y="6858000"/>
                    </a:lnTo>
                    <a:lnTo>
                      <a:pt x="4752332" y="0"/>
                    </a:lnTo>
                    <a:lnTo>
                      <a:pt x="2253611" y="6858000"/>
                    </a:lnTo>
                    <a:close/>
                  </a:path>
                </a:pathLst>
              </a:custGeom>
              <a:gradFill>
                <a:gsLst>
                  <a:gs pos="39000">
                    <a:srgbClr val="C6EB03"/>
                  </a:gs>
                  <a:gs pos="52000">
                    <a:srgbClr val="BAE718"/>
                  </a:gs>
                  <a:gs pos="54000">
                    <a:srgbClr val="9DDF50"/>
                  </a:gs>
                  <a:gs pos="58000">
                    <a:srgbClr val="49C8F5"/>
                  </a:gs>
                </a:gsLst>
                <a:lin ang="1800000" scaled="0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EAAAB3FF-3F4B-DA15-A47D-12B9DC10C1A0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451167"/>
              </a:xfrm>
              <a:custGeom>
                <a:avLst/>
                <a:gdLst>
                  <a:gd name="connsiteX0" fmla="*/ 6450637 w 6450636"/>
                  <a:gd name="connsiteY0" fmla="*/ 0 h 451167"/>
                  <a:gd name="connsiteX1" fmla="*/ 0 w 6450636"/>
                  <a:gd name="connsiteY1" fmla="*/ 0 h 451167"/>
                  <a:gd name="connsiteX2" fmla="*/ 0 w 6450636"/>
                  <a:gd name="connsiteY2" fmla="*/ 451168 h 451167"/>
                  <a:gd name="connsiteX3" fmla="*/ 6450637 w 6450636"/>
                  <a:gd name="connsiteY3" fmla="*/ 0 h 45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451167">
                    <a:moveTo>
                      <a:pt x="6450637" y="0"/>
                    </a:moveTo>
                    <a:lnTo>
                      <a:pt x="0" y="0"/>
                    </a:lnTo>
                    <a:lnTo>
                      <a:pt x="0" y="451168"/>
                    </a:lnTo>
                    <a:lnTo>
                      <a:pt x="6450637" y="0"/>
                    </a:lnTo>
                    <a:close/>
                  </a:path>
                </a:pathLst>
              </a:custGeom>
              <a:solidFill>
                <a:srgbClr val="FFB400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0AA6B9D6-FFEF-B3D1-2C7A-1605F2D2C018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1643379"/>
              </a:xfrm>
              <a:custGeom>
                <a:avLst/>
                <a:gdLst>
                  <a:gd name="connsiteX0" fmla="*/ 6450637 w 6450636"/>
                  <a:gd name="connsiteY0" fmla="*/ 0 h 1643379"/>
                  <a:gd name="connsiteX1" fmla="*/ 0 w 6450636"/>
                  <a:gd name="connsiteY1" fmla="*/ 451168 h 1643379"/>
                  <a:gd name="connsiteX2" fmla="*/ 0 w 6450636"/>
                  <a:gd name="connsiteY2" fmla="*/ 1643380 h 1643379"/>
                  <a:gd name="connsiteX3" fmla="*/ 6450637 w 6450636"/>
                  <a:gd name="connsiteY3" fmla="*/ 0 h 1643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1643379">
                    <a:moveTo>
                      <a:pt x="6450637" y="0"/>
                    </a:moveTo>
                    <a:lnTo>
                      <a:pt x="0" y="451168"/>
                    </a:lnTo>
                    <a:lnTo>
                      <a:pt x="0" y="1643380"/>
                    </a:lnTo>
                    <a:lnTo>
                      <a:pt x="6450637" y="0"/>
                    </a:lnTo>
                    <a:close/>
                  </a:path>
                </a:pathLst>
              </a:custGeom>
              <a:gradFill>
                <a:gsLst>
                  <a:gs pos="29000">
                    <a:srgbClr val="FFA800"/>
                  </a:gs>
                  <a:gs pos="32000">
                    <a:srgbClr val="FFAA00"/>
                  </a:gs>
                  <a:gs pos="47000">
                    <a:srgbClr val="FFC600"/>
                  </a:gs>
                </a:gsLst>
                <a:lin ang="4680000" scaled="0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9702D599-C6F9-9A51-D4F8-74409D448252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2345689"/>
              </a:xfrm>
              <a:custGeom>
                <a:avLst/>
                <a:gdLst>
                  <a:gd name="connsiteX0" fmla="*/ 6450637 w 6450636"/>
                  <a:gd name="connsiteY0" fmla="*/ 0 h 2345689"/>
                  <a:gd name="connsiteX1" fmla="*/ 0 w 6450636"/>
                  <a:gd name="connsiteY1" fmla="*/ 2151063 h 2345689"/>
                  <a:gd name="connsiteX2" fmla="*/ 0 w 6450636"/>
                  <a:gd name="connsiteY2" fmla="*/ 2345690 h 2345689"/>
                  <a:gd name="connsiteX3" fmla="*/ 6450637 w 6450636"/>
                  <a:gd name="connsiteY3" fmla="*/ 0 h 2345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2345689">
                    <a:moveTo>
                      <a:pt x="6450637" y="0"/>
                    </a:moveTo>
                    <a:lnTo>
                      <a:pt x="0" y="2151063"/>
                    </a:lnTo>
                    <a:lnTo>
                      <a:pt x="0" y="2345690"/>
                    </a:lnTo>
                    <a:lnTo>
                      <a:pt x="6450637" y="0"/>
                    </a:lnTo>
                    <a:close/>
                  </a:path>
                </a:pathLst>
              </a:custGeom>
              <a:solidFill>
                <a:srgbClr val="FF9A00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F5183F6D-5EC9-1C56-B19E-D634E3F23EB3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3051175"/>
              </a:xfrm>
              <a:custGeom>
                <a:avLst/>
                <a:gdLst>
                  <a:gd name="connsiteX0" fmla="*/ 6450637 w 6450636"/>
                  <a:gd name="connsiteY0" fmla="*/ 0 h 3051175"/>
                  <a:gd name="connsiteX1" fmla="*/ 0 w 6450636"/>
                  <a:gd name="connsiteY1" fmla="*/ 2345690 h 3051175"/>
                  <a:gd name="connsiteX2" fmla="*/ 0 w 6450636"/>
                  <a:gd name="connsiteY2" fmla="*/ 3051175 h 3051175"/>
                  <a:gd name="connsiteX3" fmla="*/ 6450637 w 6450636"/>
                  <a:gd name="connsiteY3" fmla="*/ 0 h 3051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3051175">
                    <a:moveTo>
                      <a:pt x="6450637" y="0"/>
                    </a:moveTo>
                    <a:lnTo>
                      <a:pt x="0" y="2345690"/>
                    </a:lnTo>
                    <a:lnTo>
                      <a:pt x="0" y="3051175"/>
                    </a:lnTo>
                    <a:lnTo>
                      <a:pt x="6450637" y="0"/>
                    </a:lnTo>
                    <a:close/>
                  </a:path>
                </a:pathLst>
              </a:custGeom>
              <a:gradFill>
                <a:gsLst>
                  <a:gs pos="47000">
                    <a:srgbClr val="C6EB00"/>
                  </a:gs>
                  <a:gs pos="11000">
                    <a:srgbClr val="C6EB00"/>
                  </a:gs>
                  <a:gs pos="69000">
                    <a:srgbClr val="FF9A00"/>
                  </a:gs>
                  <a:gs pos="56000">
                    <a:srgbClr val="FF9A00"/>
                  </a:gs>
                </a:gsLst>
                <a:lin ang="14820000" scaled="0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8D5CB4C5-1FDC-6793-46C3-86D6667B8C72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2151062"/>
              </a:xfrm>
              <a:custGeom>
                <a:avLst/>
                <a:gdLst>
                  <a:gd name="connsiteX0" fmla="*/ 0 w 6450636"/>
                  <a:gd name="connsiteY0" fmla="*/ 2151063 h 2151062"/>
                  <a:gd name="connsiteX1" fmla="*/ 0 w 6450636"/>
                  <a:gd name="connsiteY1" fmla="*/ 1643380 h 2151062"/>
                  <a:gd name="connsiteX2" fmla="*/ 0 w 6450636"/>
                  <a:gd name="connsiteY2" fmla="*/ 1643380 h 2151062"/>
                  <a:gd name="connsiteX3" fmla="*/ 6450637 w 6450636"/>
                  <a:gd name="connsiteY3" fmla="*/ 0 h 2151062"/>
                  <a:gd name="connsiteX4" fmla="*/ 0 w 6450636"/>
                  <a:gd name="connsiteY4" fmla="*/ 2151063 h 2151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50636" h="2151062">
                    <a:moveTo>
                      <a:pt x="0" y="2151063"/>
                    </a:moveTo>
                    <a:lnTo>
                      <a:pt x="0" y="1643380"/>
                    </a:lnTo>
                    <a:lnTo>
                      <a:pt x="0" y="1643380"/>
                    </a:lnTo>
                    <a:lnTo>
                      <a:pt x="6450637" y="0"/>
                    </a:lnTo>
                    <a:lnTo>
                      <a:pt x="0" y="2151063"/>
                    </a:lnTo>
                    <a:close/>
                  </a:path>
                </a:pathLst>
              </a:custGeom>
              <a:solidFill>
                <a:srgbClr val="FDAF25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7F42512D-4A2B-C686-17DC-52467C8DC550}"/>
                  </a:ext>
                </a:extLst>
              </p:cNvPr>
              <p:cNvSpPr/>
              <p:nvPr/>
            </p:nvSpPr>
            <p:spPr>
              <a:xfrm>
                <a:off x="9693279" y="0"/>
                <a:ext cx="2498720" cy="6858000"/>
              </a:xfrm>
              <a:custGeom>
                <a:avLst/>
                <a:gdLst>
                  <a:gd name="connsiteX0" fmla="*/ 0 w 2498720"/>
                  <a:gd name="connsiteY0" fmla="*/ 6858000 h 6858000"/>
                  <a:gd name="connsiteX1" fmla="*/ 2498721 w 2498720"/>
                  <a:gd name="connsiteY1" fmla="*/ 0 h 6858000"/>
                  <a:gd name="connsiteX2" fmla="*/ 849946 w 2498720"/>
                  <a:gd name="connsiteY2" fmla="*/ 6858000 h 6858000"/>
                  <a:gd name="connsiteX3" fmla="*/ 0 w 2498720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98720" h="6858000">
                    <a:moveTo>
                      <a:pt x="0" y="6858000"/>
                    </a:moveTo>
                    <a:lnTo>
                      <a:pt x="2498721" y="0"/>
                    </a:lnTo>
                    <a:lnTo>
                      <a:pt x="849946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188EE1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CAFF5C48-A44A-A9D1-CCA8-DA3CD1FE5448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5757545"/>
              </a:xfrm>
              <a:custGeom>
                <a:avLst/>
                <a:gdLst>
                  <a:gd name="connsiteX0" fmla="*/ 0 w 6450636"/>
                  <a:gd name="connsiteY0" fmla="*/ 5757545 h 5757545"/>
                  <a:gd name="connsiteX1" fmla="*/ 6450637 w 6450636"/>
                  <a:gd name="connsiteY1" fmla="*/ 0 h 5757545"/>
                  <a:gd name="connsiteX2" fmla="*/ 0 w 6450636"/>
                  <a:gd name="connsiteY2" fmla="*/ 4032885 h 5757545"/>
                  <a:gd name="connsiteX3" fmla="*/ 0 w 6450636"/>
                  <a:gd name="connsiteY3" fmla="*/ 5757545 h 5757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5757545">
                    <a:moveTo>
                      <a:pt x="0" y="5757545"/>
                    </a:moveTo>
                    <a:lnTo>
                      <a:pt x="6450637" y="0"/>
                    </a:lnTo>
                    <a:lnTo>
                      <a:pt x="0" y="4032885"/>
                    </a:lnTo>
                    <a:lnTo>
                      <a:pt x="0" y="5757545"/>
                    </a:lnTo>
                    <a:close/>
                  </a:path>
                </a:pathLst>
              </a:custGeom>
              <a:gradFill>
                <a:gsLst>
                  <a:gs pos="0">
                    <a:srgbClr val="87D400"/>
                  </a:gs>
                  <a:gs pos="22000">
                    <a:srgbClr val="83D200"/>
                  </a:gs>
                  <a:gs pos="81000">
                    <a:srgbClr val="69CA00"/>
                  </a:gs>
                </a:gsLst>
                <a:lin ang="2023233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4CDBA68C-FA70-22B2-C709-3F6EF70E24D1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6858000"/>
              </a:xfrm>
              <a:custGeom>
                <a:avLst/>
                <a:gdLst>
                  <a:gd name="connsiteX0" fmla="*/ 955356 w 6450636"/>
                  <a:gd name="connsiteY0" fmla="*/ 6858000 h 6858000"/>
                  <a:gd name="connsiteX1" fmla="*/ 6450637 w 6450636"/>
                  <a:gd name="connsiteY1" fmla="*/ 0 h 6858000"/>
                  <a:gd name="connsiteX2" fmla="*/ 0 w 6450636"/>
                  <a:gd name="connsiteY2" fmla="*/ 5757545 h 6858000"/>
                  <a:gd name="connsiteX3" fmla="*/ 0 w 6450636"/>
                  <a:gd name="connsiteY3" fmla="*/ 6858000 h 6858000"/>
                  <a:gd name="connsiteX4" fmla="*/ 955356 w 6450636"/>
                  <a:gd name="connsiteY4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50636" h="6858000">
                    <a:moveTo>
                      <a:pt x="955356" y="6858000"/>
                    </a:moveTo>
                    <a:lnTo>
                      <a:pt x="6450637" y="0"/>
                    </a:lnTo>
                    <a:lnTo>
                      <a:pt x="0" y="5757545"/>
                    </a:lnTo>
                    <a:lnTo>
                      <a:pt x="0" y="6858000"/>
                    </a:lnTo>
                    <a:lnTo>
                      <a:pt x="955356" y="6858000"/>
                    </a:lnTo>
                    <a:close/>
                  </a:path>
                </a:pathLst>
              </a:custGeom>
              <a:gradFill>
                <a:gsLst>
                  <a:gs pos="48000">
                    <a:srgbClr val="C6EB00"/>
                  </a:gs>
                  <a:gs pos="59000">
                    <a:srgbClr val="6BCA23"/>
                  </a:gs>
                  <a:gs pos="90000">
                    <a:srgbClr val="09A74A"/>
                  </a:gs>
                </a:gsLst>
                <a:lin ang="13670947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0542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26F4DAE-6FA9-F587-560D-0669A5EC086F}"/>
              </a:ext>
            </a:extLst>
          </p:cNvPr>
          <p:cNvSpPr/>
          <p:nvPr userDrawn="1"/>
        </p:nvSpPr>
        <p:spPr>
          <a:xfrm>
            <a:off x="5749636" y="0"/>
            <a:ext cx="644236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3617F25B-C3B5-1DAC-669D-F0AAE4EADCF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49636" y="0"/>
            <a:ext cx="6442364" cy="6858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9616F50-FFFA-28DD-FAAC-BFE320B809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2" y="486751"/>
            <a:ext cx="780795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7AFE2D78-CAEC-0B0E-1654-64661C5FBC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36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Section divider header goes here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266D53C-CFF6-8F3E-0319-03AABB6E57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412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Secondary header</a:t>
            </a:r>
          </a:p>
        </p:txBody>
      </p:sp>
    </p:spTree>
    <p:extLst>
      <p:ext uri="{BB962C8B-B14F-4D97-AF65-F5344CB8AC3E}">
        <p14:creationId xmlns:p14="http://schemas.microsoft.com/office/powerpoint/2010/main" val="3557175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9B762FB-EC77-2CB7-44E6-7F109E56A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5639739A-31D0-FE65-C933-0C49124C4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749878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150938"/>
            <a:ext cx="11433175" cy="47815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B4A12A3-E68B-B5F9-ECD4-384E6D7D58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513644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x 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150938"/>
            <a:ext cx="5513653" cy="47815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25E3DC5B-DB8B-F580-C6F7-C94D37812C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88894" y="1150938"/>
            <a:ext cx="5513653" cy="47815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6182BEF-2AF4-4343-1BA4-64A2C8E1A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894628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0F1C6B1E-C608-FC8D-A582-DC3E56283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 line subtitle of slide goes here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F7DBDFB-B1CE-5E8E-F55C-5F56AF0CE3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First line title of slide goes here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EAF38828-6081-4C3A-2DD3-B22FC32805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182506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405218"/>
            <a:ext cx="11433175" cy="45272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A751461-EDE6-6A69-28E3-7DE3B1F289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 line subtitle of slide goes here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2A855893-2639-83FD-38A0-E8FDCF1A6A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146984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 + 2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A751461-EDE6-6A69-28E3-7DE3B1F289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 line subtitle of slide goes here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951A046-90B1-093D-5147-C0959CBAD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BF11EB8-7A1F-80B9-D1A1-0AC5F98473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9413" y="1405218"/>
            <a:ext cx="5513653" cy="45272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962A772-2113-8339-BB9E-94B3A2D1B6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8894" y="1405218"/>
            <a:ext cx="5513653" cy="45272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738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CB64443A-120A-C698-0B12-196C4D5898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306149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78025A-AB06-6766-72ED-7AB54A2FC637}"/>
              </a:ext>
            </a:extLst>
          </p:cNvPr>
          <p:cNvSpPr/>
          <p:nvPr userDrawn="1"/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DB2D6F07-9B0E-549D-BBFE-AA93E1F032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734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1FFD9AB6-FF46-01F9-652C-2D9FC9D156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3204" y="1786952"/>
            <a:ext cx="5040860" cy="4839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228EF09-8E57-C2CC-B793-565FED72C0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96543" y="2667156"/>
            <a:ext cx="5066587" cy="30382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FontTx/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171450" indent="0">
              <a:lnSpc>
                <a:spcPct val="110000"/>
              </a:lnSpc>
              <a:spcBef>
                <a:spcPts val="1200"/>
              </a:spcBef>
              <a:buFontTx/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10000"/>
              </a:lnSpc>
              <a:spcBef>
                <a:spcPts val="1200"/>
              </a:spcBef>
              <a:buFontTx/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5937" indent="0">
              <a:lnSpc>
                <a:spcPct val="110000"/>
              </a:lnSpc>
              <a:spcBef>
                <a:spcPts val="1200"/>
              </a:spcBef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688975" indent="0">
              <a:lnSpc>
                <a:spcPct val="110000"/>
              </a:lnSpc>
              <a:spcBef>
                <a:spcPts val="1200"/>
              </a:spcBef>
              <a:buFontTx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r>
              <a:rPr lang="en-US"/>
              <a:t>First line item here</a:t>
            </a:r>
          </a:p>
          <a:p>
            <a:r>
              <a:rPr lang="en-US"/>
              <a:t>Second line item here</a:t>
            </a:r>
          </a:p>
          <a:p>
            <a:r>
              <a:rPr lang="en-US"/>
              <a:t>Third line item here</a:t>
            </a:r>
          </a:p>
          <a:p>
            <a:r>
              <a:rPr lang="en-US"/>
              <a:t>Fourth line item here</a:t>
            </a:r>
          </a:p>
          <a:p>
            <a:r>
              <a:rPr lang="en-US"/>
              <a:t>Fifth line item here</a:t>
            </a:r>
          </a:p>
          <a:p>
            <a:r>
              <a:rPr lang="en-US"/>
              <a:t>Sixth line item here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026CF5C1-649B-88BF-6A75-227309B989C3}"/>
              </a:ext>
            </a:extLst>
          </p:cNvPr>
          <p:cNvSpPr txBox="1">
            <a:spLocks/>
          </p:cNvSpPr>
          <p:nvPr userDrawn="1"/>
        </p:nvSpPr>
        <p:spPr>
          <a:xfrm>
            <a:off x="6917179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>
                    <a:lumMod val="7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A99A06D-BAB2-8CCE-BFE3-23F117AD327D}"/>
              </a:ext>
            </a:extLst>
          </p:cNvPr>
          <p:cNvSpPr txBox="1">
            <a:spLocks/>
          </p:cNvSpPr>
          <p:nvPr userDrawn="1"/>
        </p:nvSpPr>
        <p:spPr>
          <a:xfrm>
            <a:off x="6696543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tx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DBCD6A5-3544-1C5F-3D4D-230ED5EF936C}"/>
              </a:ext>
            </a:extLst>
          </p:cNvPr>
          <p:cNvSpPr/>
          <p:nvPr userDrawn="1"/>
        </p:nvSpPr>
        <p:spPr>
          <a:xfrm rot="5400000" flipH="1">
            <a:off x="9191467" y="-51409"/>
            <a:ext cx="47869" cy="504086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50000">
                <a:schemeClr val="accent3"/>
              </a:gs>
              <a:gs pos="85000">
                <a:schemeClr val="accent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2A42E699-C892-2CB8-E3D4-0CE9521EA92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914997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B4C5309F-0EB8-12D7-C5F0-0B3DD3A087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9757A7F-A06F-BD29-B262-6E60E244B0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1330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30F607D-A85B-7100-34BB-D854B9E85D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0" y="1121135"/>
            <a:ext cx="3748695" cy="70766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heading here</a:t>
            </a:r>
            <a:br>
              <a:rPr lang="en-US"/>
            </a:br>
            <a:r>
              <a:rPr lang="en-US"/>
              <a:t>+ choose a color fill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255DF262-18AB-6874-1D10-A93587E94B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19890" y="1121135"/>
            <a:ext cx="3748695" cy="70766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heading here</a:t>
            </a:r>
            <a:br>
              <a:rPr lang="en-US"/>
            </a:br>
            <a:r>
              <a:rPr lang="en-US"/>
              <a:t>+ choose a color fill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42AF305-B078-622A-386E-B7208B0444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60369" y="1121135"/>
            <a:ext cx="3751526" cy="70766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heading here</a:t>
            </a:r>
            <a:br>
              <a:rPr lang="en-US"/>
            </a:br>
            <a:r>
              <a:rPr lang="en-US"/>
              <a:t>+ choose a color fill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6F36683-D877-58F5-F47A-1992BE7489F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40178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BD7C3C5-FB5F-DD84-5D21-842EBC55A8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71097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6BDD1E7-6359-07B6-A6A3-4F56BC2F43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4126981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74848F8-E106-DDD2-2B4E-1E83F71E40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0882" y="5288507"/>
            <a:ext cx="5571014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FB6DB77-125E-F4A2-A6C8-9D929889E9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0882" y="1121135"/>
            <a:ext cx="5571014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Chart title here</a:t>
            </a:r>
          </a:p>
        </p:txBody>
      </p:sp>
      <p:sp>
        <p:nvSpPr>
          <p:cNvPr id="12" name="Chart Placeholder 6">
            <a:extLst>
              <a:ext uri="{FF2B5EF4-FFF2-40B4-BE49-F238E27FC236}">
                <a16:creationId xmlns:a16="http://schemas.microsoft.com/office/drawing/2014/main" id="{47E510F8-1884-7FDB-123C-B6CCC93CB216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6241152" y="1828801"/>
            <a:ext cx="5570744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/>
              <a:t>Click to add chart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681EBB6-02C5-DD23-3611-D1D30645F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9413" y="1562669"/>
            <a:ext cx="5513653" cy="436981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3778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246F63-DBF7-BA9E-DE09-BB511C2FF5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2" y="5288507"/>
            <a:ext cx="5571014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6102E59-0FA0-7A60-BB45-BEB114BAD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2" y="1121135"/>
            <a:ext cx="5571014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Chart title here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2BCE720A-1CBF-7914-8A98-19F701E5075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379413" y="1828801"/>
            <a:ext cx="5570744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/>
              <a:t>Click to add chart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74848F8-E106-DDD2-2B4E-1E83F71E40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0882" y="5288507"/>
            <a:ext cx="5571014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FB6DB77-125E-F4A2-A6C8-9D929889E9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0882" y="1121135"/>
            <a:ext cx="5571014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Chart title here</a:t>
            </a:r>
          </a:p>
        </p:txBody>
      </p:sp>
      <p:sp>
        <p:nvSpPr>
          <p:cNvPr id="12" name="Chart Placeholder 6">
            <a:extLst>
              <a:ext uri="{FF2B5EF4-FFF2-40B4-BE49-F238E27FC236}">
                <a16:creationId xmlns:a16="http://schemas.microsoft.com/office/drawing/2014/main" id="{47E510F8-1884-7FDB-123C-B6CCC93CB216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6241152" y="1828801"/>
            <a:ext cx="5570744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/>
              <a:t>Click to add chart</a:t>
            </a:r>
          </a:p>
        </p:txBody>
      </p:sp>
    </p:spTree>
    <p:extLst>
      <p:ext uri="{BB962C8B-B14F-4D97-AF65-F5344CB8AC3E}">
        <p14:creationId xmlns:p14="http://schemas.microsoft.com/office/powerpoint/2010/main" val="1091565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246F63-DBF7-BA9E-DE09-BB511C2FF5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14283" y="5213445"/>
            <a:ext cx="9481095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6102E59-0FA0-7A60-BB45-BEB114BAD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14283" y="1046073"/>
            <a:ext cx="9481095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Chart title here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2BCE720A-1CBF-7914-8A98-19F701E5075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1314284" y="1753739"/>
            <a:ext cx="9480635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/>
              <a:t>Click to add chart</a:t>
            </a:r>
          </a:p>
        </p:txBody>
      </p:sp>
    </p:spTree>
    <p:extLst>
      <p:ext uri="{BB962C8B-B14F-4D97-AF65-F5344CB8AC3E}">
        <p14:creationId xmlns:p14="http://schemas.microsoft.com/office/powerpoint/2010/main" val="3295882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7E305DC-0F8F-0D07-0119-6D6146541934}"/>
              </a:ext>
            </a:extLst>
          </p:cNvPr>
          <p:cNvSpPr/>
          <p:nvPr userDrawn="1"/>
        </p:nvSpPr>
        <p:spPr>
          <a:xfrm>
            <a:off x="5749925" y="0"/>
            <a:ext cx="644207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0D007F8A-9F07-EC1B-CBDC-4AC0B31CF4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878F7B6-F89E-2106-EE45-FAF6654634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7DC2AB5-EB2D-A40E-EB58-C9E35D99D3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995686"/>
            <a:ext cx="5040860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architect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57809B83-6C93-C9EF-7A62-25E509B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3" y="1682705"/>
            <a:ext cx="5059927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28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pPr lvl="0"/>
            <a:r>
              <a:rPr lang="en-GB"/>
              <a:t>Slide title goes here over multiple lines if required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5C81A9FE-8AC2-A3C2-BCBA-74E635BCD7E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749925" y="3429000"/>
            <a:ext cx="3219326" cy="3429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2EABCE6-311A-F405-61EF-5A43EFCC952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969251" y="0"/>
            <a:ext cx="3222749" cy="3429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98A9427A-B40D-7B18-7F44-ACC05CB6917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969251" y="3429000"/>
            <a:ext cx="3222749" cy="3429000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749925" y="0"/>
            <a:ext cx="3219326" cy="3429000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2D12CC19-50A2-A36F-6422-E9BE131E8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3240335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529156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6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D6A2E74-AC57-AF7E-7DC0-69BEAD40D52D}"/>
              </a:ext>
            </a:extLst>
          </p:cNvPr>
          <p:cNvSpPr/>
          <p:nvPr userDrawn="1"/>
        </p:nvSpPr>
        <p:spPr>
          <a:xfrm>
            <a:off x="3476625" y="0"/>
            <a:ext cx="871537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>
                    <a:lumMod val="7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tx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Picture Placeholder 13">
            <a:extLst>
              <a:ext uri="{FF2B5EF4-FFF2-40B4-BE49-F238E27FC236}">
                <a16:creationId xmlns:a16="http://schemas.microsoft.com/office/drawing/2014/main" id="{91347789-91DD-8BAB-C965-15B9AD23802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5" y="3428999"/>
            <a:ext cx="2903970" cy="3429002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71126BC0-ACDB-A63C-30FF-060BBADFC2A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82905" y="3428999"/>
            <a:ext cx="2903970" cy="3429002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BB5538B8-D304-A6FE-E229-6BA4E24C2CC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288030" y="3428999"/>
            <a:ext cx="2903970" cy="3429002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1BA72DF4-89E9-84A2-C2CB-42ACD6DB794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382905" y="1"/>
            <a:ext cx="2903970" cy="3429002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49" name="Picture Placeholder 13">
            <a:extLst>
              <a:ext uri="{FF2B5EF4-FFF2-40B4-BE49-F238E27FC236}">
                <a16:creationId xmlns:a16="http://schemas.microsoft.com/office/drawing/2014/main" id="{81113856-26A5-94C8-0833-80FD9616F2D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288030" y="1"/>
            <a:ext cx="2903970" cy="3429002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E2214D4-13C2-A3B3-B673-6C90FB5CD0A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accusantik</a:t>
            </a:r>
            <a:endParaRPr lang="en-US"/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6C03DDC9-1215-58A7-966E-1F225C5E51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605035"/>
            <a:ext cx="2735891" cy="2108579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500" b="0"/>
            </a:lvl1pPr>
          </a:lstStyle>
          <a:p>
            <a:r>
              <a:rPr lang="en-US"/>
              <a:t>Slide title here over multiple lines if required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66E0F71D-367D-EF12-86F9-A9181132A97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76625" y="1"/>
            <a:ext cx="2903970" cy="3429002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78066613-8544-14DA-CE5B-A0653A86EF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620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</p:spTree>
    <p:extLst>
      <p:ext uri="{BB962C8B-B14F-4D97-AF65-F5344CB8AC3E}">
        <p14:creationId xmlns:p14="http://schemas.microsoft.com/office/powerpoint/2010/main" val="3565187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02E06AA-C604-B254-0548-842563B995CE}"/>
              </a:ext>
            </a:extLst>
          </p:cNvPr>
          <p:cNvSpPr/>
          <p:nvPr userDrawn="1"/>
        </p:nvSpPr>
        <p:spPr>
          <a:xfrm>
            <a:off x="3476624" y="0"/>
            <a:ext cx="871537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" panose="00000500000000000000" pitchFamily="2" charset="0"/>
            </a:endParaRP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5" y="0"/>
            <a:ext cx="8715374" cy="6858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>
                    <a:lumMod val="95000"/>
                    <a:lumOff val="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>
                    <a:lumMod val="7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tx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0CA601A-B2F8-3621-C7A6-74F05BD40A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accusantik</a:t>
            </a:r>
            <a:endParaRPr lang="en-US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2861F4E7-707B-6EAB-0166-74548368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605035"/>
            <a:ext cx="2735891" cy="2108579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500" b="0"/>
            </a:lvl1pPr>
          </a:lstStyle>
          <a:p>
            <a:r>
              <a:rPr lang="en-US"/>
              <a:t>Slide title here over multiple lines if required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3F8D3E6-BB80-8FF2-511F-2702C5F3F0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620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</p:spTree>
    <p:extLst>
      <p:ext uri="{BB962C8B-B14F-4D97-AF65-F5344CB8AC3E}">
        <p14:creationId xmlns:p14="http://schemas.microsoft.com/office/powerpoint/2010/main" val="4086344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eft +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0248DE-1B33-702A-19EE-36BD47456B0A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" panose="00000500000000000000" pitchFamily="2" charset="0"/>
            </a:endParaRPr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>
                    <a:lumMod val="95000"/>
                    <a:lumOff val="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D72AC6E4-E155-A422-F772-AF6A8D3DED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353F30A-956E-6F05-EF51-ED2E85383C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694BF05-4B90-51C7-13D2-008DB91101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03440" y="3522192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endParaRPr lang="en-US"/>
          </a:p>
          <a:p>
            <a:pPr lvl="0"/>
            <a:r>
              <a:rPr lang="en-US"/>
              <a:t>Sones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  <a:p>
            <a:pPr lvl="0"/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endParaRPr lang="en-US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70B93A6B-D323-B374-BBF9-45B3A349CD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03439" y="1605035"/>
            <a:ext cx="5040860" cy="1461431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Slide title goes </a:t>
            </a:r>
            <a:br>
              <a:rPr lang="en-US"/>
            </a:br>
            <a:r>
              <a:rPr lang="en-US"/>
              <a:t>here over multiple</a:t>
            </a:r>
            <a:br>
              <a:rPr lang="en-US"/>
            </a:br>
            <a:r>
              <a:rPr lang="en-US"/>
              <a:t>lines if required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69555E3-3700-CDC2-01FE-CDE5F1EF916E}"/>
              </a:ext>
            </a:extLst>
          </p:cNvPr>
          <p:cNvSpPr txBox="1">
            <a:spLocks/>
          </p:cNvSpPr>
          <p:nvPr userDrawn="1"/>
        </p:nvSpPr>
        <p:spPr>
          <a:xfrm>
            <a:off x="6724075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>
                    <a:lumMod val="7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DDC0077-BAD4-0229-4E1A-2E7B4B30A6D0}"/>
              </a:ext>
            </a:extLst>
          </p:cNvPr>
          <p:cNvSpPr txBox="1">
            <a:spLocks/>
          </p:cNvSpPr>
          <p:nvPr userDrawn="1"/>
        </p:nvSpPr>
        <p:spPr>
          <a:xfrm>
            <a:off x="6503439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tx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47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right +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79C6999-857C-3B9C-1BA1-40386C14E843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" panose="00000500000000000000" pitchFamily="2" charset="0"/>
            </a:endParaRP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FF4B8D96-22BA-0C1F-5162-2AC5105DDF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E087739-C541-8865-EA98-5C2F15B5C0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18DDFC6-3BD8-E99E-B3E1-EEF133BD7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3431023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endParaRPr lang="en-US"/>
          </a:p>
          <a:p>
            <a:pPr lvl="0"/>
            <a:r>
              <a:rPr lang="en-US"/>
              <a:t>Sones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  <a:p>
            <a:pPr lvl="0"/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D14FD709-AB27-B41E-E4BB-293B59377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514" y="1608657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Slide title goes </a:t>
            </a:r>
            <a:br>
              <a:rPr lang="en-US"/>
            </a:br>
            <a:r>
              <a:rPr lang="en-US"/>
              <a:t>here over multiple</a:t>
            </a:r>
            <a:br>
              <a:rPr lang="en-US"/>
            </a:br>
            <a:r>
              <a:rPr lang="en-US"/>
              <a:t>lines if required</a:t>
            </a:r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>
                    <a:lumMod val="95000"/>
                    <a:lumOff val="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3AF60DD6-FFC3-0965-E53C-A4DA65843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3240335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838400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imag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21245394-80EC-F0AD-009D-284FEEB2B03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91300" y="1652127"/>
            <a:ext cx="5048250" cy="4748128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6209300-539C-8152-5982-7DA48EAEC0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358361DA-1C1F-7622-FED8-6465D492B71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A473332-A069-A755-63D0-8559BB4E5D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3431023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endParaRPr lang="en-US"/>
          </a:p>
          <a:p>
            <a:pPr lvl="0"/>
            <a:r>
              <a:rPr lang="en-US"/>
              <a:t>Sones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  <a:p>
            <a:pPr lvl="0"/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46245C49-A606-4225-6F82-7EA58D2F6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514" y="1608657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Slide title goes </a:t>
            </a:r>
            <a:br>
              <a:rPr lang="en-US"/>
            </a:br>
            <a:r>
              <a:rPr lang="en-US"/>
              <a:t>here over multiple</a:t>
            </a:r>
            <a:br>
              <a:rPr lang="en-US"/>
            </a:br>
            <a:r>
              <a:rPr lang="en-US"/>
              <a:t>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3201265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  <p15:guide id="5" orient="horz" pos="1865">
          <p15:clr>
            <a:srgbClr val="FBAE40"/>
          </p15:clr>
        </p15:guide>
        <p15:guide id="6" orient="horz" pos="1593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3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20FAEFE-DCEA-C11E-9CD8-5BAE7ECD0A84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" panose="00000500000000000000" pitchFamily="2" charset="0"/>
            </a:endParaRP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2A42E699-C892-2CB8-E3D4-0CE9521EA92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13626" y="0"/>
            <a:ext cx="6078373" cy="2282024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F4C96FE9-C037-14C3-012B-B741623D23D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13626" y="2282023"/>
            <a:ext cx="6078373" cy="2294813"/>
          </a:xfrm>
          <a:prstGeom prst="rect">
            <a:avLst/>
          </a:prstGeom>
          <a:solidFill>
            <a:schemeClr val="bg2">
              <a:lumMod val="25000"/>
              <a:lumOff val="7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07DF25DC-1055-D2B2-98AF-5F29BBD47E9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113626" y="4575977"/>
            <a:ext cx="6078373" cy="2282024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DD790FE4-BFEC-9756-BEB4-6B96B0DF6EE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E2FD68F5-B296-0C2B-59DB-54BBD7D001C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B3D111EC-D128-EB01-30D0-3F5DA8E362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1682705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595F731-0F02-28C1-AF72-7799DA7D72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2894274"/>
            <a:ext cx="5066587" cy="30382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1200"/>
              </a:spcBef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1200"/>
              </a:spcBef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0471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990E8F-3F86-019E-7259-C5DF5D006B8A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" panose="00000500000000000000" pitchFamily="2" charset="0"/>
            </a:endParaRP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0BA635FC-A312-CDFD-CEE2-71AE69C703C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00050" y="4014788"/>
            <a:ext cx="5027613" cy="1963737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7CDDFA3-A77C-84F6-C805-0F704B7EA5C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613341" y="4014788"/>
            <a:ext cx="5027613" cy="1963737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536B57A2-10F0-6C44-3C29-83B0D55775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CEAE77CD-9E4A-7D74-E4B4-4AD390F68B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56EFC393-F3E0-61E8-169E-22AB3A81B1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1682705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0D3881B2-2CB5-BFB7-3D69-DB30616B86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7988" y="2960689"/>
            <a:ext cx="5040860" cy="8559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90AB17C-2820-B52E-E6A5-744B267555B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00094" y="2960689"/>
            <a:ext cx="5040860" cy="8559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34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D8654F-C79C-9C2C-7718-1FD0D86A466F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516805" y="879475"/>
            <a:ext cx="5179327" cy="5057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44AED7-4EA8-8B56-18D5-B3B9CE19079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</a:t>
            </a:r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6DFBBF1E-A3F6-F451-4829-D1E3F074E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2FF29363-7825-3F5A-BEA2-C9B0A9230A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249748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EB4605-05A5-FFF7-6BEB-8F2A1CCAFFA1}"/>
              </a:ext>
            </a:extLst>
          </p:cNvPr>
          <p:cNvSpPr/>
          <p:nvPr userDrawn="1"/>
        </p:nvSpPr>
        <p:spPr>
          <a:xfrm>
            <a:off x="6096000" y="-1"/>
            <a:ext cx="6096000" cy="685800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7F0AF6-74AA-451B-425A-6C1E0C4BB1EE}"/>
              </a:ext>
            </a:extLst>
          </p:cNvPr>
          <p:cNvSpPr/>
          <p:nvPr userDrawn="1"/>
        </p:nvSpPr>
        <p:spPr>
          <a:xfrm>
            <a:off x="6096000" y="-1"/>
            <a:ext cx="6096000" cy="6858001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D8654F-C79C-9C2C-7718-1FD0D86A466F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516805" y="879475"/>
            <a:ext cx="5179327" cy="5057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44AED7-4EA8-8B56-18D5-B3B9CE19079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</a:t>
            </a:r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6DFBBF1E-A3F6-F451-4829-D1E3F074E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AAB0D92D-86F3-7AF3-45BC-19114C142C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42447" y="6229255"/>
            <a:ext cx="3606401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739021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23876A-96D1-F0AE-F0F2-8AF6DB2F3681}"/>
              </a:ext>
            </a:extLst>
          </p:cNvPr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7F0AF6-74AA-451B-425A-6C1E0C4BB1EE}"/>
              </a:ext>
            </a:extLst>
          </p:cNvPr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829F01-12EB-11E7-CB79-22971CD455C3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193D7AF-C152-458B-C821-B576A22C3EA5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0922529C-6040-DCAB-4A00-BEF58343F003}"/>
              </a:ext>
            </a:extLst>
          </p:cNvPr>
          <p:cNvSpPr>
            <a:spLocks noGrp="1"/>
          </p:cNvSpPr>
          <p:nvPr>
            <p:ph type="tbl" sz="quarter" idx="22" hasCustomPrompt="1"/>
          </p:nvPr>
        </p:nvSpPr>
        <p:spPr>
          <a:xfrm>
            <a:off x="347663" y="855663"/>
            <a:ext cx="5240337" cy="50815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insert table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A5EC604-C69A-8891-1B53-E11149E2F5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03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</a:t>
            </a:r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</a:t>
            </a:r>
          </a:p>
          <a:p>
            <a:pPr lvl="0"/>
            <a:endParaRPr lang="en-US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0AE43D4D-B5C0-4755-F0CF-B819394BD8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73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78E4A644-9CDA-47FD-DDA4-9911AA1D62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03988" y="6229255"/>
            <a:ext cx="5059388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686680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6CDF47C-C325-BB7F-C4C7-3D26C8895BA9}"/>
              </a:ext>
            </a:extLst>
          </p:cNvPr>
          <p:cNvSpPr/>
          <p:nvPr/>
        </p:nvSpPr>
        <p:spPr>
          <a:xfrm>
            <a:off x="532238" y="532263"/>
            <a:ext cx="584573" cy="515204"/>
          </a:xfrm>
          <a:custGeom>
            <a:avLst/>
            <a:gdLst>
              <a:gd name="connsiteX0" fmla="*/ 670274 w 919067"/>
              <a:gd name="connsiteY0" fmla="*/ 0 h 810006"/>
              <a:gd name="connsiteX1" fmla="*/ 670274 w 919067"/>
              <a:gd name="connsiteY1" fmla="*/ 489394 h 810006"/>
              <a:gd name="connsiteX2" fmla="*/ 248984 w 919067"/>
              <a:gd name="connsiteY2" fmla="*/ 0 h 810006"/>
              <a:gd name="connsiteX3" fmla="*/ 0 w 919067"/>
              <a:gd name="connsiteY3" fmla="*/ 0 h 810006"/>
              <a:gd name="connsiteX4" fmla="*/ 0 w 919067"/>
              <a:gd name="connsiteY4" fmla="*/ 809244 h 810006"/>
              <a:gd name="connsiteX5" fmla="*/ 476 w 919067"/>
              <a:gd name="connsiteY5" fmla="*/ 810006 h 810006"/>
              <a:gd name="connsiteX6" fmla="*/ 249174 w 919067"/>
              <a:gd name="connsiteY6" fmla="*/ 809911 h 810006"/>
              <a:gd name="connsiteX7" fmla="*/ 249079 w 919067"/>
              <a:gd name="connsiteY7" fmla="*/ 320516 h 810006"/>
              <a:gd name="connsiteX8" fmla="*/ 670370 w 919067"/>
              <a:gd name="connsiteY8" fmla="*/ 810006 h 810006"/>
              <a:gd name="connsiteX9" fmla="*/ 919067 w 919067"/>
              <a:gd name="connsiteY9" fmla="*/ 405003 h 810006"/>
              <a:gd name="connsiteX10" fmla="*/ 670370 w 919067"/>
              <a:gd name="connsiteY10" fmla="*/ 0 h 81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9067" h="810006">
                <a:moveTo>
                  <a:pt x="670274" y="0"/>
                </a:moveTo>
                <a:lnTo>
                  <a:pt x="670274" y="489394"/>
                </a:lnTo>
                <a:lnTo>
                  <a:pt x="248984" y="0"/>
                </a:lnTo>
                <a:lnTo>
                  <a:pt x="0" y="0"/>
                </a:lnTo>
                <a:lnTo>
                  <a:pt x="0" y="809244"/>
                </a:lnTo>
                <a:lnTo>
                  <a:pt x="476" y="810006"/>
                </a:lnTo>
                <a:lnTo>
                  <a:pt x="249174" y="809911"/>
                </a:lnTo>
                <a:lnTo>
                  <a:pt x="249079" y="320516"/>
                </a:lnTo>
                <a:lnTo>
                  <a:pt x="670370" y="810006"/>
                </a:lnTo>
                <a:lnTo>
                  <a:pt x="919067" y="405003"/>
                </a:lnTo>
                <a:lnTo>
                  <a:pt x="670370" y="0"/>
                </a:lnTo>
              </a:path>
            </a:pathLst>
          </a:custGeom>
          <a:solidFill>
            <a:srgbClr val="F9B5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Poppins" panose="00000500000000000000" pitchFamily="2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662EDF-F39B-15A1-566D-412FDA49117E}"/>
              </a:ext>
            </a:extLst>
          </p:cNvPr>
          <p:cNvSpPr/>
          <p:nvPr/>
        </p:nvSpPr>
        <p:spPr>
          <a:xfrm>
            <a:off x="1484069" y="532263"/>
            <a:ext cx="571123" cy="515204"/>
          </a:xfrm>
          <a:custGeom>
            <a:avLst/>
            <a:gdLst>
              <a:gd name="connsiteX0" fmla="*/ 603599 w 897921"/>
              <a:gd name="connsiteY0" fmla="*/ 0 h 810006"/>
              <a:gd name="connsiteX1" fmla="*/ 248698 w 897921"/>
              <a:gd name="connsiteY1" fmla="*/ 0 h 810006"/>
              <a:gd name="connsiteX2" fmla="*/ 0 w 897921"/>
              <a:gd name="connsiteY2" fmla="*/ 405003 h 810006"/>
              <a:gd name="connsiteX3" fmla="*/ 248603 w 897921"/>
              <a:gd name="connsiteY3" fmla="*/ 810006 h 810006"/>
              <a:gd name="connsiteX4" fmla="*/ 248698 w 897921"/>
              <a:gd name="connsiteY4" fmla="*/ 810006 h 810006"/>
              <a:gd name="connsiteX5" fmla="*/ 248603 w 897921"/>
              <a:gd name="connsiteY5" fmla="*/ 631127 h 810006"/>
              <a:gd name="connsiteX6" fmla="*/ 668750 w 897921"/>
              <a:gd name="connsiteY6" fmla="*/ 631127 h 810006"/>
              <a:gd name="connsiteX7" fmla="*/ 897922 w 897921"/>
              <a:gd name="connsiteY7" fmla="*/ 372142 h 810006"/>
              <a:gd name="connsiteX8" fmla="*/ 897922 w 897921"/>
              <a:gd name="connsiteY8" fmla="*/ 276987 h 810006"/>
              <a:gd name="connsiteX9" fmla="*/ 603599 w 897921"/>
              <a:gd name="connsiteY9" fmla="*/ 0 h 810006"/>
              <a:gd name="connsiteX10" fmla="*/ 665702 w 897921"/>
              <a:gd name="connsiteY10" fmla="*/ 326803 h 810006"/>
              <a:gd name="connsiteX11" fmla="*/ 584835 w 897921"/>
              <a:gd name="connsiteY11" fmla="*/ 430054 h 810006"/>
              <a:gd name="connsiteX12" fmla="*/ 248984 w 897921"/>
              <a:gd name="connsiteY12" fmla="*/ 430054 h 810006"/>
              <a:gd name="connsiteX13" fmla="*/ 248984 w 897921"/>
              <a:gd name="connsiteY13" fmla="*/ 200882 h 810006"/>
              <a:gd name="connsiteX14" fmla="*/ 563499 w 897921"/>
              <a:gd name="connsiteY14" fmla="*/ 200882 h 810006"/>
              <a:gd name="connsiteX15" fmla="*/ 665702 w 897921"/>
              <a:gd name="connsiteY15" fmla="*/ 286893 h 810006"/>
              <a:gd name="connsiteX16" fmla="*/ 665702 w 897921"/>
              <a:gd name="connsiteY16" fmla="*/ 326803 h 81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97921" h="810006">
                <a:moveTo>
                  <a:pt x="603599" y="0"/>
                </a:moveTo>
                <a:lnTo>
                  <a:pt x="248698" y="0"/>
                </a:lnTo>
                <a:lnTo>
                  <a:pt x="0" y="405003"/>
                </a:lnTo>
                <a:lnTo>
                  <a:pt x="248603" y="810006"/>
                </a:lnTo>
                <a:lnTo>
                  <a:pt x="248698" y="810006"/>
                </a:lnTo>
                <a:lnTo>
                  <a:pt x="248603" y="631127"/>
                </a:lnTo>
                <a:lnTo>
                  <a:pt x="668750" y="631127"/>
                </a:lnTo>
                <a:cubicBezTo>
                  <a:pt x="845153" y="631127"/>
                  <a:pt x="897922" y="492728"/>
                  <a:pt x="897922" y="372142"/>
                </a:cubicBezTo>
                <a:lnTo>
                  <a:pt x="897922" y="276987"/>
                </a:lnTo>
                <a:cubicBezTo>
                  <a:pt x="897922" y="118300"/>
                  <a:pt x="840677" y="0"/>
                  <a:pt x="603599" y="0"/>
                </a:cubicBezTo>
                <a:close/>
                <a:moveTo>
                  <a:pt x="665702" y="326803"/>
                </a:moveTo>
                <a:cubicBezTo>
                  <a:pt x="665702" y="374809"/>
                  <a:pt x="643223" y="430054"/>
                  <a:pt x="584835" y="430054"/>
                </a:cubicBezTo>
                <a:lnTo>
                  <a:pt x="248984" y="430054"/>
                </a:lnTo>
                <a:lnTo>
                  <a:pt x="248984" y="200882"/>
                </a:lnTo>
                <a:lnTo>
                  <a:pt x="563499" y="200882"/>
                </a:lnTo>
                <a:cubicBezTo>
                  <a:pt x="638747" y="200882"/>
                  <a:pt x="665702" y="232124"/>
                  <a:pt x="665702" y="286893"/>
                </a:cubicBezTo>
                <a:lnTo>
                  <a:pt x="665702" y="326803"/>
                </a:lnTo>
                <a:close/>
              </a:path>
            </a:pathLst>
          </a:custGeom>
          <a:solidFill>
            <a:srgbClr val="69CA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Poppins" panose="00000500000000000000" pitchFamily="2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D7E18CE-E236-624D-A553-0F4E7177EEC5}"/>
              </a:ext>
            </a:extLst>
          </p:cNvPr>
          <p:cNvSpPr/>
          <p:nvPr/>
        </p:nvSpPr>
        <p:spPr>
          <a:xfrm>
            <a:off x="1006245" y="532263"/>
            <a:ext cx="588389" cy="515204"/>
          </a:xfrm>
          <a:custGeom>
            <a:avLst/>
            <a:gdLst>
              <a:gd name="connsiteX0" fmla="*/ 675894 w 925067"/>
              <a:gd name="connsiteY0" fmla="*/ 0 h 810006"/>
              <a:gd name="connsiteX1" fmla="*/ 630460 w 925067"/>
              <a:gd name="connsiteY1" fmla="*/ 0 h 810006"/>
              <a:gd name="connsiteX2" fmla="*/ 462534 w 925067"/>
              <a:gd name="connsiteY2" fmla="*/ 269177 h 810006"/>
              <a:gd name="connsiteX3" fmla="*/ 294704 w 925067"/>
              <a:gd name="connsiteY3" fmla="*/ 0 h 810006"/>
              <a:gd name="connsiteX4" fmla="*/ 248507 w 925067"/>
              <a:gd name="connsiteY4" fmla="*/ 0 h 810006"/>
              <a:gd name="connsiteX5" fmla="*/ 0 w 925067"/>
              <a:gd name="connsiteY5" fmla="*/ 0 h 810006"/>
              <a:gd name="connsiteX6" fmla="*/ 248698 w 925067"/>
              <a:gd name="connsiteY6" fmla="*/ 405003 h 810006"/>
              <a:gd name="connsiteX7" fmla="*/ 0 w 925067"/>
              <a:gd name="connsiteY7" fmla="*/ 810006 h 810006"/>
              <a:gd name="connsiteX8" fmla="*/ 248984 w 925067"/>
              <a:gd name="connsiteY8" fmla="*/ 810006 h 810006"/>
              <a:gd name="connsiteX9" fmla="*/ 294704 w 925067"/>
              <a:gd name="connsiteY9" fmla="*/ 810006 h 810006"/>
              <a:gd name="connsiteX10" fmla="*/ 462534 w 925067"/>
              <a:gd name="connsiteY10" fmla="*/ 540734 h 810006"/>
              <a:gd name="connsiteX11" fmla="*/ 630460 w 925067"/>
              <a:gd name="connsiteY11" fmla="*/ 810006 h 810006"/>
              <a:gd name="connsiteX12" fmla="*/ 676466 w 925067"/>
              <a:gd name="connsiteY12" fmla="*/ 810006 h 810006"/>
              <a:gd name="connsiteX13" fmla="*/ 925068 w 925067"/>
              <a:gd name="connsiteY13" fmla="*/ 809911 h 810006"/>
              <a:gd name="connsiteX14" fmla="*/ 676370 w 925067"/>
              <a:gd name="connsiteY14" fmla="*/ 405003 h 810006"/>
              <a:gd name="connsiteX15" fmla="*/ 925068 w 925067"/>
              <a:gd name="connsiteY15" fmla="*/ 0 h 810006"/>
              <a:gd name="connsiteX16" fmla="*/ 675894 w 925067"/>
              <a:gd name="connsiteY16" fmla="*/ 0 h 81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25067" h="810006">
                <a:moveTo>
                  <a:pt x="675894" y="0"/>
                </a:moveTo>
                <a:lnTo>
                  <a:pt x="630460" y="0"/>
                </a:lnTo>
                <a:lnTo>
                  <a:pt x="462534" y="269177"/>
                </a:lnTo>
                <a:lnTo>
                  <a:pt x="294704" y="0"/>
                </a:lnTo>
                <a:lnTo>
                  <a:pt x="248507" y="0"/>
                </a:lnTo>
                <a:lnTo>
                  <a:pt x="0" y="0"/>
                </a:lnTo>
                <a:lnTo>
                  <a:pt x="248698" y="405003"/>
                </a:lnTo>
                <a:lnTo>
                  <a:pt x="0" y="810006"/>
                </a:lnTo>
                <a:lnTo>
                  <a:pt x="248984" y="810006"/>
                </a:lnTo>
                <a:lnTo>
                  <a:pt x="294704" y="810006"/>
                </a:lnTo>
                <a:lnTo>
                  <a:pt x="462534" y="540734"/>
                </a:lnTo>
                <a:lnTo>
                  <a:pt x="630460" y="810006"/>
                </a:lnTo>
                <a:lnTo>
                  <a:pt x="676466" y="810006"/>
                </a:lnTo>
                <a:lnTo>
                  <a:pt x="925068" y="809911"/>
                </a:lnTo>
                <a:lnTo>
                  <a:pt x="676370" y="405003"/>
                </a:lnTo>
                <a:lnTo>
                  <a:pt x="925068" y="0"/>
                </a:lnTo>
                <a:lnTo>
                  <a:pt x="675894" y="0"/>
                </a:lnTo>
              </a:path>
            </a:pathLst>
          </a:custGeom>
          <a:solidFill>
            <a:srgbClr val="0EAFE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Poppins" panose="00000500000000000000" pitchFamily="2" charset="0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4F899F3-4A81-1BED-FC34-96E0CF1E0B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42652" y="5223518"/>
            <a:ext cx="5062912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If required goes here | speaker title, </a:t>
            </a:r>
            <a:br>
              <a:rPr lang="en-GB"/>
            </a:br>
            <a:r>
              <a:rPr lang="en-GB"/>
              <a:t>date and /or additional information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07D2A9-EA64-7655-994E-7F1A46D1A8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2652" y="4695137"/>
            <a:ext cx="5062912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2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Subheading or speaker name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1F12CB4-23BC-65BB-21C5-8EB7AC7F287C}"/>
              </a:ext>
            </a:extLst>
          </p:cNvPr>
          <p:cNvSpPr txBox="1">
            <a:spLocks/>
          </p:cNvSpPr>
          <p:nvPr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8AF1407E-E8DD-506D-ABAE-03BCC68F5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2652" y="1616531"/>
            <a:ext cx="5122863" cy="261098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4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The Presentation Title Goes Here</a:t>
            </a:r>
          </a:p>
        </p:txBody>
      </p:sp>
      <p:sp>
        <p:nvSpPr>
          <p:cNvPr id="657" name="Freeform: Shape 656">
            <a:extLst>
              <a:ext uri="{FF2B5EF4-FFF2-40B4-BE49-F238E27FC236}">
                <a16:creationId xmlns:a16="http://schemas.microsoft.com/office/drawing/2014/main" id="{E3A46AE2-8953-2DAD-BD2C-286395E97B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 w="317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824" name="Group 823">
            <a:extLst>
              <a:ext uri="{FF2B5EF4-FFF2-40B4-BE49-F238E27FC236}">
                <a16:creationId xmlns:a16="http://schemas.microsoft.com/office/drawing/2014/main" id="{63B0AD2C-A67C-7520-B7C0-BF6D2D66050D}"/>
              </a:ext>
            </a:extLst>
          </p:cNvPr>
          <p:cNvGrpSpPr/>
          <p:nvPr/>
        </p:nvGrpSpPr>
        <p:grpSpPr>
          <a:xfrm>
            <a:off x="6473825" y="1"/>
            <a:ext cx="5818893" cy="6866964"/>
            <a:chOff x="6473825" y="1"/>
            <a:chExt cx="5818893" cy="6866964"/>
          </a:xfrm>
        </p:grpSpPr>
        <p:sp>
          <p:nvSpPr>
            <p:cNvPr id="776" name="Rectangle 261">
              <a:extLst>
                <a:ext uri="{FF2B5EF4-FFF2-40B4-BE49-F238E27FC236}">
                  <a16:creationId xmlns:a16="http://schemas.microsoft.com/office/drawing/2014/main" id="{00FD7D2F-473A-5EEA-D387-F4C18FD87E6A}"/>
                </a:ext>
              </a:extLst>
            </p:cNvPr>
            <p:cNvSpPr/>
            <p:nvPr userDrawn="1"/>
          </p:nvSpPr>
          <p:spPr>
            <a:xfrm>
              <a:off x="8319247" y="1"/>
              <a:ext cx="2498165" cy="3446946"/>
            </a:xfrm>
            <a:custGeom>
              <a:avLst/>
              <a:gdLst>
                <a:gd name="connsiteX0" fmla="*/ 0 w 723153"/>
                <a:gd name="connsiteY0" fmla="*/ 0 h 328706"/>
                <a:gd name="connsiteX1" fmla="*/ 723153 w 723153"/>
                <a:gd name="connsiteY1" fmla="*/ 0 h 328706"/>
                <a:gd name="connsiteX2" fmla="*/ 723153 w 723153"/>
                <a:gd name="connsiteY2" fmla="*/ 328706 h 328706"/>
                <a:gd name="connsiteX3" fmla="*/ 0 w 723153"/>
                <a:gd name="connsiteY3" fmla="*/ 328706 h 328706"/>
                <a:gd name="connsiteX4" fmla="*/ 0 w 723153"/>
                <a:gd name="connsiteY4" fmla="*/ 0 h 328706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2498165 w 2498165"/>
                <a:gd name="connsiteY2" fmla="*/ 328706 h 3442447"/>
                <a:gd name="connsiteX3" fmla="*/ 0 w 2498165"/>
                <a:gd name="connsiteY3" fmla="*/ 3442447 h 3442447"/>
                <a:gd name="connsiteX4" fmla="*/ 1775012 w 2498165"/>
                <a:gd name="connsiteY4" fmla="*/ 0 h 3442447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0 w 2498165"/>
                <a:gd name="connsiteY2" fmla="*/ 3442447 h 3442447"/>
                <a:gd name="connsiteX3" fmla="*/ 1775012 w 2498165"/>
                <a:gd name="connsiteY3" fmla="*/ 0 h 344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8165" h="3442447">
                  <a:moveTo>
                    <a:pt x="1775012" y="0"/>
                  </a:moveTo>
                  <a:lnTo>
                    <a:pt x="2498165" y="0"/>
                  </a:lnTo>
                  <a:lnTo>
                    <a:pt x="0" y="3442447"/>
                  </a:lnTo>
                  <a:lnTo>
                    <a:pt x="1775012" y="0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77" name="Rectangle 260">
              <a:extLst>
                <a:ext uri="{FF2B5EF4-FFF2-40B4-BE49-F238E27FC236}">
                  <a16:creationId xmlns:a16="http://schemas.microsoft.com/office/drawing/2014/main" id="{6749D164-4382-59D1-CDFB-1A4814799632}"/>
                </a:ext>
              </a:extLst>
            </p:cNvPr>
            <p:cNvSpPr/>
            <p:nvPr userDrawn="1"/>
          </p:nvSpPr>
          <p:spPr>
            <a:xfrm>
              <a:off x="7129929" y="1"/>
              <a:ext cx="1176282" cy="3464900"/>
            </a:xfrm>
            <a:custGeom>
              <a:avLst/>
              <a:gdLst>
                <a:gd name="connsiteX0" fmla="*/ 0 w 644376"/>
                <a:gd name="connsiteY0" fmla="*/ 0 h 1392518"/>
                <a:gd name="connsiteX1" fmla="*/ 644376 w 644376"/>
                <a:gd name="connsiteY1" fmla="*/ 0 h 1392518"/>
                <a:gd name="connsiteX2" fmla="*/ 644376 w 644376"/>
                <a:gd name="connsiteY2" fmla="*/ 1392518 h 1392518"/>
                <a:gd name="connsiteX3" fmla="*/ 0 w 644376"/>
                <a:gd name="connsiteY3" fmla="*/ 1392518 h 1392518"/>
                <a:gd name="connsiteX4" fmla="*/ 0 w 644376"/>
                <a:gd name="connsiteY4" fmla="*/ 0 h 1392518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1392518 h 3460377"/>
                <a:gd name="connsiteX4" fmla="*/ 0 w 1176282"/>
                <a:gd name="connsiteY4" fmla="*/ 0 h 3460377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0 h 346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6282" h="3460377">
                  <a:moveTo>
                    <a:pt x="0" y="0"/>
                  </a:moveTo>
                  <a:lnTo>
                    <a:pt x="644376" y="0"/>
                  </a:lnTo>
                  <a:lnTo>
                    <a:pt x="1176282" y="3460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78" name="Rectangle 259">
              <a:extLst>
                <a:ext uri="{FF2B5EF4-FFF2-40B4-BE49-F238E27FC236}">
                  <a16:creationId xmlns:a16="http://schemas.microsoft.com/office/drawing/2014/main" id="{5A3076DC-7053-CB86-4071-FF3196AA0A6D}"/>
                </a:ext>
              </a:extLst>
            </p:cNvPr>
            <p:cNvSpPr/>
            <p:nvPr userDrawn="1"/>
          </p:nvSpPr>
          <p:spPr>
            <a:xfrm>
              <a:off x="8331201" y="3535753"/>
              <a:ext cx="3762468" cy="3331212"/>
            </a:xfrm>
            <a:custGeom>
              <a:avLst/>
              <a:gdLst>
                <a:gd name="connsiteX0" fmla="*/ 0 w 792163"/>
                <a:gd name="connsiteY0" fmla="*/ 0 h 786864"/>
                <a:gd name="connsiteX1" fmla="*/ 792163 w 792163"/>
                <a:gd name="connsiteY1" fmla="*/ 0 h 786864"/>
                <a:gd name="connsiteX2" fmla="*/ 792163 w 792163"/>
                <a:gd name="connsiteY2" fmla="*/ 786864 h 786864"/>
                <a:gd name="connsiteX3" fmla="*/ 0 w 792163"/>
                <a:gd name="connsiteY3" fmla="*/ 786864 h 786864"/>
                <a:gd name="connsiteX4" fmla="*/ 0 w 792163"/>
                <a:gd name="connsiteY4" fmla="*/ 0 h 786864"/>
                <a:gd name="connsiteX0" fmla="*/ 0 w 3762468"/>
                <a:gd name="connsiteY0" fmla="*/ 0 h 3326864"/>
                <a:gd name="connsiteX1" fmla="*/ 3762468 w 3762468"/>
                <a:gd name="connsiteY1" fmla="*/ 2540000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  <a:gd name="connsiteX0" fmla="*/ 0 w 3762468"/>
                <a:gd name="connsiteY0" fmla="*/ 0 h 3326864"/>
                <a:gd name="connsiteX1" fmla="*/ 3744539 w 3762468"/>
                <a:gd name="connsiteY1" fmla="*/ 3036047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2468" h="3326864">
                  <a:moveTo>
                    <a:pt x="0" y="0"/>
                  </a:moveTo>
                  <a:lnTo>
                    <a:pt x="3744539" y="3036047"/>
                  </a:lnTo>
                  <a:lnTo>
                    <a:pt x="3762468" y="3326864"/>
                  </a:lnTo>
                  <a:lnTo>
                    <a:pt x="2970305" y="3326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39393E7F-EEFF-2046-BE27-690A502DE54A}"/>
                </a:ext>
              </a:extLst>
            </p:cNvPr>
            <p:cNvSpPr/>
            <p:nvPr userDrawn="1"/>
          </p:nvSpPr>
          <p:spPr>
            <a:xfrm>
              <a:off x="8189844" y="3527033"/>
              <a:ext cx="747423" cy="3339931"/>
            </a:xfrm>
            <a:custGeom>
              <a:avLst/>
              <a:gdLst>
                <a:gd name="connsiteX0" fmla="*/ 115294 w 747423"/>
                <a:gd name="connsiteY0" fmla="*/ 0 h 3319669"/>
                <a:gd name="connsiteX1" fmla="*/ 0 w 747423"/>
                <a:gd name="connsiteY1" fmla="*/ 3319669 h 3319669"/>
                <a:gd name="connsiteX2" fmla="*/ 747423 w 747423"/>
                <a:gd name="connsiteY2" fmla="*/ 3319669 h 3319669"/>
                <a:gd name="connsiteX3" fmla="*/ 115294 w 747423"/>
                <a:gd name="connsiteY3" fmla="*/ 0 h 331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423" h="3319669">
                  <a:moveTo>
                    <a:pt x="115294" y="0"/>
                  </a:moveTo>
                  <a:lnTo>
                    <a:pt x="0" y="3319669"/>
                  </a:lnTo>
                  <a:lnTo>
                    <a:pt x="747423" y="3319669"/>
                  </a:lnTo>
                  <a:lnTo>
                    <a:pt x="115294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81" name="Isosceles Triangle 724">
              <a:extLst>
                <a:ext uri="{FF2B5EF4-FFF2-40B4-BE49-F238E27FC236}">
                  <a16:creationId xmlns:a16="http://schemas.microsoft.com/office/drawing/2014/main" id="{B19082AB-A446-A73A-4836-1CA3BBEB1AD6}"/>
                </a:ext>
              </a:extLst>
            </p:cNvPr>
            <p:cNvSpPr/>
            <p:nvPr userDrawn="1"/>
          </p:nvSpPr>
          <p:spPr>
            <a:xfrm>
              <a:off x="8300084" y="3532015"/>
              <a:ext cx="126740" cy="3334947"/>
            </a:xfrm>
            <a:custGeom>
              <a:avLst/>
              <a:gdLst>
                <a:gd name="connsiteX0" fmla="*/ 0 w 126740"/>
                <a:gd name="connsiteY0" fmla="*/ 3361690 h 3361690"/>
                <a:gd name="connsiteX1" fmla="*/ 63370 w 126740"/>
                <a:gd name="connsiteY1" fmla="*/ 0 h 3361690"/>
                <a:gd name="connsiteX2" fmla="*/ 126740 w 126740"/>
                <a:gd name="connsiteY2" fmla="*/ 3361690 h 3361690"/>
                <a:gd name="connsiteX3" fmla="*/ 0 w 126740"/>
                <a:gd name="connsiteY3" fmla="*/ 3361690 h 3361690"/>
                <a:gd name="connsiteX0" fmla="*/ 0 w 126740"/>
                <a:gd name="connsiteY0" fmla="*/ 3325831 h 3325831"/>
                <a:gd name="connsiteX1" fmla="*/ 27511 w 126740"/>
                <a:gd name="connsiteY1" fmla="*/ 0 h 3325831"/>
                <a:gd name="connsiteX2" fmla="*/ 126740 w 126740"/>
                <a:gd name="connsiteY2" fmla="*/ 3325831 h 3325831"/>
                <a:gd name="connsiteX3" fmla="*/ 0 w 126740"/>
                <a:gd name="connsiteY3" fmla="*/ 3325831 h 3325831"/>
                <a:gd name="connsiteX0" fmla="*/ 0 w 126740"/>
                <a:gd name="connsiteY0" fmla="*/ 3330594 h 3330594"/>
                <a:gd name="connsiteX1" fmla="*/ 1318 w 126740"/>
                <a:gd name="connsiteY1" fmla="*/ 0 h 3330594"/>
                <a:gd name="connsiteX2" fmla="*/ 126740 w 126740"/>
                <a:gd name="connsiteY2" fmla="*/ 3330594 h 3330594"/>
                <a:gd name="connsiteX3" fmla="*/ 0 w 126740"/>
                <a:gd name="connsiteY3" fmla="*/ 3330594 h 333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740" h="3330594">
                  <a:moveTo>
                    <a:pt x="0" y="3330594"/>
                  </a:moveTo>
                  <a:cubicBezTo>
                    <a:pt x="439" y="2220396"/>
                    <a:pt x="879" y="1110198"/>
                    <a:pt x="1318" y="0"/>
                  </a:cubicBezTo>
                  <a:lnTo>
                    <a:pt x="126740" y="3330594"/>
                  </a:lnTo>
                  <a:lnTo>
                    <a:pt x="0" y="3330594"/>
                  </a:lnTo>
                  <a:close/>
                </a:path>
              </a:pathLst>
            </a:custGeom>
            <a:solidFill>
              <a:srgbClr val="F8AC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83" name="Isosceles Triangle 721">
              <a:extLst>
                <a:ext uri="{FF2B5EF4-FFF2-40B4-BE49-F238E27FC236}">
                  <a16:creationId xmlns:a16="http://schemas.microsoft.com/office/drawing/2014/main" id="{F4DB61AD-8D81-DE49-E7CD-9E7F56144347}"/>
                </a:ext>
              </a:extLst>
            </p:cNvPr>
            <p:cNvSpPr/>
            <p:nvPr userDrawn="1"/>
          </p:nvSpPr>
          <p:spPr>
            <a:xfrm rot="10800000">
              <a:off x="8326958" y="2"/>
              <a:ext cx="1112912" cy="3452931"/>
            </a:xfrm>
            <a:custGeom>
              <a:avLst/>
              <a:gdLst>
                <a:gd name="connsiteX0" fmla="*/ 0 w 659990"/>
                <a:gd name="connsiteY0" fmla="*/ 2946400 h 2946400"/>
                <a:gd name="connsiteX1" fmla="*/ 329995 w 659990"/>
                <a:gd name="connsiteY1" fmla="*/ 0 h 2946400"/>
                <a:gd name="connsiteX2" fmla="*/ 659990 w 659990"/>
                <a:gd name="connsiteY2" fmla="*/ 2946400 h 2946400"/>
                <a:gd name="connsiteX3" fmla="*/ 0 w 659990"/>
                <a:gd name="connsiteY3" fmla="*/ 2946400 h 2946400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659990 w 682606"/>
                <a:gd name="connsiteY2" fmla="*/ 3442447 h 3442447"/>
                <a:gd name="connsiteX3" fmla="*/ 0 w 682606"/>
                <a:gd name="connsiteY3" fmla="*/ 3442447 h 3442447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361166 w 682606"/>
                <a:gd name="connsiteY2" fmla="*/ 3442447 h 3442447"/>
                <a:gd name="connsiteX3" fmla="*/ 0 w 682606"/>
                <a:gd name="connsiteY3" fmla="*/ 3442447 h 3442447"/>
                <a:gd name="connsiteX0" fmla="*/ 0 w 1112912"/>
                <a:gd name="connsiteY0" fmla="*/ 3448424 h 3448424"/>
                <a:gd name="connsiteX1" fmla="*/ 1112912 w 1112912"/>
                <a:gd name="connsiteY1" fmla="*/ 0 h 3448424"/>
                <a:gd name="connsiteX2" fmla="*/ 361166 w 1112912"/>
                <a:gd name="connsiteY2" fmla="*/ 3448424 h 3448424"/>
                <a:gd name="connsiteX3" fmla="*/ 0 w 1112912"/>
                <a:gd name="connsiteY3" fmla="*/ 3448424 h 344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2912" h="3448424">
                  <a:moveTo>
                    <a:pt x="0" y="3448424"/>
                  </a:moveTo>
                  <a:lnTo>
                    <a:pt x="1112912" y="0"/>
                  </a:lnTo>
                  <a:lnTo>
                    <a:pt x="361166" y="3448424"/>
                  </a:lnTo>
                  <a:lnTo>
                    <a:pt x="0" y="3448424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grpSp>
          <p:nvGrpSpPr>
            <p:cNvPr id="784" name="Group 783">
              <a:extLst>
                <a:ext uri="{FF2B5EF4-FFF2-40B4-BE49-F238E27FC236}">
                  <a16:creationId xmlns:a16="http://schemas.microsoft.com/office/drawing/2014/main" id="{03CF74F4-6972-60A6-9520-42555F63C955}"/>
                </a:ext>
              </a:extLst>
            </p:cNvPr>
            <p:cNvGrpSpPr/>
            <p:nvPr userDrawn="1"/>
          </p:nvGrpSpPr>
          <p:grpSpPr>
            <a:xfrm>
              <a:off x="6473825" y="1"/>
              <a:ext cx="5818893" cy="6866963"/>
              <a:chOff x="6473825" y="0"/>
              <a:chExt cx="5818893" cy="6858000"/>
            </a:xfrm>
          </p:grpSpPr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636CED33-C4BF-5A22-2516-CB49C11EAE5D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1438592" cy="3361690"/>
              </a:xfrm>
              <a:custGeom>
                <a:avLst/>
                <a:gdLst>
                  <a:gd name="connsiteX0" fmla="*/ 1438593 w 1438592"/>
                  <a:gd name="connsiteY0" fmla="*/ 3361690 h 3361690"/>
                  <a:gd name="connsiteX1" fmla="*/ 0 w 1438592"/>
                  <a:gd name="connsiteY1" fmla="*/ 0 h 3361690"/>
                  <a:gd name="connsiteX2" fmla="*/ 530543 w 1438592"/>
                  <a:gd name="connsiteY2" fmla="*/ 3361690 h 3361690"/>
                  <a:gd name="connsiteX3" fmla="*/ 1438593 w 143859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8592" h="3361690">
                    <a:moveTo>
                      <a:pt x="1438593" y="3361690"/>
                    </a:moveTo>
                    <a:lnTo>
                      <a:pt x="0" y="0"/>
                    </a:lnTo>
                    <a:lnTo>
                      <a:pt x="530543" y="3361690"/>
                    </a:lnTo>
                    <a:lnTo>
                      <a:pt x="1438593" y="3361690"/>
                    </a:lnTo>
                    <a:close/>
                  </a:path>
                </a:pathLst>
              </a:custGeom>
              <a:solidFill>
                <a:srgbClr val="FF9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F0CCCF85-7D93-8CDB-B2C4-DDD8AA9D0B89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2147570" cy="3361690"/>
              </a:xfrm>
              <a:custGeom>
                <a:avLst/>
                <a:gdLst>
                  <a:gd name="connsiteX0" fmla="*/ 2147571 w 2147570"/>
                  <a:gd name="connsiteY0" fmla="*/ 3361690 h 3361690"/>
                  <a:gd name="connsiteX1" fmla="*/ 0 w 2147570"/>
                  <a:gd name="connsiteY1" fmla="*/ 0 h 3361690"/>
                  <a:gd name="connsiteX2" fmla="*/ 1438593 w 2147570"/>
                  <a:gd name="connsiteY2" fmla="*/ 3361690 h 3361690"/>
                  <a:gd name="connsiteX3" fmla="*/ 2147571 w 2147570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7570" h="3361690">
                    <a:moveTo>
                      <a:pt x="2147571" y="3361690"/>
                    </a:moveTo>
                    <a:lnTo>
                      <a:pt x="0" y="0"/>
                    </a:lnTo>
                    <a:lnTo>
                      <a:pt x="1438593" y="3361690"/>
                    </a:lnTo>
                    <a:lnTo>
                      <a:pt x="2147571" y="3361690"/>
                    </a:lnTo>
                    <a:close/>
                  </a:path>
                </a:pathLst>
              </a:custGeom>
              <a:solidFill>
                <a:srgbClr val="FFDD1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12EA42A1-D5A2-9A8A-D79B-DB21CED44CF5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530542" cy="3361690"/>
              </a:xfrm>
              <a:custGeom>
                <a:avLst/>
                <a:gdLst>
                  <a:gd name="connsiteX0" fmla="*/ 530543 w 530542"/>
                  <a:gd name="connsiteY0" fmla="*/ 3361690 h 3361690"/>
                  <a:gd name="connsiteX1" fmla="*/ 0 w 530542"/>
                  <a:gd name="connsiteY1" fmla="*/ 0 h 3361690"/>
                  <a:gd name="connsiteX2" fmla="*/ 240983 w 530542"/>
                  <a:gd name="connsiteY2" fmla="*/ 3361690 h 3361690"/>
                  <a:gd name="connsiteX3" fmla="*/ 530543 w 53054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542" h="3361690">
                    <a:moveTo>
                      <a:pt x="530543" y="3361690"/>
                    </a:moveTo>
                    <a:lnTo>
                      <a:pt x="0" y="0"/>
                    </a:lnTo>
                    <a:lnTo>
                      <a:pt x="240983" y="3361690"/>
                    </a:lnTo>
                    <a:lnTo>
                      <a:pt x="530543" y="3361690"/>
                    </a:lnTo>
                    <a:close/>
                  </a:path>
                </a:pathLst>
              </a:custGeom>
              <a:solidFill>
                <a:srgbClr val="FFB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8CA20B0B-15D4-3C73-5A6E-5DF71E3FC371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240982" cy="3361690"/>
              </a:xfrm>
              <a:custGeom>
                <a:avLst/>
                <a:gdLst>
                  <a:gd name="connsiteX0" fmla="*/ 240983 w 240982"/>
                  <a:gd name="connsiteY0" fmla="*/ 3361690 h 3361690"/>
                  <a:gd name="connsiteX1" fmla="*/ 0 w 240982"/>
                  <a:gd name="connsiteY1" fmla="*/ 0 h 3361690"/>
                  <a:gd name="connsiteX2" fmla="*/ 58420 w 240982"/>
                  <a:gd name="connsiteY2" fmla="*/ 3361690 h 3361690"/>
                  <a:gd name="connsiteX3" fmla="*/ 240983 w 24098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0982" h="3361690">
                    <a:moveTo>
                      <a:pt x="240983" y="3361690"/>
                    </a:moveTo>
                    <a:lnTo>
                      <a:pt x="0" y="0"/>
                    </a:lnTo>
                    <a:lnTo>
                      <a:pt x="58420" y="3361690"/>
                    </a:lnTo>
                    <a:lnTo>
                      <a:pt x="240983" y="3361690"/>
                    </a:lnTo>
                    <a:close/>
                  </a:path>
                </a:pathLst>
              </a:custGeom>
              <a:solidFill>
                <a:srgbClr val="FF91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5633E76A-B1B5-CAC2-F7EB-8BD9415C8132}"/>
                  </a:ext>
                </a:extLst>
              </p:cNvPr>
              <p:cNvSpPr/>
              <p:nvPr/>
            </p:nvSpPr>
            <p:spPr>
              <a:xfrm>
                <a:off x="7504747" y="3496309"/>
                <a:ext cx="853757" cy="3361690"/>
              </a:xfrm>
              <a:custGeom>
                <a:avLst/>
                <a:gdLst>
                  <a:gd name="connsiteX0" fmla="*/ 853758 w 853757"/>
                  <a:gd name="connsiteY0" fmla="*/ 3361690 h 3361690"/>
                  <a:gd name="connsiteX1" fmla="*/ 795338 w 853757"/>
                  <a:gd name="connsiteY1" fmla="*/ 0 h 3361690"/>
                  <a:gd name="connsiteX2" fmla="*/ 0 w 853757"/>
                  <a:gd name="connsiteY2" fmla="*/ 3361690 h 3361690"/>
                  <a:gd name="connsiteX3" fmla="*/ 853758 w 853757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53757" h="3361690">
                    <a:moveTo>
                      <a:pt x="853758" y="3361690"/>
                    </a:moveTo>
                    <a:lnTo>
                      <a:pt x="795338" y="0"/>
                    </a:lnTo>
                    <a:lnTo>
                      <a:pt x="0" y="3361690"/>
                    </a:lnTo>
                    <a:lnTo>
                      <a:pt x="853758" y="3361690"/>
                    </a:lnTo>
                    <a:close/>
                  </a:path>
                </a:pathLst>
              </a:custGeom>
              <a:gradFill>
                <a:gsLst>
                  <a:gs pos="0">
                    <a:srgbClr val="FF7400">
                      <a:alpha val="89804"/>
                    </a:srgbClr>
                  </a:gs>
                  <a:gs pos="20000">
                    <a:srgbClr val="FD7F04">
                      <a:alpha val="89804"/>
                    </a:srgbClr>
                  </a:gs>
                  <a:gs pos="70000">
                    <a:srgbClr val="F99E0F"/>
                  </a:gs>
                  <a:gs pos="100000">
                    <a:srgbClr val="F7B518"/>
                  </a:gs>
                </a:gsLst>
                <a:lin ang="0" scaled="1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2FE245B1-340D-6060-01F3-7E27D0BF5E2B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3891915" cy="3361690"/>
              </a:xfrm>
              <a:custGeom>
                <a:avLst/>
                <a:gdLst>
                  <a:gd name="connsiteX0" fmla="*/ 3891915 w 3891915"/>
                  <a:gd name="connsiteY0" fmla="*/ 3361690 h 3361690"/>
                  <a:gd name="connsiteX1" fmla="*/ 3306763 w 3891915"/>
                  <a:gd name="connsiteY1" fmla="*/ 3361690 h 3361690"/>
                  <a:gd name="connsiteX2" fmla="*/ 0 w 3891915"/>
                  <a:gd name="connsiteY2" fmla="*/ 0 h 3361690"/>
                  <a:gd name="connsiteX3" fmla="*/ 3891915 w 3891915"/>
                  <a:gd name="connsiteY3" fmla="*/ 2713990 h 3361690"/>
                  <a:gd name="connsiteX4" fmla="*/ 3891915 w 3891915"/>
                  <a:gd name="connsiteY4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15" h="3361690">
                    <a:moveTo>
                      <a:pt x="3891915" y="3361690"/>
                    </a:moveTo>
                    <a:lnTo>
                      <a:pt x="3306763" y="3361690"/>
                    </a:lnTo>
                    <a:lnTo>
                      <a:pt x="0" y="0"/>
                    </a:lnTo>
                    <a:lnTo>
                      <a:pt x="3891915" y="2713990"/>
                    </a:lnTo>
                    <a:lnTo>
                      <a:pt x="3891915" y="3361690"/>
                    </a:lnTo>
                    <a:close/>
                  </a:path>
                </a:pathLst>
              </a:custGeom>
              <a:solidFill>
                <a:srgbClr val="FF9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9213B0F-2D2B-E1B8-A223-88CC785CEE46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3306762" cy="3361690"/>
              </a:xfrm>
              <a:custGeom>
                <a:avLst/>
                <a:gdLst>
                  <a:gd name="connsiteX0" fmla="*/ 3306763 w 3306762"/>
                  <a:gd name="connsiteY0" fmla="*/ 3361690 h 3361690"/>
                  <a:gd name="connsiteX1" fmla="*/ 3012440 w 3306762"/>
                  <a:gd name="connsiteY1" fmla="*/ 3361690 h 3361690"/>
                  <a:gd name="connsiteX2" fmla="*/ 0 w 3306762"/>
                  <a:gd name="connsiteY2" fmla="*/ 0 h 3361690"/>
                  <a:gd name="connsiteX3" fmla="*/ 3306763 w 330676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06762" h="3361690">
                    <a:moveTo>
                      <a:pt x="3306763" y="3361690"/>
                    </a:moveTo>
                    <a:lnTo>
                      <a:pt x="3012440" y="3361690"/>
                    </a:lnTo>
                    <a:lnTo>
                      <a:pt x="0" y="0"/>
                    </a:lnTo>
                    <a:lnTo>
                      <a:pt x="3306763" y="3361690"/>
                    </a:lnTo>
                    <a:close/>
                  </a:path>
                </a:pathLst>
              </a:custGeom>
              <a:solidFill>
                <a:srgbClr val="FF8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9AD414FA-E2AA-BD1F-124D-871FF73D28FF}"/>
                  </a:ext>
                </a:extLst>
              </p:cNvPr>
              <p:cNvSpPr/>
              <p:nvPr/>
            </p:nvSpPr>
            <p:spPr>
              <a:xfrm>
                <a:off x="7310119" y="0"/>
                <a:ext cx="989965" cy="3496309"/>
              </a:xfrm>
              <a:custGeom>
                <a:avLst/>
                <a:gdLst>
                  <a:gd name="connsiteX0" fmla="*/ 0 w 989965"/>
                  <a:gd name="connsiteY0" fmla="*/ 0 h 3496309"/>
                  <a:gd name="connsiteX1" fmla="*/ 989965 w 989965"/>
                  <a:gd name="connsiteY1" fmla="*/ 3496310 h 3496309"/>
                  <a:gd name="connsiteX2" fmla="*/ 464186 w 989965"/>
                  <a:gd name="connsiteY2" fmla="*/ 0 h 3496309"/>
                  <a:gd name="connsiteX3" fmla="*/ 0 w 98996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9965" h="3496309">
                    <a:moveTo>
                      <a:pt x="0" y="0"/>
                    </a:moveTo>
                    <a:lnTo>
                      <a:pt x="989965" y="3496310"/>
                    </a:lnTo>
                    <a:lnTo>
                      <a:pt x="46418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9C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793" name="Graphic 613">
                <a:extLst>
                  <a:ext uri="{FF2B5EF4-FFF2-40B4-BE49-F238E27FC236}">
                    <a16:creationId xmlns:a16="http://schemas.microsoft.com/office/drawing/2014/main" id="{F4E7E71B-0CE4-C91F-23E8-68B21BAFF2F1}"/>
                  </a:ext>
                </a:extLst>
              </p:cNvPr>
              <p:cNvGrpSpPr/>
              <p:nvPr/>
            </p:nvGrpSpPr>
            <p:grpSpPr>
              <a:xfrm>
                <a:off x="6473825" y="0"/>
                <a:ext cx="1826259" cy="3496309"/>
                <a:chOff x="6473825" y="0"/>
                <a:chExt cx="1826259" cy="3496309"/>
              </a:xfrm>
            </p:grpSpPr>
            <p:sp>
              <p:nvSpPr>
                <p:cNvPr id="821" name="Freeform: Shape 820">
                  <a:extLst>
                    <a:ext uri="{FF2B5EF4-FFF2-40B4-BE49-F238E27FC236}">
                      <a16:creationId xmlns:a16="http://schemas.microsoft.com/office/drawing/2014/main" id="{47A66535-2B81-C8B1-FD40-24A3BA83DA85}"/>
                    </a:ext>
                  </a:extLst>
                </p:cNvPr>
                <p:cNvSpPr/>
                <p:nvPr/>
              </p:nvSpPr>
              <p:spPr>
                <a:xfrm>
                  <a:off x="6473825" y="0"/>
                  <a:ext cx="1826259" cy="3496309"/>
                </a:xfrm>
                <a:custGeom>
                  <a:avLst/>
                  <a:gdLst>
                    <a:gd name="connsiteX0" fmla="*/ 0 w 1826259"/>
                    <a:gd name="connsiteY0" fmla="*/ 0 h 3496309"/>
                    <a:gd name="connsiteX1" fmla="*/ 1826260 w 1826259"/>
                    <a:gd name="connsiteY1" fmla="*/ 3496310 h 3496309"/>
                    <a:gd name="connsiteX2" fmla="*/ 180340 w 1826259"/>
                    <a:gd name="connsiteY2" fmla="*/ 0 h 3496309"/>
                    <a:gd name="connsiteX3" fmla="*/ 0 w 182625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6259" h="3496309">
                      <a:moveTo>
                        <a:pt x="0" y="0"/>
                      </a:moveTo>
                      <a:lnTo>
                        <a:pt x="1826260" y="3496310"/>
                      </a:lnTo>
                      <a:lnTo>
                        <a:pt x="1803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9CA0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2" name="Freeform: Shape 821">
                  <a:extLst>
                    <a:ext uri="{FF2B5EF4-FFF2-40B4-BE49-F238E27FC236}">
                      <a16:creationId xmlns:a16="http://schemas.microsoft.com/office/drawing/2014/main" id="{7C470C26-0D1B-2EFD-1EB5-10FB343DC91D}"/>
                    </a:ext>
                  </a:extLst>
                </p:cNvPr>
                <p:cNvSpPr/>
                <p:nvPr/>
              </p:nvSpPr>
              <p:spPr>
                <a:xfrm>
                  <a:off x="6473825" y="0"/>
                  <a:ext cx="1826259" cy="3496309"/>
                </a:xfrm>
                <a:custGeom>
                  <a:avLst/>
                  <a:gdLst>
                    <a:gd name="connsiteX0" fmla="*/ 0 w 1826259"/>
                    <a:gd name="connsiteY0" fmla="*/ 0 h 3496309"/>
                    <a:gd name="connsiteX1" fmla="*/ 1826260 w 1826259"/>
                    <a:gd name="connsiteY1" fmla="*/ 3496310 h 3496309"/>
                    <a:gd name="connsiteX2" fmla="*/ 180340 w 1826259"/>
                    <a:gd name="connsiteY2" fmla="*/ 0 h 3496309"/>
                    <a:gd name="connsiteX3" fmla="*/ 0 w 182625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6259" h="3496309">
                      <a:moveTo>
                        <a:pt x="0" y="0"/>
                      </a:moveTo>
                      <a:lnTo>
                        <a:pt x="1826260" y="3496310"/>
                      </a:lnTo>
                      <a:lnTo>
                        <a:pt x="1803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B221">
                    <a:alpha val="60000"/>
                  </a:srgbClr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94" name="Graphic 613">
                <a:extLst>
                  <a:ext uri="{FF2B5EF4-FFF2-40B4-BE49-F238E27FC236}">
                    <a16:creationId xmlns:a16="http://schemas.microsoft.com/office/drawing/2014/main" id="{260CCB6D-46FF-BADB-DA68-067865FD0C00}"/>
                  </a:ext>
                </a:extLst>
              </p:cNvPr>
              <p:cNvGrpSpPr/>
              <p:nvPr/>
            </p:nvGrpSpPr>
            <p:grpSpPr>
              <a:xfrm>
                <a:off x="6654165" y="0"/>
                <a:ext cx="1645919" cy="3496309"/>
                <a:chOff x="6654165" y="0"/>
                <a:chExt cx="1645919" cy="3496309"/>
              </a:xfrm>
            </p:grpSpPr>
            <p:sp>
              <p:nvSpPr>
                <p:cNvPr id="819" name="Freeform: Shape 818">
                  <a:extLst>
                    <a:ext uri="{FF2B5EF4-FFF2-40B4-BE49-F238E27FC236}">
                      <a16:creationId xmlns:a16="http://schemas.microsoft.com/office/drawing/2014/main" id="{513573F0-D33B-1A24-732D-301B8889DBBE}"/>
                    </a:ext>
                  </a:extLst>
                </p:cNvPr>
                <p:cNvSpPr/>
                <p:nvPr/>
              </p:nvSpPr>
              <p:spPr>
                <a:xfrm>
                  <a:off x="6654165" y="0"/>
                  <a:ext cx="1645919" cy="3496309"/>
                </a:xfrm>
                <a:custGeom>
                  <a:avLst/>
                  <a:gdLst>
                    <a:gd name="connsiteX0" fmla="*/ 655955 w 1645919"/>
                    <a:gd name="connsiteY0" fmla="*/ 0 h 3496309"/>
                    <a:gd name="connsiteX1" fmla="*/ 1645920 w 1645919"/>
                    <a:gd name="connsiteY1" fmla="*/ 3496310 h 3496309"/>
                    <a:gd name="connsiteX2" fmla="*/ 0 w 1645919"/>
                    <a:gd name="connsiteY2" fmla="*/ 0 h 3496309"/>
                    <a:gd name="connsiteX3" fmla="*/ 655955 w 164591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45919" h="3496309">
                      <a:moveTo>
                        <a:pt x="655955" y="0"/>
                      </a:moveTo>
                      <a:lnTo>
                        <a:pt x="1645920" y="3496310"/>
                      </a:lnTo>
                      <a:lnTo>
                        <a:pt x="0" y="0"/>
                      </a:lnTo>
                      <a:lnTo>
                        <a:pt x="655955" y="0"/>
                      </a:lnTo>
                      <a:close/>
                    </a:path>
                  </a:pathLst>
                </a:custGeom>
                <a:solidFill>
                  <a:srgbClr val="80D226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0" name="Freeform: Shape 819">
                  <a:extLst>
                    <a:ext uri="{FF2B5EF4-FFF2-40B4-BE49-F238E27FC236}">
                      <a16:creationId xmlns:a16="http://schemas.microsoft.com/office/drawing/2014/main" id="{03C67307-4DB6-FBCD-83BD-50E9E5984D2D}"/>
                    </a:ext>
                  </a:extLst>
                </p:cNvPr>
                <p:cNvSpPr/>
                <p:nvPr/>
              </p:nvSpPr>
              <p:spPr>
                <a:xfrm>
                  <a:off x="6654165" y="0"/>
                  <a:ext cx="1645919" cy="3496309"/>
                </a:xfrm>
                <a:custGeom>
                  <a:avLst/>
                  <a:gdLst>
                    <a:gd name="connsiteX0" fmla="*/ 655955 w 1645919"/>
                    <a:gd name="connsiteY0" fmla="*/ 0 h 3496309"/>
                    <a:gd name="connsiteX1" fmla="*/ 1645920 w 1645919"/>
                    <a:gd name="connsiteY1" fmla="*/ 3496310 h 3496309"/>
                    <a:gd name="connsiteX2" fmla="*/ 0 w 1645919"/>
                    <a:gd name="connsiteY2" fmla="*/ 0 h 3496309"/>
                    <a:gd name="connsiteX3" fmla="*/ 655955 w 164591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45919" h="3496309">
                      <a:moveTo>
                        <a:pt x="655955" y="0"/>
                      </a:moveTo>
                      <a:lnTo>
                        <a:pt x="1645920" y="3496310"/>
                      </a:lnTo>
                      <a:lnTo>
                        <a:pt x="0" y="0"/>
                      </a:lnTo>
                      <a:lnTo>
                        <a:pt x="655955" y="0"/>
                      </a:lnTo>
                      <a:close/>
                    </a:path>
                  </a:pathLst>
                </a:custGeom>
                <a:gradFill>
                  <a:gsLst>
                    <a:gs pos="10000">
                      <a:srgbClr val="C6EB00"/>
                    </a:gs>
                    <a:gs pos="41000">
                      <a:srgbClr val="C6EB00"/>
                    </a:gs>
                    <a:gs pos="67000">
                      <a:srgbClr val="00A700">
                        <a:alpha val="49804"/>
                      </a:srgbClr>
                    </a:gs>
                    <a:gs pos="83000">
                      <a:schemeClr val="accent6"/>
                    </a:gs>
                  </a:gsLst>
                  <a:lin ang="2046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95" name="Graphic 613">
                <a:extLst>
                  <a:ext uri="{FF2B5EF4-FFF2-40B4-BE49-F238E27FC236}">
                    <a16:creationId xmlns:a16="http://schemas.microsoft.com/office/drawing/2014/main" id="{15C431FD-5666-9A75-1DE8-A01BA40A38E1}"/>
                  </a:ext>
                </a:extLst>
              </p:cNvPr>
              <p:cNvGrpSpPr/>
              <p:nvPr/>
            </p:nvGrpSpPr>
            <p:grpSpPr>
              <a:xfrm>
                <a:off x="7774305" y="0"/>
                <a:ext cx="960437" cy="3496309"/>
                <a:chOff x="7774305" y="0"/>
                <a:chExt cx="960437" cy="3496309"/>
              </a:xfrm>
            </p:grpSpPr>
            <p:sp>
              <p:nvSpPr>
                <p:cNvPr id="817" name="Freeform: Shape 816">
                  <a:extLst>
                    <a:ext uri="{FF2B5EF4-FFF2-40B4-BE49-F238E27FC236}">
                      <a16:creationId xmlns:a16="http://schemas.microsoft.com/office/drawing/2014/main" id="{11CDCF6B-0A03-3C47-FE91-39C26D9402CD}"/>
                    </a:ext>
                  </a:extLst>
                </p:cNvPr>
                <p:cNvSpPr/>
                <p:nvPr/>
              </p:nvSpPr>
              <p:spPr>
                <a:xfrm>
                  <a:off x="7774305" y="0"/>
                  <a:ext cx="960437" cy="3496309"/>
                </a:xfrm>
                <a:custGeom>
                  <a:avLst/>
                  <a:gdLst>
                    <a:gd name="connsiteX0" fmla="*/ 960438 w 960437"/>
                    <a:gd name="connsiteY0" fmla="*/ 0 h 3496309"/>
                    <a:gd name="connsiteX1" fmla="*/ 525780 w 960437"/>
                    <a:gd name="connsiteY1" fmla="*/ 3496310 h 3496309"/>
                    <a:gd name="connsiteX2" fmla="*/ 0 w 960437"/>
                    <a:gd name="connsiteY2" fmla="*/ 0 h 3496309"/>
                    <a:gd name="connsiteX3" fmla="*/ 960438 w 960437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437" h="3496309">
                      <a:moveTo>
                        <a:pt x="960438" y="0"/>
                      </a:moveTo>
                      <a:lnTo>
                        <a:pt x="525780" y="3496310"/>
                      </a:lnTo>
                      <a:lnTo>
                        <a:pt x="0" y="0"/>
                      </a:lnTo>
                      <a:lnTo>
                        <a:pt x="960438" y="0"/>
                      </a:lnTo>
                      <a:close/>
                    </a:path>
                  </a:pathLst>
                </a:custGeom>
                <a:solidFill>
                  <a:srgbClr val="69CA0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8" name="Freeform: Shape 817">
                  <a:extLst>
                    <a:ext uri="{FF2B5EF4-FFF2-40B4-BE49-F238E27FC236}">
                      <a16:creationId xmlns:a16="http://schemas.microsoft.com/office/drawing/2014/main" id="{551D080F-00B2-5704-CEE4-169585AF0AB4}"/>
                    </a:ext>
                  </a:extLst>
                </p:cNvPr>
                <p:cNvSpPr/>
                <p:nvPr/>
              </p:nvSpPr>
              <p:spPr>
                <a:xfrm>
                  <a:off x="7774305" y="0"/>
                  <a:ext cx="960437" cy="3496309"/>
                </a:xfrm>
                <a:custGeom>
                  <a:avLst/>
                  <a:gdLst>
                    <a:gd name="connsiteX0" fmla="*/ 960438 w 960437"/>
                    <a:gd name="connsiteY0" fmla="*/ 0 h 3496309"/>
                    <a:gd name="connsiteX1" fmla="*/ 525780 w 960437"/>
                    <a:gd name="connsiteY1" fmla="*/ 3496310 h 3496309"/>
                    <a:gd name="connsiteX2" fmla="*/ 0 w 960437"/>
                    <a:gd name="connsiteY2" fmla="*/ 0 h 3496309"/>
                    <a:gd name="connsiteX3" fmla="*/ 960438 w 960437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437" h="3496309">
                      <a:moveTo>
                        <a:pt x="960438" y="0"/>
                      </a:moveTo>
                      <a:lnTo>
                        <a:pt x="525780" y="3496310"/>
                      </a:lnTo>
                      <a:lnTo>
                        <a:pt x="0" y="0"/>
                      </a:lnTo>
                      <a:lnTo>
                        <a:pt x="960438" y="0"/>
                      </a:lnTo>
                      <a:close/>
                    </a:path>
                  </a:pathLst>
                </a:custGeom>
                <a:gradFill>
                  <a:gsLst>
                    <a:gs pos="22000">
                      <a:srgbClr val="C6EB00">
                        <a:alpha val="89804"/>
                      </a:srgbClr>
                    </a:gs>
                    <a:gs pos="35000">
                      <a:srgbClr val="C6EB00">
                        <a:alpha val="69804"/>
                      </a:srgbClr>
                    </a:gs>
                    <a:gs pos="60000">
                      <a:srgbClr val="C6EB00">
                        <a:alpha val="29804"/>
                      </a:srgbClr>
                    </a:gs>
                    <a:gs pos="90000">
                      <a:srgbClr val="C6EB00">
                        <a:alpha val="0"/>
                      </a:srgbClr>
                    </a:gs>
                  </a:gsLst>
                  <a:lin ang="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B695130A-F28F-2A4C-E6F6-27886BFC7067}"/>
                  </a:ext>
                </a:extLst>
              </p:cNvPr>
              <p:cNvSpPr/>
              <p:nvPr/>
            </p:nvSpPr>
            <p:spPr>
              <a:xfrm>
                <a:off x="8300084" y="0"/>
                <a:ext cx="2220595" cy="3496309"/>
              </a:xfrm>
              <a:custGeom>
                <a:avLst/>
                <a:gdLst>
                  <a:gd name="connsiteX0" fmla="*/ 2220596 w 2220595"/>
                  <a:gd name="connsiteY0" fmla="*/ 0 h 3496309"/>
                  <a:gd name="connsiteX1" fmla="*/ 0 w 2220595"/>
                  <a:gd name="connsiteY1" fmla="*/ 3496310 h 3496309"/>
                  <a:gd name="connsiteX2" fmla="*/ 1883093 w 2220595"/>
                  <a:gd name="connsiteY2" fmla="*/ 0 h 3496309"/>
                  <a:gd name="connsiteX3" fmla="*/ 2220596 w 222059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20595" h="3496309">
                    <a:moveTo>
                      <a:pt x="2220596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2220596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DBE114AE-29C9-448A-6626-1D17A2F5DDF4}"/>
                  </a:ext>
                </a:extLst>
              </p:cNvPr>
              <p:cNvSpPr/>
              <p:nvPr/>
            </p:nvSpPr>
            <p:spPr>
              <a:xfrm>
                <a:off x="8300084" y="0"/>
                <a:ext cx="1398587" cy="3496309"/>
              </a:xfrm>
              <a:custGeom>
                <a:avLst/>
                <a:gdLst>
                  <a:gd name="connsiteX0" fmla="*/ 1046163 w 1398587"/>
                  <a:gd name="connsiteY0" fmla="*/ 0 h 3496309"/>
                  <a:gd name="connsiteX1" fmla="*/ 0 w 1398587"/>
                  <a:gd name="connsiteY1" fmla="*/ 3496310 h 3496309"/>
                  <a:gd name="connsiteX2" fmla="*/ 1398588 w 1398587"/>
                  <a:gd name="connsiteY2" fmla="*/ 0 h 3496309"/>
                  <a:gd name="connsiteX3" fmla="*/ 1046163 w 1398587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8587" h="3496309">
                    <a:moveTo>
                      <a:pt x="1046163" y="0"/>
                    </a:moveTo>
                    <a:lnTo>
                      <a:pt x="0" y="3496310"/>
                    </a:lnTo>
                    <a:lnTo>
                      <a:pt x="1398588" y="0"/>
                    </a:lnTo>
                    <a:lnTo>
                      <a:pt x="1046163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8FBC2B82-C25D-6E8E-6D4C-0ACA4FF2955E}"/>
                  </a:ext>
                </a:extLst>
              </p:cNvPr>
              <p:cNvSpPr/>
              <p:nvPr/>
            </p:nvSpPr>
            <p:spPr>
              <a:xfrm>
                <a:off x="8300084" y="0"/>
                <a:ext cx="1046162" cy="3496309"/>
              </a:xfrm>
              <a:custGeom>
                <a:avLst/>
                <a:gdLst>
                  <a:gd name="connsiteX0" fmla="*/ 434658 w 1046162"/>
                  <a:gd name="connsiteY0" fmla="*/ 0 h 3496309"/>
                  <a:gd name="connsiteX1" fmla="*/ 0 w 1046162"/>
                  <a:gd name="connsiteY1" fmla="*/ 3496310 h 3496309"/>
                  <a:gd name="connsiteX2" fmla="*/ 1046163 w 1046162"/>
                  <a:gd name="connsiteY2" fmla="*/ 0 h 3496309"/>
                  <a:gd name="connsiteX3" fmla="*/ 434658 w 104616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162" h="3496309">
                    <a:moveTo>
                      <a:pt x="434658" y="0"/>
                    </a:moveTo>
                    <a:lnTo>
                      <a:pt x="0" y="3496310"/>
                    </a:lnTo>
                    <a:lnTo>
                      <a:pt x="1046163" y="0"/>
                    </a:lnTo>
                    <a:lnTo>
                      <a:pt x="434658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D6AC41A-4356-5348-377D-86E13FA649DC}"/>
                  </a:ext>
                </a:extLst>
              </p:cNvPr>
              <p:cNvSpPr/>
              <p:nvPr/>
            </p:nvSpPr>
            <p:spPr>
              <a:xfrm>
                <a:off x="8300084" y="0"/>
                <a:ext cx="1046162" cy="3496309"/>
              </a:xfrm>
              <a:custGeom>
                <a:avLst/>
                <a:gdLst>
                  <a:gd name="connsiteX0" fmla="*/ 434658 w 1046162"/>
                  <a:gd name="connsiteY0" fmla="*/ 0 h 3496309"/>
                  <a:gd name="connsiteX1" fmla="*/ 0 w 1046162"/>
                  <a:gd name="connsiteY1" fmla="*/ 3496310 h 3496309"/>
                  <a:gd name="connsiteX2" fmla="*/ 1046163 w 1046162"/>
                  <a:gd name="connsiteY2" fmla="*/ 0 h 3496309"/>
                  <a:gd name="connsiteX3" fmla="*/ 434658 w 104616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162" h="3496309">
                    <a:moveTo>
                      <a:pt x="434658" y="0"/>
                    </a:moveTo>
                    <a:lnTo>
                      <a:pt x="0" y="3496310"/>
                    </a:lnTo>
                    <a:lnTo>
                      <a:pt x="1046163" y="0"/>
                    </a:lnTo>
                    <a:lnTo>
                      <a:pt x="434658" y="0"/>
                    </a:lnTo>
                    <a:close/>
                  </a:path>
                </a:pathLst>
              </a:custGeom>
              <a:gradFill>
                <a:gsLst>
                  <a:gs pos="36000">
                    <a:srgbClr val="C6EB00"/>
                  </a:gs>
                  <a:gs pos="43000">
                    <a:srgbClr val="9EE545">
                      <a:alpha val="69804"/>
                    </a:srgbClr>
                  </a:gs>
                  <a:gs pos="100000">
                    <a:schemeClr val="accent1"/>
                  </a:gs>
                  <a:gs pos="53000">
                    <a:srgbClr val="4EDAD3">
                      <a:alpha val="0"/>
                    </a:srgbClr>
                  </a:gs>
                </a:gsLst>
                <a:lin ang="78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574816AE-4872-BB0E-96CB-267FC3E1853B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8C02FB2F-5C8D-C4A4-10CF-0E187E786895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solidFill>
                <a:srgbClr val="1F7AE3">
                  <a:alpha val="60000"/>
                </a:srgbClr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5AFB6568-4F88-7CF5-DBC6-AAFE600AFB0E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no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099B10D-5619-3007-F507-4EC592A34066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FD1B00BE-5046-28D6-CE08-9E1758EE00A2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FF44045-7D37-F463-3A26-C91F9A481AC8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gradFill>
                <a:gsLst>
                  <a:gs pos="0">
                    <a:srgbClr val="3ECAFB">
                      <a:alpha val="0"/>
                    </a:srgbClr>
                  </a:gs>
                  <a:gs pos="40000">
                    <a:srgbClr val="3CC7FA">
                      <a:alpha val="52000"/>
                    </a:srgbClr>
                  </a:gs>
                  <a:gs pos="54000">
                    <a:srgbClr val="0068DF"/>
                  </a:gs>
                </a:gsLst>
                <a:lin ang="240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3DE82C00-348A-85AC-6440-F75CFF93245E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no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807" name="Graphic 613">
                <a:extLst>
                  <a:ext uri="{FF2B5EF4-FFF2-40B4-BE49-F238E27FC236}">
                    <a16:creationId xmlns:a16="http://schemas.microsoft.com/office/drawing/2014/main" id="{C507D0A6-1C72-9B81-D04F-07A1EF82DCEE}"/>
                  </a:ext>
                </a:extLst>
              </p:cNvPr>
              <p:cNvGrpSpPr/>
              <p:nvPr/>
            </p:nvGrpSpPr>
            <p:grpSpPr>
              <a:xfrm>
                <a:off x="8300084" y="0"/>
                <a:ext cx="3891915" cy="3496309"/>
                <a:chOff x="8300084" y="0"/>
                <a:chExt cx="3891915" cy="3496309"/>
              </a:xfrm>
            </p:grpSpPr>
            <p:sp>
              <p:nvSpPr>
                <p:cNvPr id="815" name="Freeform: Shape 814">
                  <a:extLst>
                    <a:ext uri="{FF2B5EF4-FFF2-40B4-BE49-F238E27FC236}">
                      <a16:creationId xmlns:a16="http://schemas.microsoft.com/office/drawing/2014/main" id="{1DD2FE8D-6799-D71A-CA01-EC291DA393FA}"/>
                    </a:ext>
                  </a:extLst>
                </p:cNvPr>
                <p:cNvSpPr/>
                <p:nvPr/>
              </p:nvSpPr>
              <p:spPr>
                <a:xfrm>
                  <a:off x="8300084" y="0"/>
                  <a:ext cx="3891915" cy="3496309"/>
                </a:xfrm>
                <a:custGeom>
                  <a:avLst/>
                  <a:gdLst>
                    <a:gd name="connsiteX0" fmla="*/ 3891915 w 3891915"/>
                    <a:gd name="connsiteY0" fmla="*/ 683895 h 3496309"/>
                    <a:gd name="connsiteX1" fmla="*/ 0 w 3891915"/>
                    <a:gd name="connsiteY1" fmla="*/ 3496310 h 3496309"/>
                    <a:gd name="connsiteX2" fmla="*/ 3284855 w 3891915"/>
                    <a:gd name="connsiteY2" fmla="*/ 0 h 3496309"/>
                    <a:gd name="connsiteX3" fmla="*/ 3891915 w 3891915"/>
                    <a:gd name="connsiteY3" fmla="*/ 0 h 3496309"/>
                    <a:gd name="connsiteX4" fmla="*/ 3891915 w 3891915"/>
                    <a:gd name="connsiteY4" fmla="*/ 683895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91915" h="3496309">
                      <a:moveTo>
                        <a:pt x="3891915" y="683895"/>
                      </a:moveTo>
                      <a:lnTo>
                        <a:pt x="0" y="3496310"/>
                      </a:lnTo>
                      <a:lnTo>
                        <a:pt x="3284855" y="0"/>
                      </a:lnTo>
                      <a:lnTo>
                        <a:pt x="3891915" y="0"/>
                      </a:lnTo>
                      <a:lnTo>
                        <a:pt x="3891915" y="683895"/>
                      </a:lnTo>
                      <a:close/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6" name="Freeform: Shape 815">
                  <a:extLst>
                    <a:ext uri="{FF2B5EF4-FFF2-40B4-BE49-F238E27FC236}">
                      <a16:creationId xmlns:a16="http://schemas.microsoft.com/office/drawing/2014/main" id="{2BE8CBBA-3ABB-08CB-618D-7BAD90A67548}"/>
                    </a:ext>
                  </a:extLst>
                </p:cNvPr>
                <p:cNvSpPr/>
                <p:nvPr/>
              </p:nvSpPr>
              <p:spPr>
                <a:xfrm>
                  <a:off x="8300084" y="0"/>
                  <a:ext cx="3891915" cy="3496309"/>
                </a:xfrm>
                <a:custGeom>
                  <a:avLst/>
                  <a:gdLst>
                    <a:gd name="connsiteX0" fmla="*/ 3891915 w 3891915"/>
                    <a:gd name="connsiteY0" fmla="*/ 683895 h 3496309"/>
                    <a:gd name="connsiteX1" fmla="*/ 0 w 3891915"/>
                    <a:gd name="connsiteY1" fmla="*/ 3496310 h 3496309"/>
                    <a:gd name="connsiteX2" fmla="*/ 3284855 w 3891915"/>
                    <a:gd name="connsiteY2" fmla="*/ 0 h 3496309"/>
                    <a:gd name="connsiteX3" fmla="*/ 3891915 w 3891915"/>
                    <a:gd name="connsiteY3" fmla="*/ 0 h 3496309"/>
                    <a:gd name="connsiteX4" fmla="*/ 3891915 w 3891915"/>
                    <a:gd name="connsiteY4" fmla="*/ 683895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91915" h="3496309">
                      <a:moveTo>
                        <a:pt x="3891915" y="683895"/>
                      </a:moveTo>
                      <a:lnTo>
                        <a:pt x="0" y="3496310"/>
                      </a:lnTo>
                      <a:lnTo>
                        <a:pt x="3284855" y="0"/>
                      </a:lnTo>
                      <a:lnTo>
                        <a:pt x="3891915" y="0"/>
                      </a:lnTo>
                      <a:lnTo>
                        <a:pt x="3891915" y="683895"/>
                      </a:lnTo>
                      <a:close/>
                    </a:path>
                  </a:pathLst>
                </a:custGeom>
                <a:gradFill>
                  <a:gsLst>
                    <a:gs pos="46000">
                      <a:srgbClr val="0068DF"/>
                    </a:gs>
                    <a:gs pos="100000">
                      <a:srgbClr val="39C7F8"/>
                    </a:gs>
                    <a:gs pos="53000">
                      <a:srgbClr val="3ECAFB">
                        <a:alpha val="89804"/>
                      </a:srgbClr>
                    </a:gs>
                  </a:gsLst>
                  <a:lin ang="276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08" name="Graphic 613">
                <a:extLst>
                  <a:ext uri="{FF2B5EF4-FFF2-40B4-BE49-F238E27FC236}">
                    <a16:creationId xmlns:a16="http://schemas.microsoft.com/office/drawing/2014/main" id="{1F051D73-72BD-9C74-92C3-B3DBD7C1765E}"/>
                  </a:ext>
                </a:extLst>
              </p:cNvPr>
              <p:cNvGrpSpPr/>
              <p:nvPr/>
            </p:nvGrpSpPr>
            <p:grpSpPr>
              <a:xfrm>
                <a:off x="8300084" y="683894"/>
                <a:ext cx="3930650" cy="2812414"/>
                <a:chOff x="8300084" y="683894"/>
                <a:chExt cx="3930650" cy="2812414"/>
              </a:xfrm>
            </p:grpSpPr>
            <p:sp>
              <p:nvSpPr>
                <p:cNvPr id="813" name="Freeform: Shape 812">
                  <a:extLst>
                    <a:ext uri="{FF2B5EF4-FFF2-40B4-BE49-F238E27FC236}">
                      <a16:creationId xmlns:a16="http://schemas.microsoft.com/office/drawing/2014/main" id="{5C3FA0E3-5CB3-C626-2F49-C4138EB0FD47}"/>
                    </a:ext>
                  </a:extLst>
                </p:cNvPr>
                <p:cNvSpPr/>
                <p:nvPr/>
              </p:nvSpPr>
              <p:spPr>
                <a:xfrm>
                  <a:off x="8300084" y="683894"/>
                  <a:ext cx="3930650" cy="2812414"/>
                </a:xfrm>
                <a:custGeom>
                  <a:avLst/>
                  <a:gdLst>
                    <a:gd name="connsiteX0" fmla="*/ 3891915 w 3930650"/>
                    <a:gd name="connsiteY0" fmla="*/ 0 h 2812414"/>
                    <a:gd name="connsiteX1" fmla="*/ 0 w 3930650"/>
                    <a:gd name="connsiteY1" fmla="*/ 2812415 h 2812414"/>
                    <a:gd name="connsiteX2" fmla="*/ 3930650 w 3930650"/>
                    <a:gd name="connsiteY2" fmla="*/ 1133158 h 2812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30650" h="2812414">
                      <a:moveTo>
                        <a:pt x="3891915" y="0"/>
                      </a:moveTo>
                      <a:lnTo>
                        <a:pt x="0" y="2812415"/>
                      </a:lnTo>
                      <a:lnTo>
                        <a:pt x="3930650" y="1133158"/>
                      </a:lnTo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4" name="Freeform: Shape 813">
                  <a:extLst>
                    <a:ext uri="{FF2B5EF4-FFF2-40B4-BE49-F238E27FC236}">
                      <a16:creationId xmlns:a16="http://schemas.microsoft.com/office/drawing/2014/main" id="{4DCD25AA-C4D3-4092-17FA-5FB3F8D8027E}"/>
                    </a:ext>
                  </a:extLst>
                </p:cNvPr>
                <p:cNvSpPr/>
                <p:nvPr/>
              </p:nvSpPr>
              <p:spPr>
                <a:xfrm>
                  <a:off x="8300084" y="683894"/>
                  <a:ext cx="3930650" cy="2812414"/>
                </a:xfrm>
                <a:custGeom>
                  <a:avLst/>
                  <a:gdLst>
                    <a:gd name="connsiteX0" fmla="*/ 3891915 w 3930650"/>
                    <a:gd name="connsiteY0" fmla="*/ 0 h 2812414"/>
                    <a:gd name="connsiteX1" fmla="*/ 0 w 3930650"/>
                    <a:gd name="connsiteY1" fmla="*/ 2812415 h 2812414"/>
                    <a:gd name="connsiteX2" fmla="*/ 3930650 w 3930650"/>
                    <a:gd name="connsiteY2" fmla="*/ 1133158 h 2812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30650" h="2812414">
                      <a:moveTo>
                        <a:pt x="3891915" y="0"/>
                      </a:moveTo>
                      <a:lnTo>
                        <a:pt x="0" y="2812415"/>
                      </a:lnTo>
                      <a:lnTo>
                        <a:pt x="3930650" y="1133158"/>
                      </a:lnTo>
                    </a:path>
                  </a:pathLst>
                </a:custGeom>
                <a:gradFill>
                  <a:gsLst>
                    <a:gs pos="47000">
                      <a:srgbClr val="0068DF">
                        <a:alpha val="89804"/>
                      </a:srgbClr>
                    </a:gs>
                    <a:gs pos="34000">
                      <a:srgbClr val="0068DF">
                        <a:alpha val="89804"/>
                      </a:srgbClr>
                    </a:gs>
                    <a:gs pos="58000">
                      <a:srgbClr val="0EAFE0"/>
                    </a:gs>
                  </a:gsLst>
                  <a:lin ang="360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09" name="Graphic 613">
                <a:extLst>
                  <a:ext uri="{FF2B5EF4-FFF2-40B4-BE49-F238E27FC236}">
                    <a16:creationId xmlns:a16="http://schemas.microsoft.com/office/drawing/2014/main" id="{F86DF028-5FB0-942A-E7F2-8AA9C98D8144}"/>
                  </a:ext>
                </a:extLst>
              </p:cNvPr>
              <p:cNvGrpSpPr/>
              <p:nvPr/>
            </p:nvGrpSpPr>
            <p:grpSpPr>
              <a:xfrm>
                <a:off x="8300084" y="1817052"/>
                <a:ext cx="3930650" cy="1679257"/>
                <a:chOff x="8300084" y="1817052"/>
                <a:chExt cx="3930650" cy="1679257"/>
              </a:xfrm>
            </p:grpSpPr>
            <p:sp>
              <p:nvSpPr>
                <p:cNvPr id="811" name="Freeform: Shape 810">
                  <a:extLst>
                    <a:ext uri="{FF2B5EF4-FFF2-40B4-BE49-F238E27FC236}">
                      <a16:creationId xmlns:a16="http://schemas.microsoft.com/office/drawing/2014/main" id="{BC93CCD2-D0D8-C6EE-4B82-B5ADC35A6BFE}"/>
                    </a:ext>
                  </a:extLst>
                </p:cNvPr>
                <p:cNvSpPr/>
                <p:nvPr/>
              </p:nvSpPr>
              <p:spPr>
                <a:xfrm>
                  <a:off x="8300084" y="1817052"/>
                  <a:ext cx="3930650" cy="1679257"/>
                </a:xfrm>
                <a:custGeom>
                  <a:avLst/>
                  <a:gdLst>
                    <a:gd name="connsiteX0" fmla="*/ 3930650 w 3930650"/>
                    <a:gd name="connsiteY0" fmla="*/ 0 h 1679257"/>
                    <a:gd name="connsiteX1" fmla="*/ 0 w 3930650"/>
                    <a:gd name="connsiteY1" fmla="*/ 1679257 h 1679257"/>
                    <a:gd name="connsiteX2" fmla="*/ 3928746 w 3930650"/>
                    <a:gd name="connsiteY2" fmla="*/ 279400 h 1679257"/>
                    <a:gd name="connsiteX3" fmla="*/ 3930650 w 3930650"/>
                    <a:gd name="connsiteY3" fmla="*/ 0 h 1679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0650" h="1679257">
                      <a:moveTo>
                        <a:pt x="3930650" y="0"/>
                      </a:moveTo>
                      <a:lnTo>
                        <a:pt x="0" y="1679257"/>
                      </a:lnTo>
                      <a:lnTo>
                        <a:pt x="3928746" y="279400"/>
                      </a:lnTo>
                      <a:lnTo>
                        <a:pt x="3930650" y="0"/>
                      </a:lnTo>
                      <a:close/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2" name="Freeform: Shape 811">
                  <a:extLst>
                    <a:ext uri="{FF2B5EF4-FFF2-40B4-BE49-F238E27FC236}">
                      <a16:creationId xmlns:a16="http://schemas.microsoft.com/office/drawing/2014/main" id="{11412ACA-0D40-4A13-54E9-1FF967ECAE3B}"/>
                    </a:ext>
                  </a:extLst>
                </p:cNvPr>
                <p:cNvSpPr/>
                <p:nvPr/>
              </p:nvSpPr>
              <p:spPr>
                <a:xfrm>
                  <a:off x="8300084" y="1817052"/>
                  <a:ext cx="3930650" cy="1679257"/>
                </a:xfrm>
                <a:custGeom>
                  <a:avLst/>
                  <a:gdLst>
                    <a:gd name="connsiteX0" fmla="*/ 3930650 w 3930650"/>
                    <a:gd name="connsiteY0" fmla="*/ 0 h 1679257"/>
                    <a:gd name="connsiteX1" fmla="*/ 0 w 3930650"/>
                    <a:gd name="connsiteY1" fmla="*/ 1679257 h 1679257"/>
                    <a:gd name="connsiteX2" fmla="*/ 3928746 w 3930650"/>
                    <a:gd name="connsiteY2" fmla="*/ 279400 h 1679257"/>
                    <a:gd name="connsiteX3" fmla="*/ 3930650 w 3930650"/>
                    <a:gd name="connsiteY3" fmla="*/ 0 h 1679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0650" h="1679257">
                      <a:moveTo>
                        <a:pt x="3930650" y="0"/>
                      </a:moveTo>
                      <a:lnTo>
                        <a:pt x="0" y="1679257"/>
                      </a:lnTo>
                      <a:lnTo>
                        <a:pt x="3928746" y="279400"/>
                      </a:lnTo>
                      <a:lnTo>
                        <a:pt x="3930650" y="0"/>
                      </a:lnTo>
                      <a:close/>
                    </a:path>
                  </a:pathLst>
                </a:custGeom>
                <a:solidFill>
                  <a:srgbClr val="26BCED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810" name="Rectangle 809">
                <a:extLst>
                  <a:ext uri="{FF2B5EF4-FFF2-40B4-BE49-F238E27FC236}">
                    <a16:creationId xmlns:a16="http://schemas.microsoft.com/office/drawing/2014/main" id="{64620E3A-B676-25BB-B8B2-720BE7C665CF}"/>
                  </a:ext>
                </a:extLst>
              </p:cNvPr>
              <p:cNvSpPr/>
              <p:nvPr userDrawn="1"/>
            </p:nvSpPr>
            <p:spPr>
              <a:xfrm>
                <a:off x="12200310" y="0"/>
                <a:ext cx="92408" cy="6858000"/>
              </a:xfrm>
              <a:prstGeom prst="rect">
                <a:avLst/>
              </a:prstGeom>
              <a:solidFill>
                <a:srgbClr val="E9ED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008" bIns="64008" rtlCol="0" anchor="t"/>
              <a:lstStyle/>
              <a:p>
                <a:pPr algn="l"/>
                <a:endParaRPr lang="en-US">
                  <a:latin typeface="Poppins SemiBold" panose="00000700000000000000" pitchFamily="2" charset="0"/>
                  <a:cs typeface="Poppins SemiBold" panose="000007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27711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t in tou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6B2404B-61EC-F3F7-AAAA-6B9C2AF8CB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/>
        </p:nvSpPr>
        <p:spPr>
          <a:xfrm>
            <a:off x="1342652" y="5351951"/>
            <a:ext cx="1509927" cy="305544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 b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4BD66F51-07B2-8F1A-36BF-9A36550A0381}"/>
              </a:ext>
            </a:extLst>
          </p:cNvPr>
          <p:cNvSpPr txBox="1">
            <a:spLocks/>
          </p:cNvSpPr>
          <p:nvPr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sp>
        <p:nvSpPr>
          <p:cNvPr id="14" name="Title 6">
            <a:extLst>
              <a:ext uri="{FF2B5EF4-FFF2-40B4-BE49-F238E27FC236}">
                <a16:creationId xmlns:a16="http://schemas.microsoft.com/office/drawing/2014/main" id="{AD22C40A-025C-3A65-C23E-81F44AD3D9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2650" y="2122688"/>
            <a:ext cx="5122863" cy="1593836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4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Get in touch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3AF13F-9AC9-D9C7-4132-82EBF52AEA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42650" y="4184148"/>
            <a:ext cx="5122863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200" b="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First name, 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507C134-47D6-3A51-C496-34B2B2CFCF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42650" y="4685635"/>
            <a:ext cx="5122863" cy="53182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400" b="0">
                <a:solidFill>
                  <a:schemeClr val="tx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email@nxp.com</a:t>
            </a:r>
          </a:p>
          <a:p>
            <a:pPr lvl="0"/>
            <a:r>
              <a:rPr lang="en-US"/>
              <a:t>+00 000 000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5EC22B7-AC50-3533-ED12-C2CA0A67E113}"/>
              </a:ext>
            </a:extLst>
          </p:cNvPr>
          <p:cNvGrpSpPr/>
          <p:nvPr/>
        </p:nvGrpSpPr>
        <p:grpSpPr>
          <a:xfrm>
            <a:off x="532238" y="532263"/>
            <a:ext cx="1522954" cy="515204"/>
            <a:chOff x="532238" y="532263"/>
            <a:chExt cx="1522954" cy="51520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F54202B-6604-81FD-EFD4-BD64CAFE0D1D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BFDC21-8E21-AA5D-658E-54E8B310028F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9209123-D416-9ED3-EDB4-22B8716724A4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</p:grpSp>
      <p:grpSp>
        <p:nvGrpSpPr>
          <p:cNvPr id="542" name="Group 541">
            <a:extLst>
              <a:ext uri="{FF2B5EF4-FFF2-40B4-BE49-F238E27FC236}">
                <a16:creationId xmlns:a16="http://schemas.microsoft.com/office/drawing/2014/main" id="{6A53357D-FBFD-3576-4D82-C43A46D6F22E}"/>
              </a:ext>
            </a:extLst>
          </p:cNvPr>
          <p:cNvGrpSpPr/>
          <p:nvPr/>
        </p:nvGrpSpPr>
        <p:grpSpPr>
          <a:xfrm>
            <a:off x="6473825" y="1"/>
            <a:ext cx="5818893" cy="6866964"/>
            <a:chOff x="6473825" y="1"/>
            <a:chExt cx="5818893" cy="6866964"/>
          </a:xfrm>
        </p:grpSpPr>
        <p:sp>
          <p:nvSpPr>
            <p:cNvPr id="543" name="Rectangle 261">
              <a:extLst>
                <a:ext uri="{FF2B5EF4-FFF2-40B4-BE49-F238E27FC236}">
                  <a16:creationId xmlns:a16="http://schemas.microsoft.com/office/drawing/2014/main" id="{B26EC4DC-8AD7-D9F6-2780-F2AE60E035FE}"/>
                </a:ext>
              </a:extLst>
            </p:cNvPr>
            <p:cNvSpPr/>
            <p:nvPr userDrawn="1"/>
          </p:nvSpPr>
          <p:spPr>
            <a:xfrm>
              <a:off x="8319247" y="1"/>
              <a:ext cx="2498165" cy="3446946"/>
            </a:xfrm>
            <a:custGeom>
              <a:avLst/>
              <a:gdLst>
                <a:gd name="connsiteX0" fmla="*/ 0 w 723153"/>
                <a:gd name="connsiteY0" fmla="*/ 0 h 328706"/>
                <a:gd name="connsiteX1" fmla="*/ 723153 w 723153"/>
                <a:gd name="connsiteY1" fmla="*/ 0 h 328706"/>
                <a:gd name="connsiteX2" fmla="*/ 723153 w 723153"/>
                <a:gd name="connsiteY2" fmla="*/ 328706 h 328706"/>
                <a:gd name="connsiteX3" fmla="*/ 0 w 723153"/>
                <a:gd name="connsiteY3" fmla="*/ 328706 h 328706"/>
                <a:gd name="connsiteX4" fmla="*/ 0 w 723153"/>
                <a:gd name="connsiteY4" fmla="*/ 0 h 328706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2498165 w 2498165"/>
                <a:gd name="connsiteY2" fmla="*/ 328706 h 3442447"/>
                <a:gd name="connsiteX3" fmla="*/ 0 w 2498165"/>
                <a:gd name="connsiteY3" fmla="*/ 3442447 h 3442447"/>
                <a:gd name="connsiteX4" fmla="*/ 1775012 w 2498165"/>
                <a:gd name="connsiteY4" fmla="*/ 0 h 3442447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0 w 2498165"/>
                <a:gd name="connsiteY2" fmla="*/ 3442447 h 3442447"/>
                <a:gd name="connsiteX3" fmla="*/ 1775012 w 2498165"/>
                <a:gd name="connsiteY3" fmla="*/ 0 h 344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8165" h="3442447">
                  <a:moveTo>
                    <a:pt x="1775012" y="0"/>
                  </a:moveTo>
                  <a:lnTo>
                    <a:pt x="2498165" y="0"/>
                  </a:lnTo>
                  <a:lnTo>
                    <a:pt x="0" y="3442447"/>
                  </a:lnTo>
                  <a:lnTo>
                    <a:pt x="1775012" y="0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4" name="Rectangle 260">
              <a:extLst>
                <a:ext uri="{FF2B5EF4-FFF2-40B4-BE49-F238E27FC236}">
                  <a16:creationId xmlns:a16="http://schemas.microsoft.com/office/drawing/2014/main" id="{DDF80EDE-CC24-05E3-6B51-3E37E4FDEE86}"/>
                </a:ext>
              </a:extLst>
            </p:cNvPr>
            <p:cNvSpPr/>
            <p:nvPr userDrawn="1"/>
          </p:nvSpPr>
          <p:spPr>
            <a:xfrm>
              <a:off x="7129929" y="1"/>
              <a:ext cx="1176282" cy="3464900"/>
            </a:xfrm>
            <a:custGeom>
              <a:avLst/>
              <a:gdLst>
                <a:gd name="connsiteX0" fmla="*/ 0 w 644376"/>
                <a:gd name="connsiteY0" fmla="*/ 0 h 1392518"/>
                <a:gd name="connsiteX1" fmla="*/ 644376 w 644376"/>
                <a:gd name="connsiteY1" fmla="*/ 0 h 1392518"/>
                <a:gd name="connsiteX2" fmla="*/ 644376 w 644376"/>
                <a:gd name="connsiteY2" fmla="*/ 1392518 h 1392518"/>
                <a:gd name="connsiteX3" fmla="*/ 0 w 644376"/>
                <a:gd name="connsiteY3" fmla="*/ 1392518 h 1392518"/>
                <a:gd name="connsiteX4" fmla="*/ 0 w 644376"/>
                <a:gd name="connsiteY4" fmla="*/ 0 h 1392518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1392518 h 3460377"/>
                <a:gd name="connsiteX4" fmla="*/ 0 w 1176282"/>
                <a:gd name="connsiteY4" fmla="*/ 0 h 3460377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0 h 346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6282" h="3460377">
                  <a:moveTo>
                    <a:pt x="0" y="0"/>
                  </a:moveTo>
                  <a:lnTo>
                    <a:pt x="644376" y="0"/>
                  </a:lnTo>
                  <a:lnTo>
                    <a:pt x="1176282" y="3460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5" name="Rectangle 259">
              <a:extLst>
                <a:ext uri="{FF2B5EF4-FFF2-40B4-BE49-F238E27FC236}">
                  <a16:creationId xmlns:a16="http://schemas.microsoft.com/office/drawing/2014/main" id="{55A4D127-B57F-7E40-EE1F-DFC12FC49113}"/>
                </a:ext>
              </a:extLst>
            </p:cNvPr>
            <p:cNvSpPr/>
            <p:nvPr userDrawn="1"/>
          </p:nvSpPr>
          <p:spPr>
            <a:xfrm>
              <a:off x="8331201" y="3535753"/>
              <a:ext cx="3762468" cy="3331212"/>
            </a:xfrm>
            <a:custGeom>
              <a:avLst/>
              <a:gdLst>
                <a:gd name="connsiteX0" fmla="*/ 0 w 792163"/>
                <a:gd name="connsiteY0" fmla="*/ 0 h 786864"/>
                <a:gd name="connsiteX1" fmla="*/ 792163 w 792163"/>
                <a:gd name="connsiteY1" fmla="*/ 0 h 786864"/>
                <a:gd name="connsiteX2" fmla="*/ 792163 w 792163"/>
                <a:gd name="connsiteY2" fmla="*/ 786864 h 786864"/>
                <a:gd name="connsiteX3" fmla="*/ 0 w 792163"/>
                <a:gd name="connsiteY3" fmla="*/ 786864 h 786864"/>
                <a:gd name="connsiteX4" fmla="*/ 0 w 792163"/>
                <a:gd name="connsiteY4" fmla="*/ 0 h 786864"/>
                <a:gd name="connsiteX0" fmla="*/ 0 w 3762468"/>
                <a:gd name="connsiteY0" fmla="*/ 0 h 3326864"/>
                <a:gd name="connsiteX1" fmla="*/ 3762468 w 3762468"/>
                <a:gd name="connsiteY1" fmla="*/ 2540000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  <a:gd name="connsiteX0" fmla="*/ 0 w 3762468"/>
                <a:gd name="connsiteY0" fmla="*/ 0 h 3326864"/>
                <a:gd name="connsiteX1" fmla="*/ 3744539 w 3762468"/>
                <a:gd name="connsiteY1" fmla="*/ 3036047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2468" h="3326864">
                  <a:moveTo>
                    <a:pt x="0" y="0"/>
                  </a:moveTo>
                  <a:lnTo>
                    <a:pt x="3744539" y="3036047"/>
                  </a:lnTo>
                  <a:lnTo>
                    <a:pt x="3762468" y="3326864"/>
                  </a:lnTo>
                  <a:lnTo>
                    <a:pt x="2970305" y="3326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6FA44955-B0B9-6561-885D-7FAC1CB018FE}"/>
                </a:ext>
              </a:extLst>
            </p:cNvPr>
            <p:cNvSpPr/>
            <p:nvPr userDrawn="1"/>
          </p:nvSpPr>
          <p:spPr>
            <a:xfrm>
              <a:off x="8189844" y="3527033"/>
              <a:ext cx="747423" cy="3339931"/>
            </a:xfrm>
            <a:custGeom>
              <a:avLst/>
              <a:gdLst>
                <a:gd name="connsiteX0" fmla="*/ 115294 w 747423"/>
                <a:gd name="connsiteY0" fmla="*/ 0 h 3319669"/>
                <a:gd name="connsiteX1" fmla="*/ 0 w 747423"/>
                <a:gd name="connsiteY1" fmla="*/ 3319669 h 3319669"/>
                <a:gd name="connsiteX2" fmla="*/ 747423 w 747423"/>
                <a:gd name="connsiteY2" fmla="*/ 3319669 h 3319669"/>
                <a:gd name="connsiteX3" fmla="*/ 115294 w 747423"/>
                <a:gd name="connsiteY3" fmla="*/ 0 h 331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423" h="3319669">
                  <a:moveTo>
                    <a:pt x="115294" y="0"/>
                  </a:moveTo>
                  <a:lnTo>
                    <a:pt x="0" y="3319669"/>
                  </a:lnTo>
                  <a:lnTo>
                    <a:pt x="747423" y="3319669"/>
                  </a:lnTo>
                  <a:lnTo>
                    <a:pt x="115294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7" name="Isosceles Triangle 724">
              <a:extLst>
                <a:ext uri="{FF2B5EF4-FFF2-40B4-BE49-F238E27FC236}">
                  <a16:creationId xmlns:a16="http://schemas.microsoft.com/office/drawing/2014/main" id="{72F55682-DBB6-D123-D1F7-14B8CF7BEE83}"/>
                </a:ext>
              </a:extLst>
            </p:cNvPr>
            <p:cNvSpPr/>
            <p:nvPr userDrawn="1"/>
          </p:nvSpPr>
          <p:spPr>
            <a:xfrm>
              <a:off x="8300084" y="3532015"/>
              <a:ext cx="126740" cy="3334947"/>
            </a:xfrm>
            <a:custGeom>
              <a:avLst/>
              <a:gdLst>
                <a:gd name="connsiteX0" fmla="*/ 0 w 126740"/>
                <a:gd name="connsiteY0" fmla="*/ 3361690 h 3361690"/>
                <a:gd name="connsiteX1" fmla="*/ 63370 w 126740"/>
                <a:gd name="connsiteY1" fmla="*/ 0 h 3361690"/>
                <a:gd name="connsiteX2" fmla="*/ 126740 w 126740"/>
                <a:gd name="connsiteY2" fmla="*/ 3361690 h 3361690"/>
                <a:gd name="connsiteX3" fmla="*/ 0 w 126740"/>
                <a:gd name="connsiteY3" fmla="*/ 3361690 h 3361690"/>
                <a:gd name="connsiteX0" fmla="*/ 0 w 126740"/>
                <a:gd name="connsiteY0" fmla="*/ 3325831 h 3325831"/>
                <a:gd name="connsiteX1" fmla="*/ 27511 w 126740"/>
                <a:gd name="connsiteY1" fmla="*/ 0 h 3325831"/>
                <a:gd name="connsiteX2" fmla="*/ 126740 w 126740"/>
                <a:gd name="connsiteY2" fmla="*/ 3325831 h 3325831"/>
                <a:gd name="connsiteX3" fmla="*/ 0 w 126740"/>
                <a:gd name="connsiteY3" fmla="*/ 3325831 h 3325831"/>
                <a:gd name="connsiteX0" fmla="*/ 0 w 126740"/>
                <a:gd name="connsiteY0" fmla="*/ 3330594 h 3330594"/>
                <a:gd name="connsiteX1" fmla="*/ 1318 w 126740"/>
                <a:gd name="connsiteY1" fmla="*/ 0 h 3330594"/>
                <a:gd name="connsiteX2" fmla="*/ 126740 w 126740"/>
                <a:gd name="connsiteY2" fmla="*/ 3330594 h 3330594"/>
                <a:gd name="connsiteX3" fmla="*/ 0 w 126740"/>
                <a:gd name="connsiteY3" fmla="*/ 3330594 h 333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740" h="3330594">
                  <a:moveTo>
                    <a:pt x="0" y="3330594"/>
                  </a:moveTo>
                  <a:cubicBezTo>
                    <a:pt x="439" y="2220396"/>
                    <a:pt x="879" y="1110198"/>
                    <a:pt x="1318" y="0"/>
                  </a:cubicBezTo>
                  <a:lnTo>
                    <a:pt x="126740" y="3330594"/>
                  </a:lnTo>
                  <a:lnTo>
                    <a:pt x="0" y="3330594"/>
                  </a:lnTo>
                  <a:close/>
                </a:path>
              </a:pathLst>
            </a:custGeom>
            <a:solidFill>
              <a:srgbClr val="F8AC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8" name="Isosceles Triangle 721">
              <a:extLst>
                <a:ext uri="{FF2B5EF4-FFF2-40B4-BE49-F238E27FC236}">
                  <a16:creationId xmlns:a16="http://schemas.microsoft.com/office/drawing/2014/main" id="{5AF07073-E310-EB88-3C43-97465922C8EA}"/>
                </a:ext>
              </a:extLst>
            </p:cNvPr>
            <p:cNvSpPr/>
            <p:nvPr userDrawn="1"/>
          </p:nvSpPr>
          <p:spPr>
            <a:xfrm rot="10800000">
              <a:off x="8326958" y="2"/>
              <a:ext cx="1112912" cy="3452931"/>
            </a:xfrm>
            <a:custGeom>
              <a:avLst/>
              <a:gdLst>
                <a:gd name="connsiteX0" fmla="*/ 0 w 659990"/>
                <a:gd name="connsiteY0" fmla="*/ 2946400 h 2946400"/>
                <a:gd name="connsiteX1" fmla="*/ 329995 w 659990"/>
                <a:gd name="connsiteY1" fmla="*/ 0 h 2946400"/>
                <a:gd name="connsiteX2" fmla="*/ 659990 w 659990"/>
                <a:gd name="connsiteY2" fmla="*/ 2946400 h 2946400"/>
                <a:gd name="connsiteX3" fmla="*/ 0 w 659990"/>
                <a:gd name="connsiteY3" fmla="*/ 2946400 h 2946400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659990 w 682606"/>
                <a:gd name="connsiteY2" fmla="*/ 3442447 h 3442447"/>
                <a:gd name="connsiteX3" fmla="*/ 0 w 682606"/>
                <a:gd name="connsiteY3" fmla="*/ 3442447 h 3442447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361166 w 682606"/>
                <a:gd name="connsiteY2" fmla="*/ 3442447 h 3442447"/>
                <a:gd name="connsiteX3" fmla="*/ 0 w 682606"/>
                <a:gd name="connsiteY3" fmla="*/ 3442447 h 3442447"/>
                <a:gd name="connsiteX0" fmla="*/ 0 w 1112912"/>
                <a:gd name="connsiteY0" fmla="*/ 3448424 h 3448424"/>
                <a:gd name="connsiteX1" fmla="*/ 1112912 w 1112912"/>
                <a:gd name="connsiteY1" fmla="*/ 0 h 3448424"/>
                <a:gd name="connsiteX2" fmla="*/ 361166 w 1112912"/>
                <a:gd name="connsiteY2" fmla="*/ 3448424 h 3448424"/>
                <a:gd name="connsiteX3" fmla="*/ 0 w 1112912"/>
                <a:gd name="connsiteY3" fmla="*/ 3448424 h 344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2912" h="3448424">
                  <a:moveTo>
                    <a:pt x="0" y="3448424"/>
                  </a:moveTo>
                  <a:lnTo>
                    <a:pt x="1112912" y="0"/>
                  </a:lnTo>
                  <a:lnTo>
                    <a:pt x="361166" y="3448424"/>
                  </a:lnTo>
                  <a:lnTo>
                    <a:pt x="0" y="3448424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09F4899F-5F33-7774-3B76-4F39365788C0}"/>
                </a:ext>
              </a:extLst>
            </p:cNvPr>
            <p:cNvGrpSpPr/>
            <p:nvPr userDrawn="1"/>
          </p:nvGrpSpPr>
          <p:grpSpPr>
            <a:xfrm>
              <a:off x="6473825" y="1"/>
              <a:ext cx="5818893" cy="6866963"/>
              <a:chOff x="6473825" y="0"/>
              <a:chExt cx="5818893" cy="6858000"/>
            </a:xfrm>
          </p:grpSpPr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0EE07984-9ADC-71CB-D91E-B039EF784B0C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1438592" cy="3361690"/>
              </a:xfrm>
              <a:custGeom>
                <a:avLst/>
                <a:gdLst>
                  <a:gd name="connsiteX0" fmla="*/ 1438593 w 1438592"/>
                  <a:gd name="connsiteY0" fmla="*/ 3361690 h 3361690"/>
                  <a:gd name="connsiteX1" fmla="*/ 0 w 1438592"/>
                  <a:gd name="connsiteY1" fmla="*/ 0 h 3361690"/>
                  <a:gd name="connsiteX2" fmla="*/ 530543 w 1438592"/>
                  <a:gd name="connsiteY2" fmla="*/ 3361690 h 3361690"/>
                  <a:gd name="connsiteX3" fmla="*/ 1438593 w 143859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8592" h="3361690">
                    <a:moveTo>
                      <a:pt x="1438593" y="3361690"/>
                    </a:moveTo>
                    <a:lnTo>
                      <a:pt x="0" y="0"/>
                    </a:lnTo>
                    <a:lnTo>
                      <a:pt x="530543" y="3361690"/>
                    </a:lnTo>
                    <a:lnTo>
                      <a:pt x="1438593" y="3361690"/>
                    </a:lnTo>
                    <a:close/>
                  </a:path>
                </a:pathLst>
              </a:custGeom>
              <a:solidFill>
                <a:srgbClr val="FF9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62F70EBA-43A4-43E0-B698-C8CD3A6B6E7C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2147570" cy="3361690"/>
              </a:xfrm>
              <a:custGeom>
                <a:avLst/>
                <a:gdLst>
                  <a:gd name="connsiteX0" fmla="*/ 2147571 w 2147570"/>
                  <a:gd name="connsiteY0" fmla="*/ 3361690 h 3361690"/>
                  <a:gd name="connsiteX1" fmla="*/ 0 w 2147570"/>
                  <a:gd name="connsiteY1" fmla="*/ 0 h 3361690"/>
                  <a:gd name="connsiteX2" fmla="*/ 1438593 w 2147570"/>
                  <a:gd name="connsiteY2" fmla="*/ 3361690 h 3361690"/>
                  <a:gd name="connsiteX3" fmla="*/ 2147571 w 2147570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7570" h="3361690">
                    <a:moveTo>
                      <a:pt x="2147571" y="3361690"/>
                    </a:moveTo>
                    <a:lnTo>
                      <a:pt x="0" y="0"/>
                    </a:lnTo>
                    <a:lnTo>
                      <a:pt x="1438593" y="3361690"/>
                    </a:lnTo>
                    <a:lnTo>
                      <a:pt x="2147571" y="3361690"/>
                    </a:lnTo>
                    <a:close/>
                  </a:path>
                </a:pathLst>
              </a:custGeom>
              <a:solidFill>
                <a:srgbClr val="FFDD1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12BBE7EB-1A2D-94D4-69C9-2959A1FA99F2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530542" cy="3361690"/>
              </a:xfrm>
              <a:custGeom>
                <a:avLst/>
                <a:gdLst>
                  <a:gd name="connsiteX0" fmla="*/ 530543 w 530542"/>
                  <a:gd name="connsiteY0" fmla="*/ 3361690 h 3361690"/>
                  <a:gd name="connsiteX1" fmla="*/ 0 w 530542"/>
                  <a:gd name="connsiteY1" fmla="*/ 0 h 3361690"/>
                  <a:gd name="connsiteX2" fmla="*/ 240983 w 530542"/>
                  <a:gd name="connsiteY2" fmla="*/ 3361690 h 3361690"/>
                  <a:gd name="connsiteX3" fmla="*/ 530543 w 53054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542" h="3361690">
                    <a:moveTo>
                      <a:pt x="530543" y="3361690"/>
                    </a:moveTo>
                    <a:lnTo>
                      <a:pt x="0" y="0"/>
                    </a:lnTo>
                    <a:lnTo>
                      <a:pt x="240983" y="3361690"/>
                    </a:lnTo>
                    <a:lnTo>
                      <a:pt x="530543" y="3361690"/>
                    </a:lnTo>
                    <a:close/>
                  </a:path>
                </a:pathLst>
              </a:custGeom>
              <a:solidFill>
                <a:srgbClr val="FFB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289BA457-E500-D870-9DD0-DC56A9775A15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240982" cy="3361690"/>
              </a:xfrm>
              <a:custGeom>
                <a:avLst/>
                <a:gdLst>
                  <a:gd name="connsiteX0" fmla="*/ 240983 w 240982"/>
                  <a:gd name="connsiteY0" fmla="*/ 3361690 h 3361690"/>
                  <a:gd name="connsiteX1" fmla="*/ 0 w 240982"/>
                  <a:gd name="connsiteY1" fmla="*/ 0 h 3361690"/>
                  <a:gd name="connsiteX2" fmla="*/ 58420 w 240982"/>
                  <a:gd name="connsiteY2" fmla="*/ 3361690 h 3361690"/>
                  <a:gd name="connsiteX3" fmla="*/ 240983 w 24098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0982" h="3361690">
                    <a:moveTo>
                      <a:pt x="240983" y="3361690"/>
                    </a:moveTo>
                    <a:lnTo>
                      <a:pt x="0" y="0"/>
                    </a:lnTo>
                    <a:lnTo>
                      <a:pt x="58420" y="3361690"/>
                    </a:lnTo>
                    <a:lnTo>
                      <a:pt x="240983" y="3361690"/>
                    </a:lnTo>
                    <a:close/>
                  </a:path>
                </a:pathLst>
              </a:custGeom>
              <a:solidFill>
                <a:srgbClr val="FF91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6FF0E3EE-7DBC-057D-8F9B-2F9805BE146C}"/>
                  </a:ext>
                </a:extLst>
              </p:cNvPr>
              <p:cNvSpPr/>
              <p:nvPr/>
            </p:nvSpPr>
            <p:spPr>
              <a:xfrm>
                <a:off x="7504747" y="3496309"/>
                <a:ext cx="853757" cy="3361690"/>
              </a:xfrm>
              <a:custGeom>
                <a:avLst/>
                <a:gdLst>
                  <a:gd name="connsiteX0" fmla="*/ 853758 w 853757"/>
                  <a:gd name="connsiteY0" fmla="*/ 3361690 h 3361690"/>
                  <a:gd name="connsiteX1" fmla="*/ 795338 w 853757"/>
                  <a:gd name="connsiteY1" fmla="*/ 0 h 3361690"/>
                  <a:gd name="connsiteX2" fmla="*/ 0 w 853757"/>
                  <a:gd name="connsiteY2" fmla="*/ 3361690 h 3361690"/>
                  <a:gd name="connsiteX3" fmla="*/ 853758 w 853757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53757" h="3361690">
                    <a:moveTo>
                      <a:pt x="853758" y="3361690"/>
                    </a:moveTo>
                    <a:lnTo>
                      <a:pt x="795338" y="0"/>
                    </a:lnTo>
                    <a:lnTo>
                      <a:pt x="0" y="3361690"/>
                    </a:lnTo>
                    <a:lnTo>
                      <a:pt x="853758" y="3361690"/>
                    </a:lnTo>
                    <a:close/>
                  </a:path>
                </a:pathLst>
              </a:custGeom>
              <a:gradFill>
                <a:gsLst>
                  <a:gs pos="0">
                    <a:srgbClr val="FF7400">
                      <a:alpha val="89804"/>
                    </a:srgbClr>
                  </a:gs>
                  <a:gs pos="20000">
                    <a:srgbClr val="FD7F04">
                      <a:alpha val="89804"/>
                    </a:srgbClr>
                  </a:gs>
                  <a:gs pos="70000">
                    <a:srgbClr val="F99E0F"/>
                  </a:gs>
                  <a:gs pos="100000">
                    <a:srgbClr val="F7B518"/>
                  </a:gs>
                </a:gsLst>
                <a:lin ang="0" scaled="1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C0D4900B-AB30-6342-0B9F-803B896C8A3B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3891915" cy="3361690"/>
              </a:xfrm>
              <a:custGeom>
                <a:avLst/>
                <a:gdLst>
                  <a:gd name="connsiteX0" fmla="*/ 3891915 w 3891915"/>
                  <a:gd name="connsiteY0" fmla="*/ 3361690 h 3361690"/>
                  <a:gd name="connsiteX1" fmla="*/ 3306763 w 3891915"/>
                  <a:gd name="connsiteY1" fmla="*/ 3361690 h 3361690"/>
                  <a:gd name="connsiteX2" fmla="*/ 0 w 3891915"/>
                  <a:gd name="connsiteY2" fmla="*/ 0 h 3361690"/>
                  <a:gd name="connsiteX3" fmla="*/ 3891915 w 3891915"/>
                  <a:gd name="connsiteY3" fmla="*/ 2713990 h 3361690"/>
                  <a:gd name="connsiteX4" fmla="*/ 3891915 w 3891915"/>
                  <a:gd name="connsiteY4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15" h="3361690">
                    <a:moveTo>
                      <a:pt x="3891915" y="3361690"/>
                    </a:moveTo>
                    <a:lnTo>
                      <a:pt x="3306763" y="3361690"/>
                    </a:lnTo>
                    <a:lnTo>
                      <a:pt x="0" y="0"/>
                    </a:lnTo>
                    <a:lnTo>
                      <a:pt x="3891915" y="2713990"/>
                    </a:lnTo>
                    <a:lnTo>
                      <a:pt x="3891915" y="3361690"/>
                    </a:lnTo>
                    <a:close/>
                  </a:path>
                </a:pathLst>
              </a:custGeom>
              <a:solidFill>
                <a:srgbClr val="FF9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73A586D3-FF0C-2472-C777-A07221EFCE10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3306762" cy="3361690"/>
              </a:xfrm>
              <a:custGeom>
                <a:avLst/>
                <a:gdLst>
                  <a:gd name="connsiteX0" fmla="*/ 3306763 w 3306762"/>
                  <a:gd name="connsiteY0" fmla="*/ 3361690 h 3361690"/>
                  <a:gd name="connsiteX1" fmla="*/ 3012440 w 3306762"/>
                  <a:gd name="connsiteY1" fmla="*/ 3361690 h 3361690"/>
                  <a:gd name="connsiteX2" fmla="*/ 0 w 3306762"/>
                  <a:gd name="connsiteY2" fmla="*/ 0 h 3361690"/>
                  <a:gd name="connsiteX3" fmla="*/ 3306763 w 330676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06762" h="3361690">
                    <a:moveTo>
                      <a:pt x="3306763" y="3361690"/>
                    </a:moveTo>
                    <a:lnTo>
                      <a:pt x="3012440" y="3361690"/>
                    </a:lnTo>
                    <a:lnTo>
                      <a:pt x="0" y="0"/>
                    </a:lnTo>
                    <a:lnTo>
                      <a:pt x="3306763" y="3361690"/>
                    </a:lnTo>
                    <a:close/>
                  </a:path>
                </a:pathLst>
              </a:custGeom>
              <a:solidFill>
                <a:srgbClr val="FF8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D6773414-47F2-DABD-61D5-E6ED06DD05D9}"/>
                  </a:ext>
                </a:extLst>
              </p:cNvPr>
              <p:cNvSpPr/>
              <p:nvPr/>
            </p:nvSpPr>
            <p:spPr>
              <a:xfrm>
                <a:off x="7310119" y="0"/>
                <a:ext cx="989965" cy="3496309"/>
              </a:xfrm>
              <a:custGeom>
                <a:avLst/>
                <a:gdLst>
                  <a:gd name="connsiteX0" fmla="*/ 0 w 989965"/>
                  <a:gd name="connsiteY0" fmla="*/ 0 h 3496309"/>
                  <a:gd name="connsiteX1" fmla="*/ 989965 w 989965"/>
                  <a:gd name="connsiteY1" fmla="*/ 3496310 h 3496309"/>
                  <a:gd name="connsiteX2" fmla="*/ 464186 w 989965"/>
                  <a:gd name="connsiteY2" fmla="*/ 0 h 3496309"/>
                  <a:gd name="connsiteX3" fmla="*/ 0 w 98996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9965" h="3496309">
                    <a:moveTo>
                      <a:pt x="0" y="0"/>
                    </a:moveTo>
                    <a:lnTo>
                      <a:pt x="989965" y="3496310"/>
                    </a:lnTo>
                    <a:lnTo>
                      <a:pt x="46418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9C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558" name="Graphic 613">
                <a:extLst>
                  <a:ext uri="{FF2B5EF4-FFF2-40B4-BE49-F238E27FC236}">
                    <a16:creationId xmlns:a16="http://schemas.microsoft.com/office/drawing/2014/main" id="{376AE789-A4A9-C82A-FF1B-28206395134E}"/>
                  </a:ext>
                </a:extLst>
              </p:cNvPr>
              <p:cNvGrpSpPr/>
              <p:nvPr/>
            </p:nvGrpSpPr>
            <p:grpSpPr>
              <a:xfrm>
                <a:off x="6473825" y="0"/>
                <a:ext cx="1826259" cy="3496309"/>
                <a:chOff x="6473825" y="0"/>
                <a:chExt cx="1826259" cy="3496309"/>
              </a:xfrm>
            </p:grpSpPr>
            <p:sp>
              <p:nvSpPr>
                <p:cNvPr id="586" name="Freeform: Shape 585">
                  <a:extLst>
                    <a:ext uri="{FF2B5EF4-FFF2-40B4-BE49-F238E27FC236}">
                      <a16:creationId xmlns:a16="http://schemas.microsoft.com/office/drawing/2014/main" id="{EEBD9E5A-599F-B6EC-311B-4DEA4B23AE73}"/>
                    </a:ext>
                  </a:extLst>
                </p:cNvPr>
                <p:cNvSpPr/>
                <p:nvPr/>
              </p:nvSpPr>
              <p:spPr>
                <a:xfrm>
                  <a:off x="6473825" y="0"/>
                  <a:ext cx="1826259" cy="3496309"/>
                </a:xfrm>
                <a:custGeom>
                  <a:avLst/>
                  <a:gdLst>
                    <a:gd name="connsiteX0" fmla="*/ 0 w 1826259"/>
                    <a:gd name="connsiteY0" fmla="*/ 0 h 3496309"/>
                    <a:gd name="connsiteX1" fmla="*/ 1826260 w 1826259"/>
                    <a:gd name="connsiteY1" fmla="*/ 3496310 h 3496309"/>
                    <a:gd name="connsiteX2" fmla="*/ 180340 w 1826259"/>
                    <a:gd name="connsiteY2" fmla="*/ 0 h 3496309"/>
                    <a:gd name="connsiteX3" fmla="*/ 0 w 182625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6259" h="3496309">
                      <a:moveTo>
                        <a:pt x="0" y="0"/>
                      </a:moveTo>
                      <a:lnTo>
                        <a:pt x="1826260" y="3496310"/>
                      </a:lnTo>
                      <a:lnTo>
                        <a:pt x="1803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9CA0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7" name="Freeform: Shape 586">
                  <a:extLst>
                    <a:ext uri="{FF2B5EF4-FFF2-40B4-BE49-F238E27FC236}">
                      <a16:creationId xmlns:a16="http://schemas.microsoft.com/office/drawing/2014/main" id="{9DF72B13-3207-BE92-6FD0-D41D43CE8F2E}"/>
                    </a:ext>
                  </a:extLst>
                </p:cNvPr>
                <p:cNvSpPr/>
                <p:nvPr/>
              </p:nvSpPr>
              <p:spPr>
                <a:xfrm>
                  <a:off x="6473825" y="0"/>
                  <a:ext cx="1826259" cy="3496309"/>
                </a:xfrm>
                <a:custGeom>
                  <a:avLst/>
                  <a:gdLst>
                    <a:gd name="connsiteX0" fmla="*/ 0 w 1826259"/>
                    <a:gd name="connsiteY0" fmla="*/ 0 h 3496309"/>
                    <a:gd name="connsiteX1" fmla="*/ 1826260 w 1826259"/>
                    <a:gd name="connsiteY1" fmla="*/ 3496310 h 3496309"/>
                    <a:gd name="connsiteX2" fmla="*/ 180340 w 1826259"/>
                    <a:gd name="connsiteY2" fmla="*/ 0 h 3496309"/>
                    <a:gd name="connsiteX3" fmla="*/ 0 w 182625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6259" h="3496309">
                      <a:moveTo>
                        <a:pt x="0" y="0"/>
                      </a:moveTo>
                      <a:lnTo>
                        <a:pt x="1826260" y="3496310"/>
                      </a:lnTo>
                      <a:lnTo>
                        <a:pt x="1803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B221">
                    <a:alpha val="60000"/>
                  </a:srgbClr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59" name="Graphic 613">
                <a:extLst>
                  <a:ext uri="{FF2B5EF4-FFF2-40B4-BE49-F238E27FC236}">
                    <a16:creationId xmlns:a16="http://schemas.microsoft.com/office/drawing/2014/main" id="{AEE842FF-5A1B-65D2-6276-E4D41C58D86B}"/>
                  </a:ext>
                </a:extLst>
              </p:cNvPr>
              <p:cNvGrpSpPr/>
              <p:nvPr/>
            </p:nvGrpSpPr>
            <p:grpSpPr>
              <a:xfrm>
                <a:off x="6654165" y="0"/>
                <a:ext cx="1645919" cy="3496309"/>
                <a:chOff x="6654165" y="0"/>
                <a:chExt cx="1645919" cy="3496309"/>
              </a:xfrm>
            </p:grpSpPr>
            <p:sp>
              <p:nvSpPr>
                <p:cNvPr id="584" name="Freeform: Shape 583">
                  <a:extLst>
                    <a:ext uri="{FF2B5EF4-FFF2-40B4-BE49-F238E27FC236}">
                      <a16:creationId xmlns:a16="http://schemas.microsoft.com/office/drawing/2014/main" id="{13CE096A-0EA6-6C28-8D39-B6A423BFA9D7}"/>
                    </a:ext>
                  </a:extLst>
                </p:cNvPr>
                <p:cNvSpPr/>
                <p:nvPr/>
              </p:nvSpPr>
              <p:spPr>
                <a:xfrm>
                  <a:off x="6654165" y="0"/>
                  <a:ext cx="1645919" cy="3496309"/>
                </a:xfrm>
                <a:custGeom>
                  <a:avLst/>
                  <a:gdLst>
                    <a:gd name="connsiteX0" fmla="*/ 655955 w 1645919"/>
                    <a:gd name="connsiteY0" fmla="*/ 0 h 3496309"/>
                    <a:gd name="connsiteX1" fmla="*/ 1645920 w 1645919"/>
                    <a:gd name="connsiteY1" fmla="*/ 3496310 h 3496309"/>
                    <a:gd name="connsiteX2" fmla="*/ 0 w 1645919"/>
                    <a:gd name="connsiteY2" fmla="*/ 0 h 3496309"/>
                    <a:gd name="connsiteX3" fmla="*/ 655955 w 164591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45919" h="3496309">
                      <a:moveTo>
                        <a:pt x="655955" y="0"/>
                      </a:moveTo>
                      <a:lnTo>
                        <a:pt x="1645920" y="3496310"/>
                      </a:lnTo>
                      <a:lnTo>
                        <a:pt x="0" y="0"/>
                      </a:lnTo>
                      <a:lnTo>
                        <a:pt x="655955" y="0"/>
                      </a:lnTo>
                      <a:close/>
                    </a:path>
                  </a:pathLst>
                </a:custGeom>
                <a:solidFill>
                  <a:srgbClr val="80D226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5" name="Freeform: Shape 584">
                  <a:extLst>
                    <a:ext uri="{FF2B5EF4-FFF2-40B4-BE49-F238E27FC236}">
                      <a16:creationId xmlns:a16="http://schemas.microsoft.com/office/drawing/2014/main" id="{4BC33E0A-1A5C-540C-15B9-9808AA0C6F4D}"/>
                    </a:ext>
                  </a:extLst>
                </p:cNvPr>
                <p:cNvSpPr/>
                <p:nvPr/>
              </p:nvSpPr>
              <p:spPr>
                <a:xfrm>
                  <a:off x="6654165" y="0"/>
                  <a:ext cx="1645919" cy="3496309"/>
                </a:xfrm>
                <a:custGeom>
                  <a:avLst/>
                  <a:gdLst>
                    <a:gd name="connsiteX0" fmla="*/ 655955 w 1645919"/>
                    <a:gd name="connsiteY0" fmla="*/ 0 h 3496309"/>
                    <a:gd name="connsiteX1" fmla="*/ 1645920 w 1645919"/>
                    <a:gd name="connsiteY1" fmla="*/ 3496310 h 3496309"/>
                    <a:gd name="connsiteX2" fmla="*/ 0 w 1645919"/>
                    <a:gd name="connsiteY2" fmla="*/ 0 h 3496309"/>
                    <a:gd name="connsiteX3" fmla="*/ 655955 w 164591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45919" h="3496309">
                      <a:moveTo>
                        <a:pt x="655955" y="0"/>
                      </a:moveTo>
                      <a:lnTo>
                        <a:pt x="1645920" y="3496310"/>
                      </a:lnTo>
                      <a:lnTo>
                        <a:pt x="0" y="0"/>
                      </a:lnTo>
                      <a:lnTo>
                        <a:pt x="655955" y="0"/>
                      </a:lnTo>
                      <a:close/>
                    </a:path>
                  </a:pathLst>
                </a:custGeom>
                <a:gradFill>
                  <a:gsLst>
                    <a:gs pos="10000">
                      <a:srgbClr val="C6EB00"/>
                    </a:gs>
                    <a:gs pos="41000">
                      <a:srgbClr val="C6EB00"/>
                    </a:gs>
                    <a:gs pos="67000">
                      <a:srgbClr val="00A700">
                        <a:alpha val="49804"/>
                      </a:srgbClr>
                    </a:gs>
                    <a:gs pos="83000">
                      <a:schemeClr val="accent6"/>
                    </a:gs>
                  </a:gsLst>
                  <a:lin ang="2046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60" name="Graphic 613">
                <a:extLst>
                  <a:ext uri="{FF2B5EF4-FFF2-40B4-BE49-F238E27FC236}">
                    <a16:creationId xmlns:a16="http://schemas.microsoft.com/office/drawing/2014/main" id="{F188C402-C54C-A8C2-D898-0B11DBA3C367}"/>
                  </a:ext>
                </a:extLst>
              </p:cNvPr>
              <p:cNvGrpSpPr/>
              <p:nvPr/>
            </p:nvGrpSpPr>
            <p:grpSpPr>
              <a:xfrm>
                <a:off x="7774305" y="0"/>
                <a:ext cx="960437" cy="3496309"/>
                <a:chOff x="7774305" y="0"/>
                <a:chExt cx="960437" cy="3496309"/>
              </a:xfrm>
            </p:grpSpPr>
            <p:sp>
              <p:nvSpPr>
                <p:cNvPr id="582" name="Freeform: Shape 581">
                  <a:extLst>
                    <a:ext uri="{FF2B5EF4-FFF2-40B4-BE49-F238E27FC236}">
                      <a16:creationId xmlns:a16="http://schemas.microsoft.com/office/drawing/2014/main" id="{2737D7C4-310C-16B8-DD2D-18B6A9958E83}"/>
                    </a:ext>
                  </a:extLst>
                </p:cNvPr>
                <p:cNvSpPr/>
                <p:nvPr/>
              </p:nvSpPr>
              <p:spPr>
                <a:xfrm>
                  <a:off x="7774305" y="0"/>
                  <a:ext cx="960437" cy="3496309"/>
                </a:xfrm>
                <a:custGeom>
                  <a:avLst/>
                  <a:gdLst>
                    <a:gd name="connsiteX0" fmla="*/ 960438 w 960437"/>
                    <a:gd name="connsiteY0" fmla="*/ 0 h 3496309"/>
                    <a:gd name="connsiteX1" fmla="*/ 525780 w 960437"/>
                    <a:gd name="connsiteY1" fmla="*/ 3496310 h 3496309"/>
                    <a:gd name="connsiteX2" fmla="*/ 0 w 960437"/>
                    <a:gd name="connsiteY2" fmla="*/ 0 h 3496309"/>
                    <a:gd name="connsiteX3" fmla="*/ 960438 w 960437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437" h="3496309">
                      <a:moveTo>
                        <a:pt x="960438" y="0"/>
                      </a:moveTo>
                      <a:lnTo>
                        <a:pt x="525780" y="3496310"/>
                      </a:lnTo>
                      <a:lnTo>
                        <a:pt x="0" y="0"/>
                      </a:lnTo>
                      <a:lnTo>
                        <a:pt x="960438" y="0"/>
                      </a:lnTo>
                      <a:close/>
                    </a:path>
                  </a:pathLst>
                </a:custGeom>
                <a:solidFill>
                  <a:srgbClr val="69CA0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3" name="Freeform: Shape 582">
                  <a:extLst>
                    <a:ext uri="{FF2B5EF4-FFF2-40B4-BE49-F238E27FC236}">
                      <a16:creationId xmlns:a16="http://schemas.microsoft.com/office/drawing/2014/main" id="{43D83EF8-E53E-A4FE-1E44-486DFD3CDAFD}"/>
                    </a:ext>
                  </a:extLst>
                </p:cNvPr>
                <p:cNvSpPr/>
                <p:nvPr/>
              </p:nvSpPr>
              <p:spPr>
                <a:xfrm>
                  <a:off x="7774305" y="0"/>
                  <a:ext cx="960437" cy="3496309"/>
                </a:xfrm>
                <a:custGeom>
                  <a:avLst/>
                  <a:gdLst>
                    <a:gd name="connsiteX0" fmla="*/ 960438 w 960437"/>
                    <a:gd name="connsiteY0" fmla="*/ 0 h 3496309"/>
                    <a:gd name="connsiteX1" fmla="*/ 525780 w 960437"/>
                    <a:gd name="connsiteY1" fmla="*/ 3496310 h 3496309"/>
                    <a:gd name="connsiteX2" fmla="*/ 0 w 960437"/>
                    <a:gd name="connsiteY2" fmla="*/ 0 h 3496309"/>
                    <a:gd name="connsiteX3" fmla="*/ 960438 w 960437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437" h="3496309">
                      <a:moveTo>
                        <a:pt x="960438" y="0"/>
                      </a:moveTo>
                      <a:lnTo>
                        <a:pt x="525780" y="3496310"/>
                      </a:lnTo>
                      <a:lnTo>
                        <a:pt x="0" y="0"/>
                      </a:lnTo>
                      <a:lnTo>
                        <a:pt x="960438" y="0"/>
                      </a:lnTo>
                      <a:close/>
                    </a:path>
                  </a:pathLst>
                </a:custGeom>
                <a:gradFill>
                  <a:gsLst>
                    <a:gs pos="22000">
                      <a:srgbClr val="C6EB00">
                        <a:alpha val="89804"/>
                      </a:srgbClr>
                    </a:gs>
                    <a:gs pos="35000">
                      <a:srgbClr val="C6EB00">
                        <a:alpha val="69804"/>
                      </a:srgbClr>
                    </a:gs>
                    <a:gs pos="60000">
                      <a:srgbClr val="C6EB00">
                        <a:alpha val="29804"/>
                      </a:srgbClr>
                    </a:gs>
                    <a:gs pos="90000">
                      <a:srgbClr val="C6EB00">
                        <a:alpha val="0"/>
                      </a:srgbClr>
                    </a:gs>
                  </a:gsLst>
                  <a:lin ang="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7B5068F8-DEDD-1F3E-6761-C7A2D37011DC}"/>
                  </a:ext>
                </a:extLst>
              </p:cNvPr>
              <p:cNvSpPr/>
              <p:nvPr/>
            </p:nvSpPr>
            <p:spPr>
              <a:xfrm>
                <a:off x="8300084" y="0"/>
                <a:ext cx="2220595" cy="3496309"/>
              </a:xfrm>
              <a:custGeom>
                <a:avLst/>
                <a:gdLst>
                  <a:gd name="connsiteX0" fmla="*/ 2220596 w 2220595"/>
                  <a:gd name="connsiteY0" fmla="*/ 0 h 3496309"/>
                  <a:gd name="connsiteX1" fmla="*/ 0 w 2220595"/>
                  <a:gd name="connsiteY1" fmla="*/ 3496310 h 3496309"/>
                  <a:gd name="connsiteX2" fmla="*/ 1883093 w 2220595"/>
                  <a:gd name="connsiteY2" fmla="*/ 0 h 3496309"/>
                  <a:gd name="connsiteX3" fmla="*/ 2220596 w 222059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20595" h="3496309">
                    <a:moveTo>
                      <a:pt x="2220596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2220596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D61AA6BA-4AF6-1388-6BDD-24007C34E660}"/>
                  </a:ext>
                </a:extLst>
              </p:cNvPr>
              <p:cNvSpPr/>
              <p:nvPr/>
            </p:nvSpPr>
            <p:spPr>
              <a:xfrm>
                <a:off x="8300084" y="0"/>
                <a:ext cx="1398587" cy="3496309"/>
              </a:xfrm>
              <a:custGeom>
                <a:avLst/>
                <a:gdLst>
                  <a:gd name="connsiteX0" fmla="*/ 1046163 w 1398587"/>
                  <a:gd name="connsiteY0" fmla="*/ 0 h 3496309"/>
                  <a:gd name="connsiteX1" fmla="*/ 0 w 1398587"/>
                  <a:gd name="connsiteY1" fmla="*/ 3496310 h 3496309"/>
                  <a:gd name="connsiteX2" fmla="*/ 1398588 w 1398587"/>
                  <a:gd name="connsiteY2" fmla="*/ 0 h 3496309"/>
                  <a:gd name="connsiteX3" fmla="*/ 1046163 w 1398587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8587" h="3496309">
                    <a:moveTo>
                      <a:pt x="1046163" y="0"/>
                    </a:moveTo>
                    <a:lnTo>
                      <a:pt x="0" y="3496310"/>
                    </a:lnTo>
                    <a:lnTo>
                      <a:pt x="1398588" y="0"/>
                    </a:lnTo>
                    <a:lnTo>
                      <a:pt x="1046163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86CBF267-D079-8CF7-381F-5B2DF7E426B2}"/>
                  </a:ext>
                </a:extLst>
              </p:cNvPr>
              <p:cNvSpPr/>
              <p:nvPr/>
            </p:nvSpPr>
            <p:spPr>
              <a:xfrm>
                <a:off x="8300084" y="0"/>
                <a:ext cx="1046162" cy="3496309"/>
              </a:xfrm>
              <a:custGeom>
                <a:avLst/>
                <a:gdLst>
                  <a:gd name="connsiteX0" fmla="*/ 434658 w 1046162"/>
                  <a:gd name="connsiteY0" fmla="*/ 0 h 3496309"/>
                  <a:gd name="connsiteX1" fmla="*/ 0 w 1046162"/>
                  <a:gd name="connsiteY1" fmla="*/ 3496310 h 3496309"/>
                  <a:gd name="connsiteX2" fmla="*/ 1046163 w 1046162"/>
                  <a:gd name="connsiteY2" fmla="*/ 0 h 3496309"/>
                  <a:gd name="connsiteX3" fmla="*/ 434658 w 104616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162" h="3496309">
                    <a:moveTo>
                      <a:pt x="434658" y="0"/>
                    </a:moveTo>
                    <a:lnTo>
                      <a:pt x="0" y="3496310"/>
                    </a:lnTo>
                    <a:lnTo>
                      <a:pt x="1046163" y="0"/>
                    </a:lnTo>
                    <a:lnTo>
                      <a:pt x="434658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33867109-A07A-77BE-8263-A9EDCC2AC995}"/>
                  </a:ext>
                </a:extLst>
              </p:cNvPr>
              <p:cNvSpPr/>
              <p:nvPr/>
            </p:nvSpPr>
            <p:spPr>
              <a:xfrm>
                <a:off x="8300084" y="0"/>
                <a:ext cx="1046162" cy="3496309"/>
              </a:xfrm>
              <a:custGeom>
                <a:avLst/>
                <a:gdLst>
                  <a:gd name="connsiteX0" fmla="*/ 434658 w 1046162"/>
                  <a:gd name="connsiteY0" fmla="*/ 0 h 3496309"/>
                  <a:gd name="connsiteX1" fmla="*/ 0 w 1046162"/>
                  <a:gd name="connsiteY1" fmla="*/ 3496310 h 3496309"/>
                  <a:gd name="connsiteX2" fmla="*/ 1046163 w 1046162"/>
                  <a:gd name="connsiteY2" fmla="*/ 0 h 3496309"/>
                  <a:gd name="connsiteX3" fmla="*/ 434658 w 104616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162" h="3496309">
                    <a:moveTo>
                      <a:pt x="434658" y="0"/>
                    </a:moveTo>
                    <a:lnTo>
                      <a:pt x="0" y="3496310"/>
                    </a:lnTo>
                    <a:lnTo>
                      <a:pt x="1046163" y="0"/>
                    </a:lnTo>
                    <a:lnTo>
                      <a:pt x="434658" y="0"/>
                    </a:lnTo>
                    <a:close/>
                  </a:path>
                </a:pathLst>
              </a:custGeom>
              <a:gradFill>
                <a:gsLst>
                  <a:gs pos="36000">
                    <a:srgbClr val="C6EB00"/>
                  </a:gs>
                  <a:gs pos="43000">
                    <a:srgbClr val="9EE545">
                      <a:alpha val="69804"/>
                    </a:srgbClr>
                  </a:gs>
                  <a:gs pos="100000">
                    <a:schemeClr val="accent1"/>
                  </a:gs>
                  <a:gs pos="53000">
                    <a:srgbClr val="4EDAD3">
                      <a:alpha val="0"/>
                    </a:srgbClr>
                  </a:gs>
                </a:gsLst>
                <a:lin ang="78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913924CB-A31F-3DAF-FBF0-6297B2026BF3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08DE9BCB-26FF-D132-E6FE-A2B0C55C6DFE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solidFill>
                <a:srgbClr val="1F7AE3">
                  <a:alpha val="60000"/>
                </a:srgbClr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DA557349-E83A-AE87-617D-15870485DEF0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no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7588C8A7-A8D4-4C3C-09CF-B33E8114E142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29C46CB8-3174-E785-A530-66805B72FD11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312C16AC-9215-F844-0FB7-6DB28D3A6308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gradFill>
                <a:gsLst>
                  <a:gs pos="0">
                    <a:srgbClr val="3ECAFB">
                      <a:alpha val="0"/>
                    </a:srgbClr>
                  </a:gs>
                  <a:gs pos="40000">
                    <a:srgbClr val="3CC7FA">
                      <a:alpha val="52000"/>
                    </a:srgbClr>
                  </a:gs>
                  <a:gs pos="54000">
                    <a:srgbClr val="0068DF"/>
                  </a:gs>
                </a:gsLst>
                <a:lin ang="240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727F0B40-57ED-F61E-025E-CA220D24904E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no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572" name="Graphic 613">
                <a:extLst>
                  <a:ext uri="{FF2B5EF4-FFF2-40B4-BE49-F238E27FC236}">
                    <a16:creationId xmlns:a16="http://schemas.microsoft.com/office/drawing/2014/main" id="{AAC0A093-AC47-9AA2-282E-D4EDB4145CC7}"/>
                  </a:ext>
                </a:extLst>
              </p:cNvPr>
              <p:cNvGrpSpPr/>
              <p:nvPr/>
            </p:nvGrpSpPr>
            <p:grpSpPr>
              <a:xfrm>
                <a:off x="8300084" y="0"/>
                <a:ext cx="3891915" cy="3496309"/>
                <a:chOff x="8300084" y="0"/>
                <a:chExt cx="3891915" cy="3496309"/>
              </a:xfrm>
            </p:grpSpPr>
            <p:sp>
              <p:nvSpPr>
                <p:cNvPr id="580" name="Freeform: Shape 579">
                  <a:extLst>
                    <a:ext uri="{FF2B5EF4-FFF2-40B4-BE49-F238E27FC236}">
                      <a16:creationId xmlns:a16="http://schemas.microsoft.com/office/drawing/2014/main" id="{C7960140-9961-AE28-A4C0-5BCE303CFE73}"/>
                    </a:ext>
                  </a:extLst>
                </p:cNvPr>
                <p:cNvSpPr/>
                <p:nvPr/>
              </p:nvSpPr>
              <p:spPr>
                <a:xfrm>
                  <a:off x="8300084" y="0"/>
                  <a:ext cx="3891915" cy="3496309"/>
                </a:xfrm>
                <a:custGeom>
                  <a:avLst/>
                  <a:gdLst>
                    <a:gd name="connsiteX0" fmla="*/ 3891915 w 3891915"/>
                    <a:gd name="connsiteY0" fmla="*/ 683895 h 3496309"/>
                    <a:gd name="connsiteX1" fmla="*/ 0 w 3891915"/>
                    <a:gd name="connsiteY1" fmla="*/ 3496310 h 3496309"/>
                    <a:gd name="connsiteX2" fmla="*/ 3284855 w 3891915"/>
                    <a:gd name="connsiteY2" fmla="*/ 0 h 3496309"/>
                    <a:gd name="connsiteX3" fmla="*/ 3891915 w 3891915"/>
                    <a:gd name="connsiteY3" fmla="*/ 0 h 3496309"/>
                    <a:gd name="connsiteX4" fmla="*/ 3891915 w 3891915"/>
                    <a:gd name="connsiteY4" fmla="*/ 683895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91915" h="3496309">
                      <a:moveTo>
                        <a:pt x="3891915" y="683895"/>
                      </a:moveTo>
                      <a:lnTo>
                        <a:pt x="0" y="3496310"/>
                      </a:lnTo>
                      <a:lnTo>
                        <a:pt x="3284855" y="0"/>
                      </a:lnTo>
                      <a:lnTo>
                        <a:pt x="3891915" y="0"/>
                      </a:lnTo>
                      <a:lnTo>
                        <a:pt x="3891915" y="683895"/>
                      </a:lnTo>
                      <a:close/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1" name="Freeform: Shape 580">
                  <a:extLst>
                    <a:ext uri="{FF2B5EF4-FFF2-40B4-BE49-F238E27FC236}">
                      <a16:creationId xmlns:a16="http://schemas.microsoft.com/office/drawing/2014/main" id="{CB7EE95B-82F4-5438-4F8E-5CCAB1B0ED77}"/>
                    </a:ext>
                  </a:extLst>
                </p:cNvPr>
                <p:cNvSpPr/>
                <p:nvPr/>
              </p:nvSpPr>
              <p:spPr>
                <a:xfrm>
                  <a:off x="8300084" y="0"/>
                  <a:ext cx="3891915" cy="3496309"/>
                </a:xfrm>
                <a:custGeom>
                  <a:avLst/>
                  <a:gdLst>
                    <a:gd name="connsiteX0" fmla="*/ 3891915 w 3891915"/>
                    <a:gd name="connsiteY0" fmla="*/ 683895 h 3496309"/>
                    <a:gd name="connsiteX1" fmla="*/ 0 w 3891915"/>
                    <a:gd name="connsiteY1" fmla="*/ 3496310 h 3496309"/>
                    <a:gd name="connsiteX2" fmla="*/ 3284855 w 3891915"/>
                    <a:gd name="connsiteY2" fmla="*/ 0 h 3496309"/>
                    <a:gd name="connsiteX3" fmla="*/ 3891915 w 3891915"/>
                    <a:gd name="connsiteY3" fmla="*/ 0 h 3496309"/>
                    <a:gd name="connsiteX4" fmla="*/ 3891915 w 3891915"/>
                    <a:gd name="connsiteY4" fmla="*/ 683895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91915" h="3496309">
                      <a:moveTo>
                        <a:pt x="3891915" y="683895"/>
                      </a:moveTo>
                      <a:lnTo>
                        <a:pt x="0" y="3496310"/>
                      </a:lnTo>
                      <a:lnTo>
                        <a:pt x="3284855" y="0"/>
                      </a:lnTo>
                      <a:lnTo>
                        <a:pt x="3891915" y="0"/>
                      </a:lnTo>
                      <a:lnTo>
                        <a:pt x="3891915" y="683895"/>
                      </a:lnTo>
                      <a:close/>
                    </a:path>
                  </a:pathLst>
                </a:custGeom>
                <a:gradFill>
                  <a:gsLst>
                    <a:gs pos="46000">
                      <a:srgbClr val="0068DF"/>
                    </a:gs>
                    <a:gs pos="100000">
                      <a:srgbClr val="39C7F8"/>
                    </a:gs>
                    <a:gs pos="53000">
                      <a:srgbClr val="3ECAFB">
                        <a:alpha val="89804"/>
                      </a:srgbClr>
                    </a:gs>
                  </a:gsLst>
                  <a:lin ang="276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73" name="Graphic 613">
                <a:extLst>
                  <a:ext uri="{FF2B5EF4-FFF2-40B4-BE49-F238E27FC236}">
                    <a16:creationId xmlns:a16="http://schemas.microsoft.com/office/drawing/2014/main" id="{DB9493C0-9509-654C-3FED-CC28DD2F6DAE}"/>
                  </a:ext>
                </a:extLst>
              </p:cNvPr>
              <p:cNvGrpSpPr/>
              <p:nvPr/>
            </p:nvGrpSpPr>
            <p:grpSpPr>
              <a:xfrm>
                <a:off x="8300084" y="683894"/>
                <a:ext cx="3930650" cy="2812414"/>
                <a:chOff x="8300084" y="683894"/>
                <a:chExt cx="3930650" cy="2812414"/>
              </a:xfrm>
            </p:grpSpPr>
            <p:sp>
              <p:nvSpPr>
                <p:cNvPr id="578" name="Freeform: Shape 577">
                  <a:extLst>
                    <a:ext uri="{FF2B5EF4-FFF2-40B4-BE49-F238E27FC236}">
                      <a16:creationId xmlns:a16="http://schemas.microsoft.com/office/drawing/2014/main" id="{4D301E49-C924-436F-4D11-E6EDF4A99E63}"/>
                    </a:ext>
                  </a:extLst>
                </p:cNvPr>
                <p:cNvSpPr/>
                <p:nvPr/>
              </p:nvSpPr>
              <p:spPr>
                <a:xfrm>
                  <a:off x="8300084" y="683894"/>
                  <a:ext cx="3930650" cy="2812414"/>
                </a:xfrm>
                <a:custGeom>
                  <a:avLst/>
                  <a:gdLst>
                    <a:gd name="connsiteX0" fmla="*/ 3891915 w 3930650"/>
                    <a:gd name="connsiteY0" fmla="*/ 0 h 2812414"/>
                    <a:gd name="connsiteX1" fmla="*/ 0 w 3930650"/>
                    <a:gd name="connsiteY1" fmla="*/ 2812415 h 2812414"/>
                    <a:gd name="connsiteX2" fmla="*/ 3930650 w 3930650"/>
                    <a:gd name="connsiteY2" fmla="*/ 1133158 h 2812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30650" h="2812414">
                      <a:moveTo>
                        <a:pt x="3891915" y="0"/>
                      </a:moveTo>
                      <a:lnTo>
                        <a:pt x="0" y="2812415"/>
                      </a:lnTo>
                      <a:lnTo>
                        <a:pt x="3930650" y="1133158"/>
                      </a:lnTo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9" name="Freeform: Shape 578">
                  <a:extLst>
                    <a:ext uri="{FF2B5EF4-FFF2-40B4-BE49-F238E27FC236}">
                      <a16:creationId xmlns:a16="http://schemas.microsoft.com/office/drawing/2014/main" id="{300F5E3D-4670-8DBB-BC89-9E4B1BFFE7B4}"/>
                    </a:ext>
                  </a:extLst>
                </p:cNvPr>
                <p:cNvSpPr/>
                <p:nvPr/>
              </p:nvSpPr>
              <p:spPr>
                <a:xfrm>
                  <a:off x="8300084" y="683894"/>
                  <a:ext cx="3930650" cy="2812414"/>
                </a:xfrm>
                <a:custGeom>
                  <a:avLst/>
                  <a:gdLst>
                    <a:gd name="connsiteX0" fmla="*/ 3891915 w 3930650"/>
                    <a:gd name="connsiteY0" fmla="*/ 0 h 2812414"/>
                    <a:gd name="connsiteX1" fmla="*/ 0 w 3930650"/>
                    <a:gd name="connsiteY1" fmla="*/ 2812415 h 2812414"/>
                    <a:gd name="connsiteX2" fmla="*/ 3930650 w 3930650"/>
                    <a:gd name="connsiteY2" fmla="*/ 1133158 h 2812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30650" h="2812414">
                      <a:moveTo>
                        <a:pt x="3891915" y="0"/>
                      </a:moveTo>
                      <a:lnTo>
                        <a:pt x="0" y="2812415"/>
                      </a:lnTo>
                      <a:lnTo>
                        <a:pt x="3930650" y="1133158"/>
                      </a:lnTo>
                    </a:path>
                  </a:pathLst>
                </a:custGeom>
                <a:gradFill>
                  <a:gsLst>
                    <a:gs pos="47000">
                      <a:srgbClr val="0068DF">
                        <a:alpha val="89804"/>
                      </a:srgbClr>
                    </a:gs>
                    <a:gs pos="34000">
                      <a:srgbClr val="0068DF">
                        <a:alpha val="89804"/>
                      </a:srgbClr>
                    </a:gs>
                    <a:gs pos="58000">
                      <a:srgbClr val="0EAFE0"/>
                    </a:gs>
                  </a:gsLst>
                  <a:lin ang="360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74" name="Graphic 613">
                <a:extLst>
                  <a:ext uri="{FF2B5EF4-FFF2-40B4-BE49-F238E27FC236}">
                    <a16:creationId xmlns:a16="http://schemas.microsoft.com/office/drawing/2014/main" id="{66B9EF31-F4DA-0968-A2C0-4DA2F48D72F6}"/>
                  </a:ext>
                </a:extLst>
              </p:cNvPr>
              <p:cNvGrpSpPr/>
              <p:nvPr/>
            </p:nvGrpSpPr>
            <p:grpSpPr>
              <a:xfrm>
                <a:off x="8300084" y="1817052"/>
                <a:ext cx="3930650" cy="1679257"/>
                <a:chOff x="8300084" y="1817052"/>
                <a:chExt cx="3930650" cy="1679257"/>
              </a:xfrm>
            </p:grpSpPr>
            <p:sp>
              <p:nvSpPr>
                <p:cNvPr id="576" name="Freeform: Shape 575">
                  <a:extLst>
                    <a:ext uri="{FF2B5EF4-FFF2-40B4-BE49-F238E27FC236}">
                      <a16:creationId xmlns:a16="http://schemas.microsoft.com/office/drawing/2014/main" id="{75CB0E3C-E019-2D4E-C972-AAF5484CA661}"/>
                    </a:ext>
                  </a:extLst>
                </p:cNvPr>
                <p:cNvSpPr/>
                <p:nvPr/>
              </p:nvSpPr>
              <p:spPr>
                <a:xfrm>
                  <a:off x="8300084" y="1817052"/>
                  <a:ext cx="3930650" cy="1679257"/>
                </a:xfrm>
                <a:custGeom>
                  <a:avLst/>
                  <a:gdLst>
                    <a:gd name="connsiteX0" fmla="*/ 3930650 w 3930650"/>
                    <a:gd name="connsiteY0" fmla="*/ 0 h 1679257"/>
                    <a:gd name="connsiteX1" fmla="*/ 0 w 3930650"/>
                    <a:gd name="connsiteY1" fmla="*/ 1679257 h 1679257"/>
                    <a:gd name="connsiteX2" fmla="*/ 3928746 w 3930650"/>
                    <a:gd name="connsiteY2" fmla="*/ 279400 h 1679257"/>
                    <a:gd name="connsiteX3" fmla="*/ 3930650 w 3930650"/>
                    <a:gd name="connsiteY3" fmla="*/ 0 h 1679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0650" h="1679257">
                      <a:moveTo>
                        <a:pt x="3930650" y="0"/>
                      </a:moveTo>
                      <a:lnTo>
                        <a:pt x="0" y="1679257"/>
                      </a:lnTo>
                      <a:lnTo>
                        <a:pt x="3928746" y="279400"/>
                      </a:lnTo>
                      <a:lnTo>
                        <a:pt x="3930650" y="0"/>
                      </a:lnTo>
                      <a:close/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7" name="Freeform: Shape 576">
                  <a:extLst>
                    <a:ext uri="{FF2B5EF4-FFF2-40B4-BE49-F238E27FC236}">
                      <a16:creationId xmlns:a16="http://schemas.microsoft.com/office/drawing/2014/main" id="{07065F56-579E-7E54-D8D1-0F2A8FD85266}"/>
                    </a:ext>
                  </a:extLst>
                </p:cNvPr>
                <p:cNvSpPr/>
                <p:nvPr/>
              </p:nvSpPr>
              <p:spPr>
                <a:xfrm>
                  <a:off x="8300084" y="1817052"/>
                  <a:ext cx="3930650" cy="1679257"/>
                </a:xfrm>
                <a:custGeom>
                  <a:avLst/>
                  <a:gdLst>
                    <a:gd name="connsiteX0" fmla="*/ 3930650 w 3930650"/>
                    <a:gd name="connsiteY0" fmla="*/ 0 h 1679257"/>
                    <a:gd name="connsiteX1" fmla="*/ 0 w 3930650"/>
                    <a:gd name="connsiteY1" fmla="*/ 1679257 h 1679257"/>
                    <a:gd name="connsiteX2" fmla="*/ 3928746 w 3930650"/>
                    <a:gd name="connsiteY2" fmla="*/ 279400 h 1679257"/>
                    <a:gd name="connsiteX3" fmla="*/ 3930650 w 3930650"/>
                    <a:gd name="connsiteY3" fmla="*/ 0 h 1679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0650" h="1679257">
                      <a:moveTo>
                        <a:pt x="3930650" y="0"/>
                      </a:moveTo>
                      <a:lnTo>
                        <a:pt x="0" y="1679257"/>
                      </a:lnTo>
                      <a:lnTo>
                        <a:pt x="3928746" y="279400"/>
                      </a:lnTo>
                      <a:lnTo>
                        <a:pt x="3930650" y="0"/>
                      </a:lnTo>
                      <a:close/>
                    </a:path>
                  </a:pathLst>
                </a:custGeom>
                <a:solidFill>
                  <a:srgbClr val="26BCED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575" name="Rectangle 574">
                <a:extLst>
                  <a:ext uri="{FF2B5EF4-FFF2-40B4-BE49-F238E27FC236}">
                    <a16:creationId xmlns:a16="http://schemas.microsoft.com/office/drawing/2014/main" id="{F59E1798-679A-ACCE-B23E-3DA9B1034F53}"/>
                  </a:ext>
                </a:extLst>
              </p:cNvPr>
              <p:cNvSpPr/>
              <p:nvPr userDrawn="1"/>
            </p:nvSpPr>
            <p:spPr>
              <a:xfrm>
                <a:off x="12200310" y="0"/>
                <a:ext cx="92408" cy="6858000"/>
              </a:xfrm>
              <a:prstGeom prst="rect">
                <a:avLst/>
              </a:prstGeom>
              <a:solidFill>
                <a:srgbClr val="E9ED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008" bIns="64008" rtlCol="0" anchor="t"/>
              <a:lstStyle/>
              <a:p>
                <a:pPr algn="l"/>
                <a:endParaRPr lang="en-US">
                  <a:latin typeface="Poppins SemiBold" panose="00000700000000000000" pitchFamily="2" charset="0"/>
                  <a:cs typeface="Poppins SemiBold" panose="000007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41575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XP +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22FC6D-3A99-72A8-37DD-B039741D48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/>
        </p:nvSpPr>
        <p:spPr>
          <a:xfrm>
            <a:off x="1342652" y="5761384"/>
            <a:ext cx="1509927" cy="305544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CC26F959-7025-876F-2A7E-2AB97F839FF3}"/>
              </a:ext>
            </a:extLst>
          </p:cNvPr>
          <p:cNvSpPr txBox="1">
            <a:spLocks/>
          </p:cNvSpPr>
          <p:nvPr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5FAFE7F-AEF0-56AE-7B4A-483342818015}"/>
              </a:ext>
            </a:extLst>
          </p:cNvPr>
          <p:cNvGrpSpPr/>
          <p:nvPr/>
        </p:nvGrpSpPr>
        <p:grpSpPr>
          <a:xfrm>
            <a:off x="1329004" y="2629430"/>
            <a:ext cx="2894619" cy="979228"/>
            <a:chOff x="532238" y="532263"/>
            <a:chExt cx="1522954" cy="5152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D955D61-89AD-68BF-11BE-DC3C64CA2E04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3D381AC-9A91-27C3-372C-83904DA3EC10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86545B6-1A77-CD99-D604-0CBE2C8A50BC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</p:grp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78B3459A-8CA0-8653-BC63-848030D1104E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9A00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8ECAB471-DD36-B765-A319-2A51EA7E5DCC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7400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3A3C7847-072F-8F06-63B7-E92BC4E886C9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DD1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3ED91732-4AFF-250B-862A-E31EF85BD96F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DD1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6D825D5B-241C-B463-31A9-CC50DAF439D8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F1E5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6F660E30-65C4-DD19-2F3D-D00BFB54CB6A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F1E5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49355F97-AAF9-11E2-5334-7FAF3A4D3D7E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7F14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5958EFF5-7C87-9E2A-94A8-2A03D995FCA9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9A00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E2109D5B-1C51-CEB5-2275-324D2106108D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4EDAD3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32B38B4A-3114-34EF-100B-EB8B9AEE05EA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65D5E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1F9B240B-2ACB-6AAA-2472-DB6DA68F0D89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0068D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E92B4398-67A6-3F67-E3DA-B9E51F86091E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65D5E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C79EAD67-10C9-603E-1EBD-D000686C1744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3ECAFB">
              <a:alpha val="50000"/>
            </a:srgbClr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C339BAC4-0B00-E89A-EC79-25E15A67A83D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0068D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C792D86-477E-5276-145A-CE3B4CA38385}"/>
              </a:ext>
            </a:extLst>
          </p:cNvPr>
          <p:cNvGrpSpPr/>
          <p:nvPr/>
        </p:nvGrpSpPr>
        <p:grpSpPr>
          <a:xfrm>
            <a:off x="3881118" y="0"/>
            <a:ext cx="8315959" cy="6857999"/>
            <a:chOff x="4609967" y="0"/>
            <a:chExt cx="8315959" cy="6857999"/>
          </a:xfrm>
        </p:grpSpPr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36DD5F0-C72A-F3BE-8C6B-AFB60BAD558D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5878513 w 5878512"/>
                <a:gd name="connsiteY0" fmla="*/ 3493453 h 3493452"/>
                <a:gd name="connsiteX1" fmla="*/ 5857557 w 5878512"/>
                <a:gd name="connsiteY1" fmla="*/ 0 h 3493452"/>
                <a:gd name="connsiteX2" fmla="*/ 2393315 w 5878512"/>
                <a:gd name="connsiteY2" fmla="*/ 0 h 3493452"/>
                <a:gd name="connsiteX3" fmla="*/ 0 w 5878512"/>
                <a:gd name="connsiteY3" fmla="*/ 0 h 3493452"/>
                <a:gd name="connsiteX4" fmla="*/ 5878513 w 5878512"/>
                <a:gd name="connsiteY4" fmla="*/ 3493453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5878513" y="3493453"/>
                  </a:moveTo>
                  <a:lnTo>
                    <a:pt x="5857557" y="0"/>
                  </a:lnTo>
                  <a:lnTo>
                    <a:pt x="2393315" y="0"/>
                  </a:lnTo>
                  <a:lnTo>
                    <a:pt x="0" y="0"/>
                  </a:lnTo>
                  <a:lnTo>
                    <a:pt x="5878513" y="3493453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DC9571F9-A6AA-F72C-84A9-F5F77C277DCD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0 w 5878512"/>
                <a:gd name="connsiteY0" fmla="*/ 0 h 3493452"/>
                <a:gd name="connsiteX1" fmla="*/ 5878513 w 5878512"/>
                <a:gd name="connsiteY1" fmla="*/ 3493453 h 3493452"/>
                <a:gd name="connsiteX2" fmla="*/ 2393315 w 5878512"/>
                <a:gd name="connsiteY2" fmla="*/ 0 h 3493452"/>
                <a:gd name="connsiteX3" fmla="*/ 2393315 w 5878512"/>
                <a:gd name="connsiteY3" fmla="*/ 0 h 3493452"/>
                <a:gd name="connsiteX4" fmla="*/ 0 w 5878512"/>
                <a:gd name="connsiteY4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0" y="0"/>
                  </a:moveTo>
                  <a:lnTo>
                    <a:pt x="5878513" y="3493453"/>
                  </a:lnTo>
                  <a:lnTo>
                    <a:pt x="2393315" y="0"/>
                  </a:lnTo>
                  <a:lnTo>
                    <a:pt x="2393315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2521">
                  <a:schemeClr val="accent6"/>
                </a:gs>
                <a:gs pos="49000">
                  <a:schemeClr val="accent3"/>
                </a:gs>
                <a:gs pos="63000">
                  <a:srgbClr val="C6EB00"/>
                </a:gs>
                <a:gs pos="94000">
                  <a:srgbClr val="C6EB00"/>
                </a:gs>
              </a:gsLst>
              <a:lin ang="184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CCCC7286-8BDB-26DD-B782-CA454A627D91}"/>
                </a:ext>
              </a:extLst>
            </p:cNvPr>
            <p:cNvSpPr/>
            <p:nvPr/>
          </p:nvSpPr>
          <p:spPr>
            <a:xfrm>
              <a:off x="7003281" y="0"/>
              <a:ext cx="3485197" cy="3493452"/>
            </a:xfrm>
            <a:custGeom>
              <a:avLst/>
              <a:gdLst>
                <a:gd name="connsiteX0" fmla="*/ 0 w 3485197"/>
                <a:gd name="connsiteY0" fmla="*/ 0 h 3493452"/>
                <a:gd name="connsiteX1" fmla="*/ 3485198 w 3485197"/>
                <a:gd name="connsiteY1" fmla="*/ 3493453 h 3493452"/>
                <a:gd name="connsiteX2" fmla="*/ 287973 w 3485197"/>
                <a:gd name="connsiteY2" fmla="*/ 0 h 3493452"/>
                <a:gd name="connsiteX3" fmla="*/ 0 w 348519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85197" h="3493452">
                  <a:moveTo>
                    <a:pt x="0" y="0"/>
                  </a:moveTo>
                  <a:lnTo>
                    <a:pt x="3485198" y="3493453"/>
                  </a:lnTo>
                  <a:lnTo>
                    <a:pt x="2879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B972">
                <a:alpha val="4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BC96A91D-2A15-E82B-B83F-9F71ECBC5D59}"/>
                </a:ext>
              </a:extLst>
            </p:cNvPr>
            <p:cNvSpPr/>
            <p:nvPr/>
          </p:nvSpPr>
          <p:spPr>
            <a:xfrm>
              <a:off x="7291254" y="0"/>
              <a:ext cx="3197225" cy="3493452"/>
            </a:xfrm>
            <a:custGeom>
              <a:avLst/>
              <a:gdLst>
                <a:gd name="connsiteX0" fmla="*/ 628650 w 3197225"/>
                <a:gd name="connsiteY0" fmla="*/ 0 h 3493452"/>
                <a:gd name="connsiteX1" fmla="*/ 3197225 w 3197225"/>
                <a:gd name="connsiteY1" fmla="*/ 3493453 h 3493452"/>
                <a:gd name="connsiteX2" fmla="*/ 0 w 3197225"/>
                <a:gd name="connsiteY2" fmla="*/ 0 h 3493452"/>
                <a:gd name="connsiteX3" fmla="*/ 628650 w 319722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97225" h="3493452">
                  <a:moveTo>
                    <a:pt x="628650" y="0"/>
                  </a:moveTo>
                  <a:lnTo>
                    <a:pt x="3197225" y="3493453"/>
                  </a:lnTo>
                  <a:lnTo>
                    <a:pt x="0" y="0"/>
                  </a:lnTo>
                  <a:lnTo>
                    <a:pt x="628650" y="0"/>
                  </a:lnTo>
                  <a:close/>
                </a:path>
              </a:pathLst>
            </a:custGeom>
            <a:gradFill>
              <a:gsLst>
                <a:gs pos="46000">
                  <a:schemeClr val="accent3"/>
                </a:gs>
                <a:gs pos="64000">
                  <a:srgbClr val="C6EB00"/>
                </a:gs>
              </a:gsLst>
              <a:lin ang="18810059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7BDE33A-7F5F-E171-2859-4A2944ADEB84}"/>
                </a:ext>
              </a:extLst>
            </p:cNvPr>
            <p:cNvSpPr/>
            <p:nvPr/>
          </p:nvSpPr>
          <p:spPr>
            <a:xfrm>
              <a:off x="7919904" y="0"/>
              <a:ext cx="2568575" cy="3493452"/>
            </a:xfrm>
            <a:custGeom>
              <a:avLst/>
              <a:gdLst>
                <a:gd name="connsiteX0" fmla="*/ 0 w 2568575"/>
                <a:gd name="connsiteY0" fmla="*/ 0 h 3493452"/>
                <a:gd name="connsiteX1" fmla="*/ 2568575 w 2568575"/>
                <a:gd name="connsiteY1" fmla="*/ 3493453 h 3493452"/>
                <a:gd name="connsiteX2" fmla="*/ 173672 w 2568575"/>
                <a:gd name="connsiteY2" fmla="*/ 0 h 3493452"/>
                <a:gd name="connsiteX3" fmla="*/ 0 w 256857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8575" h="3493452">
                  <a:moveTo>
                    <a:pt x="0" y="0"/>
                  </a:moveTo>
                  <a:lnTo>
                    <a:pt x="2568575" y="3493453"/>
                  </a:lnTo>
                  <a:lnTo>
                    <a:pt x="1736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4A99F4E-02ED-DC0A-C352-32D0A8001760}"/>
                </a:ext>
              </a:extLst>
            </p:cNvPr>
            <p:cNvSpPr/>
            <p:nvPr/>
          </p:nvSpPr>
          <p:spPr>
            <a:xfrm>
              <a:off x="8093577" y="0"/>
              <a:ext cx="2394902" cy="3493452"/>
            </a:xfrm>
            <a:custGeom>
              <a:avLst/>
              <a:gdLst>
                <a:gd name="connsiteX0" fmla="*/ 0 w 2394902"/>
                <a:gd name="connsiteY0" fmla="*/ 0 h 3493452"/>
                <a:gd name="connsiteX1" fmla="*/ 2394903 w 2394902"/>
                <a:gd name="connsiteY1" fmla="*/ 3493453 h 3493452"/>
                <a:gd name="connsiteX2" fmla="*/ 0 w 2394902"/>
                <a:gd name="connsiteY2" fmla="*/ 0 h 3493452"/>
                <a:gd name="connsiteX3" fmla="*/ 0 w 239490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4902" h="3493452">
                  <a:moveTo>
                    <a:pt x="0" y="0"/>
                  </a:moveTo>
                  <a:lnTo>
                    <a:pt x="2394903" y="349345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E9C80E6E-26E4-17DB-0F9D-829E26937A7E}"/>
                </a:ext>
              </a:extLst>
            </p:cNvPr>
            <p:cNvSpPr/>
            <p:nvPr/>
          </p:nvSpPr>
          <p:spPr>
            <a:xfrm>
              <a:off x="8267884" y="0"/>
              <a:ext cx="2220595" cy="3493452"/>
            </a:xfrm>
            <a:custGeom>
              <a:avLst/>
              <a:gdLst>
                <a:gd name="connsiteX0" fmla="*/ 0 w 2220595"/>
                <a:gd name="connsiteY0" fmla="*/ 0 h 3493452"/>
                <a:gd name="connsiteX1" fmla="*/ 2220596 w 2220595"/>
                <a:gd name="connsiteY1" fmla="*/ 3493453 h 3493452"/>
                <a:gd name="connsiteX2" fmla="*/ 187643 w 2220595"/>
                <a:gd name="connsiteY2" fmla="*/ 0 h 3493452"/>
                <a:gd name="connsiteX3" fmla="*/ 0 w 222059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0595" h="3493452">
                  <a:moveTo>
                    <a:pt x="0" y="0"/>
                  </a:moveTo>
                  <a:lnTo>
                    <a:pt x="2220596" y="3493453"/>
                  </a:lnTo>
                  <a:lnTo>
                    <a:pt x="1876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B221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5FCE6926-0F18-1A91-E89F-FC6A2A258C35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solidFill>
              <a:srgbClr val="80D226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59D48824-9DA0-B59C-3334-5C4EAE7F75E0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gradFill>
              <a:gsLst>
                <a:gs pos="38000">
                  <a:srgbClr val="C6EB00"/>
                </a:gs>
                <a:gs pos="52000">
                  <a:schemeClr val="accent3"/>
                </a:gs>
                <a:gs pos="74000">
                  <a:srgbClr val="00A700"/>
                </a:gs>
              </a:gsLst>
              <a:lin ang="2022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5D03C791-9A9B-877C-6C7D-323E516A7616}"/>
                </a:ext>
              </a:extLst>
            </p:cNvPr>
            <p:cNvSpPr/>
            <p:nvPr/>
          </p:nvSpPr>
          <p:spPr>
            <a:xfrm>
              <a:off x="9119419" y="0"/>
              <a:ext cx="1369059" cy="3493452"/>
            </a:xfrm>
            <a:custGeom>
              <a:avLst/>
              <a:gdLst>
                <a:gd name="connsiteX0" fmla="*/ 0 w 1369059"/>
                <a:gd name="connsiteY0" fmla="*/ 0 h 3493452"/>
                <a:gd name="connsiteX1" fmla="*/ 1369060 w 1369059"/>
                <a:gd name="connsiteY1" fmla="*/ 3493453 h 3493452"/>
                <a:gd name="connsiteX2" fmla="*/ 452755 w 1369059"/>
                <a:gd name="connsiteY2" fmla="*/ 0 h 3493452"/>
                <a:gd name="connsiteX3" fmla="*/ 0 w 1369059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059" h="3493452">
                  <a:moveTo>
                    <a:pt x="0" y="0"/>
                  </a:moveTo>
                  <a:lnTo>
                    <a:pt x="1369060" y="3493453"/>
                  </a:lnTo>
                  <a:lnTo>
                    <a:pt x="45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8EEF5257-0622-A30B-DDEF-9C166A25E883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895350 w 916305"/>
                <a:gd name="connsiteY0" fmla="*/ 0 h 3493452"/>
                <a:gd name="connsiteX1" fmla="*/ 916305 w 916305"/>
                <a:gd name="connsiteY1" fmla="*/ 3493453 h 3493452"/>
                <a:gd name="connsiteX2" fmla="*/ 0 w 916305"/>
                <a:gd name="connsiteY2" fmla="*/ 0 h 3493452"/>
                <a:gd name="connsiteX3" fmla="*/ 89535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895350" y="0"/>
                  </a:moveTo>
                  <a:lnTo>
                    <a:pt x="916305" y="3493453"/>
                  </a:lnTo>
                  <a:lnTo>
                    <a:pt x="0" y="0"/>
                  </a:lnTo>
                  <a:lnTo>
                    <a:pt x="895350" y="0"/>
                  </a:lnTo>
                  <a:close/>
                </a:path>
              </a:pathLst>
            </a:custGeom>
            <a:gradFill>
              <a:gsLst>
                <a:gs pos="20000">
                  <a:srgbClr val="C6EB00"/>
                </a:gs>
                <a:gs pos="20000">
                  <a:srgbClr val="C6EB00">
                    <a:alpha val="89804"/>
                  </a:srgbClr>
                </a:gs>
                <a:gs pos="40000">
                  <a:srgbClr val="C6EB00">
                    <a:alpha val="69804"/>
                  </a:srgbClr>
                </a:gs>
                <a:gs pos="70000">
                  <a:srgbClr val="C6EB00">
                    <a:alpha val="29804"/>
                  </a:srgbClr>
                </a:gs>
                <a:gs pos="90000">
                  <a:srgbClr val="C6EB00">
                    <a:alpha val="0"/>
                  </a:srgbClr>
                </a:gs>
              </a:gsLst>
              <a:lin ang="21210000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FE935E3E-7A03-937C-4835-B1294719DF52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0 w 2343784"/>
                <a:gd name="connsiteY0" fmla="*/ 3493453 h 3493452"/>
                <a:gd name="connsiteX1" fmla="*/ 521335 w 2343784"/>
                <a:gd name="connsiteY1" fmla="*/ 0 h 3493452"/>
                <a:gd name="connsiteX2" fmla="*/ 2343785 w 2343784"/>
                <a:gd name="connsiteY2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43784" h="3493452">
                  <a:moveTo>
                    <a:pt x="0" y="3493453"/>
                  </a:moveTo>
                  <a:lnTo>
                    <a:pt x="521335" y="0"/>
                  </a:lnTo>
                  <a:lnTo>
                    <a:pt x="2343785" y="0"/>
                  </a:lnTo>
                </a:path>
              </a:pathLst>
            </a:custGeom>
            <a:solidFill>
              <a:srgbClr val="0EAFE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49F41B27-2B02-47A8-E3EA-FCD496ADFC6B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F55EB0D-C383-C3B5-34A8-96714E899719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gradFill>
              <a:gsLst>
                <a:gs pos="24000">
                  <a:srgbClr val="3ECAFB">
                    <a:alpha val="0"/>
                  </a:srgbClr>
                </a:gs>
                <a:gs pos="47000">
                  <a:srgbClr val="188EEA"/>
                </a:gs>
                <a:gs pos="57000">
                  <a:srgbClr val="0068DF"/>
                </a:gs>
              </a:gsLst>
              <a:lin ang="19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E6FA0420-4F28-A03C-4C3B-B7AC80C41F02}"/>
                </a:ext>
              </a:extLst>
            </p:cNvPr>
            <p:cNvSpPr/>
            <p:nvPr/>
          </p:nvSpPr>
          <p:spPr>
            <a:xfrm>
              <a:off x="10488479" y="0"/>
              <a:ext cx="1231265" cy="3493452"/>
            </a:xfrm>
            <a:custGeom>
              <a:avLst/>
              <a:gdLst>
                <a:gd name="connsiteX0" fmla="*/ 824547 w 1231265"/>
                <a:gd name="connsiteY0" fmla="*/ 0 h 3493452"/>
                <a:gd name="connsiteX1" fmla="*/ 0 w 1231265"/>
                <a:gd name="connsiteY1" fmla="*/ 3493453 h 3493452"/>
                <a:gd name="connsiteX2" fmla="*/ 1231265 w 1231265"/>
                <a:gd name="connsiteY2" fmla="*/ 0 h 3493452"/>
                <a:gd name="connsiteX3" fmla="*/ 824547 w 123126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1265" h="3493452">
                  <a:moveTo>
                    <a:pt x="824547" y="0"/>
                  </a:moveTo>
                  <a:lnTo>
                    <a:pt x="0" y="3493453"/>
                  </a:lnTo>
                  <a:lnTo>
                    <a:pt x="1231265" y="0"/>
                  </a:lnTo>
                  <a:lnTo>
                    <a:pt x="824547" y="0"/>
                  </a:lnTo>
                  <a:close/>
                </a:path>
              </a:pathLst>
            </a:custGeom>
            <a:solidFill>
              <a:srgbClr val="1F7AE3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EB33CA9-2A58-2DF6-9DE1-14BFD9D06BBF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542290 w 542290"/>
                <a:gd name="connsiteY0" fmla="*/ 0 h 3493452"/>
                <a:gd name="connsiteX1" fmla="*/ 20955 w 542290"/>
                <a:gd name="connsiteY1" fmla="*/ 3493453 h 3493452"/>
                <a:gd name="connsiteX2" fmla="*/ 0 w 542290"/>
                <a:gd name="connsiteY2" fmla="*/ 0 h 3493452"/>
                <a:gd name="connsiteX3" fmla="*/ 54229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542290" y="0"/>
                  </a:moveTo>
                  <a:lnTo>
                    <a:pt x="20955" y="3493453"/>
                  </a:lnTo>
                  <a:lnTo>
                    <a:pt x="0" y="0"/>
                  </a:lnTo>
                  <a:lnTo>
                    <a:pt x="542290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DE86A2F-B70A-B395-A7DD-114FD7E2BE72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76DB"/>
                </a:gs>
                <a:gs pos="50000">
                  <a:srgbClr val="2A9FED"/>
                </a:gs>
                <a:gs pos="100000">
                  <a:srgbClr val="54C8FF"/>
                </a:gs>
              </a:gsLst>
              <a:lin ang="20920988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801BC16E-170D-8AAA-829D-40C1A1103560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C5AC35A-A136-E2AA-B6B6-C60AC938C068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0 w 916305"/>
                <a:gd name="connsiteY0" fmla="*/ 0 h 3493452"/>
                <a:gd name="connsiteX1" fmla="*/ 916305 w 916305"/>
                <a:gd name="connsiteY1" fmla="*/ 3493453 h 3493452"/>
                <a:gd name="connsiteX2" fmla="*/ 895350 w 916305"/>
                <a:gd name="connsiteY2" fmla="*/ 0 h 3493452"/>
                <a:gd name="connsiteX3" fmla="*/ 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0" y="0"/>
                  </a:moveTo>
                  <a:lnTo>
                    <a:pt x="916305" y="3493453"/>
                  </a:lnTo>
                  <a:lnTo>
                    <a:pt x="89535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C6EB00"/>
                </a:gs>
                <a:gs pos="54000">
                  <a:srgbClr val="B7D742"/>
                </a:gs>
                <a:gs pos="80000">
                  <a:srgbClr val="5DCAD3"/>
                </a:gs>
                <a:gs pos="100000">
                  <a:srgbClr val="49C8F5"/>
                </a:gs>
              </a:gsLst>
              <a:lin ang="2094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3B217707-250A-66D7-D5E6-B099752C419D}"/>
                </a:ext>
              </a:extLst>
            </p:cNvPr>
            <p:cNvSpPr/>
            <p:nvPr/>
          </p:nvSpPr>
          <p:spPr>
            <a:xfrm>
              <a:off x="10488479" y="0"/>
              <a:ext cx="824547" cy="3493452"/>
            </a:xfrm>
            <a:custGeom>
              <a:avLst/>
              <a:gdLst>
                <a:gd name="connsiteX0" fmla="*/ 521335 w 824547"/>
                <a:gd name="connsiteY0" fmla="*/ 0 h 3493452"/>
                <a:gd name="connsiteX1" fmla="*/ 0 w 824547"/>
                <a:gd name="connsiteY1" fmla="*/ 3493453 h 3493452"/>
                <a:gd name="connsiteX2" fmla="*/ 824547 w 824547"/>
                <a:gd name="connsiteY2" fmla="*/ 0 h 3493452"/>
                <a:gd name="connsiteX3" fmla="*/ 521335 w 82454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4547" h="3493452">
                  <a:moveTo>
                    <a:pt x="521335" y="0"/>
                  </a:moveTo>
                  <a:lnTo>
                    <a:pt x="0" y="3493453"/>
                  </a:lnTo>
                  <a:lnTo>
                    <a:pt x="824547" y="0"/>
                  </a:lnTo>
                  <a:lnTo>
                    <a:pt x="52133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6C26E78C-6512-18B1-5E0C-935422C011B4}"/>
                </a:ext>
              </a:extLst>
            </p:cNvPr>
            <p:cNvSpPr/>
            <p:nvPr/>
          </p:nvSpPr>
          <p:spPr>
            <a:xfrm>
              <a:off x="10488479" y="0"/>
              <a:ext cx="1507490" cy="3493452"/>
            </a:xfrm>
            <a:custGeom>
              <a:avLst/>
              <a:gdLst>
                <a:gd name="connsiteX0" fmla="*/ 1231265 w 1507490"/>
                <a:gd name="connsiteY0" fmla="*/ 0 h 3493452"/>
                <a:gd name="connsiteX1" fmla="*/ 0 w 1507490"/>
                <a:gd name="connsiteY1" fmla="*/ 3493453 h 3493452"/>
                <a:gd name="connsiteX2" fmla="*/ 1507490 w 1507490"/>
                <a:gd name="connsiteY2" fmla="*/ 0 h 3493452"/>
                <a:gd name="connsiteX3" fmla="*/ 1231265 w 15074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7490" h="3493452">
                  <a:moveTo>
                    <a:pt x="123126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123126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34" name="Graphic 57">
              <a:extLst>
                <a:ext uri="{FF2B5EF4-FFF2-40B4-BE49-F238E27FC236}">
                  <a16:creationId xmlns:a16="http://schemas.microsoft.com/office/drawing/2014/main" id="{BE5C6FCC-EE7A-91D3-DDC8-05F243C32AE5}"/>
                </a:ext>
              </a:extLst>
            </p:cNvPr>
            <p:cNvGrpSpPr/>
            <p:nvPr/>
          </p:nvGrpSpPr>
          <p:grpSpPr>
            <a:xfrm>
              <a:off x="9375642" y="3493452"/>
              <a:ext cx="3550284" cy="3364547"/>
              <a:chOff x="12299315" y="3493452"/>
              <a:chExt cx="3550284" cy="3364547"/>
            </a:xfrm>
          </p:grpSpPr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ABD84F2F-6AE7-A640-9EBA-0915BC4CA0D0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3550284" cy="3364547"/>
              </a:xfrm>
              <a:custGeom>
                <a:avLst/>
                <a:gdLst>
                  <a:gd name="connsiteX0" fmla="*/ 1112838 w 3550284"/>
                  <a:gd name="connsiteY0" fmla="*/ 0 h 3364547"/>
                  <a:gd name="connsiteX1" fmla="*/ 3550285 w 3550284"/>
                  <a:gd name="connsiteY1" fmla="*/ 879475 h 3364547"/>
                  <a:gd name="connsiteX2" fmla="*/ 3550285 w 3550284"/>
                  <a:gd name="connsiteY2" fmla="*/ 3364547 h 3364547"/>
                  <a:gd name="connsiteX3" fmla="*/ 0 w 3550284"/>
                  <a:gd name="connsiteY3" fmla="*/ 3364547 h 3364547"/>
                  <a:gd name="connsiteX4" fmla="*/ 1112838 w 3550284"/>
                  <a:gd name="connsiteY4" fmla="*/ 0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50284" h="3364547">
                    <a:moveTo>
                      <a:pt x="1112838" y="0"/>
                    </a:moveTo>
                    <a:lnTo>
                      <a:pt x="3550285" y="879475"/>
                    </a:lnTo>
                    <a:lnTo>
                      <a:pt x="3550285" y="3364547"/>
                    </a:lnTo>
                    <a:lnTo>
                      <a:pt x="0" y="3364547"/>
                    </a:lnTo>
                    <a:lnTo>
                      <a:pt x="1112838" y="0"/>
                    </a:lnTo>
                    <a:close/>
                  </a:path>
                </a:pathLst>
              </a:custGeom>
              <a:solidFill>
                <a:srgbClr val="FF9A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18B11804-DF4E-0342-4589-BA391BEF82FD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solidFill>
                <a:srgbClr val="FFD8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D815B004-2378-C71A-661F-759ADBF8D407}"/>
                  </a:ext>
                </a:extLst>
              </p:cNvPr>
              <p:cNvSpPr/>
              <p:nvPr/>
            </p:nvSpPr>
            <p:spPr>
              <a:xfrm>
                <a:off x="13242607" y="3493452"/>
                <a:ext cx="1357312" cy="3364547"/>
              </a:xfrm>
              <a:custGeom>
                <a:avLst/>
                <a:gdLst>
                  <a:gd name="connsiteX0" fmla="*/ 0 w 1357312"/>
                  <a:gd name="connsiteY0" fmla="*/ 3364547 h 3364547"/>
                  <a:gd name="connsiteX1" fmla="*/ 169545 w 1357312"/>
                  <a:gd name="connsiteY1" fmla="*/ 0 h 3364547"/>
                  <a:gd name="connsiteX2" fmla="*/ 1357313 w 1357312"/>
                  <a:gd name="connsiteY2" fmla="*/ 3364547 h 3364547"/>
                  <a:gd name="connsiteX3" fmla="*/ 0 w 1357312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7312" h="3364547">
                    <a:moveTo>
                      <a:pt x="0" y="3364547"/>
                    </a:moveTo>
                    <a:lnTo>
                      <a:pt x="169545" y="0"/>
                    </a:lnTo>
                    <a:lnTo>
                      <a:pt x="1357313" y="3364547"/>
                    </a:lnTo>
                    <a:lnTo>
                      <a:pt x="0" y="3364547"/>
                    </a:lnTo>
                    <a:close/>
                  </a:path>
                </a:pathLst>
              </a:custGeom>
              <a:gradFill>
                <a:gsLst>
                  <a:gs pos="20000">
                    <a:srgbClr val="FF7400"/>
                  </a:gs>
                  <a:gs pos="20000">
                    <a:srgbClr val="FF7F15">
                      <a:alpha val="89804"/>
                    </a:srgbClr>
                  </a:gs>
                  <a:gs pos="40000">
                    <a:srgbClr val="FF9E4D">
                      <a:alpha val="69804"/>
                    </a:srgbClr>
                  </a:gs>
                  <a:gs pos="70000">
                    <a:srgbClr val="FFCFA6">
                      <a:alpha val="29804"/>
                    </a:srgbClr>
                  </a:gs>
                  <a:gs pos="90000">
                    <a:srgbClr val="FFFFFF">
                      <a:alpha val="0"/>
                    </a:srgbClr>
                  </a:gs>
                </a:gsLst>
                <a:lin ang="21066000" scaled="1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80AB79BD-EAFB-1773-5787-AB9BE5EF2B2E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834707" cy="3364547"/>
              </a:xfrm>
              <a:custGeom>
                <a:avLst/>
                <a:gdLst>
                  <a:gd name="connsiteX0" fmla="*/ 834707 w 834707"/>
                  <a:gd name="connsiteY0" fmla="*/ 3364547 h 3364547"/>
                  <a:gd name="connsiteX1" fmla="*/ 0 w 834707"/>
                  <a:gd name="connsiteY1" fmla="*/ 0 h 3364547"/>
                  <a:gd name="connsiteX2" fmla="*/ 641032 w 834707"/>
                  <a:gd name="connsiteY2" fmla="*/ 3364547 h 3364547"/>
                  <a:gd name="connsiteX3" fmla="*/ 834707 w 83470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4707" h="3364547">
                    <a:moveTo>
                      <a:pt x="834707" y="3364547"/>
                    </a:moveTo>
                    <a:lnTo>
                      <a:pt x="0" y="0"/>
                    </a:lnTo>
                    <a:lnTo>
                      <a:pt x="641032" y="3364547"/>
                    </a:lnTo>
                    <a:lnTo>
                      <a:pt x="834707" y="3364547"/>
                    </a:lnTo>
                    <a:close/>
                  </a:path>
                </a:pathLst>
              </a:custGeom>
              <a:solidFill>
                <a:srgbClr val="FFD800">
                  <a:alpha val="40000"/>
                </a:srgbClr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0C5C3A33-DF95-541C-DE48-B04D94E41D95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1816417" cy="3364547"/>
              </a:xfrm>
              <a:custGeom>
                <a:avLst/>
                <a:gdLst>
                  <a:gd name="connsiteX0" fmla="*/ 1816417 w 1816417"/>
                  <a:gd name="connsiteY0" fmla="*/ 3364547 h 3364547"/>
                  <a:gd name="connsiteX1" fmla="*/ 0 w 1816417"/>
                  <a:gd name="connsiteY1" fmla="*/ 0 h 3364547"/>
                  <a:gd name="connsiteX2" fmla="*/ 1187767 w 1816417"/>
                  <a:gd name="connsiteY2" fmla="*/ 3364547 h 3364547"/>
                  <a:gd name="connsiteX3" fmla="*/ 1816417 w 181641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1641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118776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54B4B118-AE38-9F88-5F91-24B6F78AC099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3364547"/>
              </a:xfrm>
              <a:custGeom>
                <a:avLst/>
                <a:gdLst>
                  <a:gd name="connsiteX0" fmla="*/ 1816417 w 2437447"/>
                  <a:gd name="connsiteY0" fmla="*/ 3364547 h 3364547"/>
                  <a:gd name="connsiteX1" fmla="*/ 0 w 2437447"/>
                  <a:gd name="connsiteY1" fmla="*/ 0 h 3364547"/>
                  <a:gd name="connsiteX2" fmla="*/ 2437447 w 2437447"/>
                  <a:gd name="connsiteY2" fmla="*/ 2812732 h 3364547"/>
                  <a:gd name="connsiteX3" fmla="*/ 2437447 w 2437447"/>
                  <a:gd name="connsiteY3" fmla="*/ 3364547 h 3364547"/>
                  <a:gd name="connsiteX4" fmla="*/ 1816417 w 2437447"/>
                  <a:gd name="connsiteY4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744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gradFill>
                <a:gsLst>
                  <a:gs pos="44000">
                    <a:srgbClr val="FF9A00"/>
                  </a:gs>
                  <a:gs pos="57000">
                    <a:srgbClr val="FF7400">
                      <a:alpha val="89804"/>
                    </a:srgbClr>
                  </a:gs>
                </a:gsLst>
                <a:lin ang="1956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57411A26-EF57-DC6B-5CD5-80A1F468089C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2812732"/>
              </a:xfrm>
              <a:custGeom>
                <a:avLst/>
                <a:gdLst>
                  <a:gd name="connsiteX0" fmla="*/ 2437447 w 2437447"/>
                  <a:gd name="connsiteY0" fmla="*/ 1587182 h 2812732"/>
                  <a:gd name="connsiteX1" fmla="*/ 0 w 2437447"/>
                  <a:gd name="connsiteY1" fmla="*/ 0 h 2812732"/>
                  <a:gd name="connsiteX2" fmla="*/ 2437447 w 2437447"/>
                  <a:gd name="connsiteY2" fmla="*/ 2812732 h 2812732"/>
                  <a:gd name="connsiteX3" fmla="*/ 2437447 w 2437447"/>
                  <a:gd name="connsiteY3" fmla="*/ 1587182 h 281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2812732">
                    <a:moveTo>
                      <a:pt x="2437447" y="1587182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1587182"/>
                    </a:lnTo>
                    <a:close/>
                  </a:path>
                </a:pathLst>
              </a:custGeom>
              <a:gradFill>
                <a:gsLst>
                  <a:gs pos="54000">
                    <a:srgbClr val="FF9A00"/>
                  </a:gs>
                  <a:gs pos="64000">
                    <a:srgbClr val="FF7E00"/>
                  </a:gs>
                </a:gsLst>
                <a:lin ang="1890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1DF34A3D-0EA6-1411-1985-196E395393A8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D1F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F04F8CA5-579F-DE4C-50FD-AEEE4F2CC97D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D7F15295-68C3-1577-090C-32AE392AD22E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gradFill>
                <a:gsLst>
                  <a:gs pos="0">
                    <a:srgbClr val="FF8700"/>
                  </a:gs>
                  <a:gs pos="16000">
                    <a:srgbClr val="FF7400">
                      <a:alpha val="0"/>
                    </a:srgbClr>
                  </a:gs>
                  <a:gs pos="32000">
                    <a:srgbClr val="FF7400">
                      <a:alpha val="49804"/>
                    </a:srgbClr>
                  </a:gs>
                  <a:gs pos="58000">
                    <a:srgbClr val="FF7400">
                      <a:alpha val="89804"/>
                    </a:srgbClr>
                  </a:gs>
                </a:gsLst>
                <a:lin ang="1158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7161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XP +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A084577-DDF3-0832-E5ED-5FF10B2E3F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/>
        </p:nvSpPr>
        <p:spPr>
          <a:xfrm>
            <a:off x="1342652" y="5761384"/>
            <a:ext cx="1509927" cy="305544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CC26F959-7025-876F-2A7E-2AB97F839FF3}"/>
              </a:ext>
            </a:extLst>
          </p:cNvPr>
          <p:cNvSpPr txBox="1">
            <a:spLocks/>
          </p:cNvSpPr>
          <p:nvPr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79993E6-A0C2-2282-9D83-AF057F94A080}"/>
              </a:ext>
            </a:extLst>
          </p:cNvPr>
          <p:cNvGrpSpPr/>
          <p:nvPr/>
        </p:nvGrpSpPr>
        <p:grpSpPr>
          <a:xfrm>
            <a:off x="3881118" y="0"/>
            <a:ext cx="8315959" cy="6857999"/>
            <a:chOff x="4609967" y="0"/>
            <a:chExt cx="8315959" cy="6857999"/>
          </a:xfrm>
        </p:grpSpPr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C887985F-1D93-DAFC-74AB-CE8D59DA60B9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5878513 w 5878512"/>
                <a:gd name="connsiteY0" fmla="*/ 3493453 h 3493452"/>
                <a:gd name="connsiteX1" fmla="*/ 5857557 w 5878512"/>
                <a:gd name="connsiteY1" fmla="*/ 0 h 3493452"/>
                <a:gd name="connsiteX2" fmla="*/ 2393315 w 5878512"/>
                <a:gd name="connsiteY2" fmla="*/ 0 h 3493452"/>
                <a:gd name="connsiteX3" fmla="*/ 0 w 5878512"/>
                <a:gd name="connsiteY3" fmla="*/ 0 h 3493452"/>
                <a:gd name="connsiteX4" fmla="*/ 5878513 w 5878512"/>
                <a:gd name="connsiteY4" fmla="*/ 3493453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5878513" y="3493453"/>
                  </a:moveTo>
                  <a:lnTo>
                    <a:pt x="5857557" y="0"/>
                  </a:lnTo>
                  <a:lnTo>
                    <a:pt x="2393315" y="0"/>
                  </a:lnTo>
                  <a:lnTo>
                    <a:pt x="0" y="0"/>
                  </a:lnTo>
                  <a:lnTo>
                    <a:pt x="5878513" y="3493453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E7814D08-EE86-E321-263E-AF405AD40066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0 w 5878512"/>
                <a:gd name="connsiteY0" fmla="*/ 0 h 3493452"/>
                <a:gd name="connsiteX1" fmla="*/ 5878513 w 5878512"/>
                <a:gd name="connsiteY1" fmla="*/ 3493453 h 3493452"/>
                <a:gd name="connsiteX2" fmla="*/ 2393315 w 5878512"/>
                <a:gd name="connsiteY2" fmla="*/ 0 h 3493452"/>
                <a:gd name="connsiteX3" fmla="*/ 2393315 w 5878512"/>
                <a:gd name="connsiteY3" fmla="*/ 0 h 3493452"/>
                <a:gd name="connsiteX4" fmla="*/ 0 w 5878512"/>
                <a:gd name="connsiteY4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0" y="0"/>
                  </a:moveTo>
                  <a:lnTo>
                    <a:pt x="5878513" y="3493453"/>
                  </a:lnTo>
                  <a:lnTo>
                    <a:pt x="2393315" y="0"/>
                  </a:lnTo>
                  <a:lnTo>
                    <a:pt x="2393315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2521">
                  <a:schemeClr val="accent6"/>
                </a:gs>
                <a:gs pos="49000">
                  <a:schemeClr val="accent3"/>
                </a:gs>
                <a:gs pos="63000">
                  <a:srgbClr val="C6EB00"/>
                </a:gs>
                <a:gs pos="94000">
                  <a:srgbClr val="C6EB00"/>
                </a:gs>
              </a:gsLst>
              <a:lin ang="184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93459D98-54E4-0EEE-94CB-2FCBEEF4A592}"/>
                </a:ext>
              </a:extLst>
            </p:cNvPr>
            <p:cNvSpPr/>
            <p:nvPr/>
          </p:nvSpPr>
          <p:spPr>
            <a:xfrm>
              <a:off x="7003281" y="0"/>
              <a:ext cx="3485197" cy="3493452"/>
            </a:xfrm>
            <a:custGeom>
              <a:avLst/>
              <a:gdLst>
                <a:gd name="connsiteX0" fmla="*/ 0 w 3485197"/>
                <a:gd name="connsiteY0" fmla="*/ 0 h 3493452"/>
                <a:gd name="connsiteX1" fmla="*/ 3485198 w 3485197"/>
                <a:gd name="connsiteY1" fmla="*/ 3493453 h 3493452"/>
                <a:gd name="connsiteX2" fmla="*/ 287973 w 3485197"/>
                <a:gd name="connsiteY2" fmla="*/ 0 h 3493452"/>
                <a:gd name="connsiteX3" fmla="*/ 0 w 348519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85197" h="3493452">
                  <a:moveTo>
                    <a:pt x="0" y="0"/>
                  </a:moveTo>
                  <a:lnTo>
                    <a:pt x="3485198" y="3493453"/>
                  </a:lnTo>
                  <a:lnTo>
                    <a:pt x="2879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B972">
                <a:alpha val="4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FAEC36D-F404-90FE-3357-7C09FBE64DDD}"/>
                </a:ext>
              </a:extLst>
            </p:cNvPr>
            <p:cNvSpPr/>
            <p:nvPr/>
          </p:nvSpPr>
          <p:spPr>
            <a:xfrm>
              <a:off x="7291254" y="0"/>
              <a:ext cx="3197225" cy="3493452"/>
            </a:xfrm>
            <a:custGeom>
              <a:avLst/>
              <a:gdLst>
                <a:gd name="connsiteX0" fmla="*/ 628650 w 3197225"/>
                <a:gd name="connsiteY0" fmla="*/ 0 h 3493452"/>
                <a:gd name="connsiteX1" fmla="*/ 3197225 w 3197225"/>
                <a:gd name="connsiteY1" fmla="*/ 3493453 h 3493452"/>
                <a:gd name="connsiteX2" fmla="*/ 0 w 3197225"/>
                <a:gd name="connsiteY2" fmla="*/ 0 h 3493452"/>
                <a:gd name="connsiteX3" fmla="*/ 628650 w 319722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97225" h="3493452">
                  <a:moveTo>
                    <a:pt x="628650" y="0"/>
                  </a:moveTo>
                  <a:lnTo>
                    <a:pt x="3197225" y="3493453"/>
                  </a:lnTo>
                  <a:lnTo>
                    <a:pt x="0" y="0"/>
                  </a:lnTo>
                  <a:lnTo>
                    <a:pt x="628650" y="0"/>
                  </a:lnTo>
                  <a:close/>
                </a:path>
              </a:pathLst>
            </a:custGeom>
            <a:gradFill>
              <a:gsLst>
                <a:gs pos="46000">
                  <a:schemeClr val="accent3"/>
                </a:gs>
                <a:gs pos="64000">
                  <a:srgbClr val="C6EB00"/>
                </a:gs>
              </a:gsLst>
              <a:lin ang="18810059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5CA7BF3E-52B1-61EC-32CD-26A550AB40D5}"/>
                </a:ext>
              </a:extLst>
            </p:cNvPr>
            <p:cNvSpPr/>
            <p:nvPr/>
          </p:nvSpPr>
          <p:spPr>
            <a:xfrm>
              <a:off x="7919904" y="0"/>
              <a:ext cx="2568575" cy="3493452"/>
            </a:xfrm>
            <a:custGeom>
              <a:avLst/>
              <a:gdLst>
                <a:gd name="connsiteX0" fmla="*/ 0 w 2568575"/>
                <a:gd name="connsiteY0" fmla="*/ 0 h 3493452"/>
                <a:gd name="connsiteX1" fmla="*/ 2568575 w 2568575"/>
                <a:gd name="connsiteY1" fmla="*/ 3493453 h 3493452"/>
                <a:gd name="connsiteX2" fmla="*/ 173672 w 2568575"/>
                <a:gd name="connsiteY2" fmla="*/ 0 h 3493452"/>
                <a:gd name="connsiteX3" fmla="*/ 0 w 256857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8575" h="3493452">
                  <a:moveTo>
                    <a:pt x="0" y="0"/>
                  </a:moveTo>
                  <a:lnTo>
                    <a:pt x="2568575" y="3493453"/>
                  </a:lnTo>
                  <a:lnTo>
                    <a:pt x="1736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1E3E7-CE0D-4AAA-3FB6-B6726FB0CD12}"/>
                </a:ext>
              </a:extLst>
            </p:cNvPr>
            <p:cNvSpPr/>
            <p:nvPr/>
          </p:nvSpPr>
          <p:spPr>
            <a:xfrm>
              <a:off x="8093577" y="0"/>
              <a:ext cx="2394902" cy="3493452"/>
            </a:xfrm>
            <a:custGeom>
              <a:avLst/>
              <a:gdLst>
                <a:gd name="connsiteX0" fmla="*/ 0 w 2394902"/>
                <a:gd name="connsiteY0" fmla="*/ 0 h 3493452"/>
                <a:gd name="connsiteX1" fmla="*/ 2394903 w 2394902"/>
                <a:gd name="connsiteY1" fmla="*/ 3493453 h 3493452"/>
                <a:gd name="connsiteX2" fmla="*/ 0 w 2394902"/>
                <a:gd name="connsiteY2" fmla="*/ 0 h 3493452"/>
                <a:gd name="connsiteX3" fmla="*/ 0 w 239490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4902" h="3493452">
                  <a:moveTo>
                    <a:pt x="0" y="0"/>
                  </a:moveTo>
                  <a:lnTo>
                    <a:pt x="2394903" y="349345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0F4E2FE-3961-5039-524A-C7BFBEF407E6}"/>
                </a:ext>
              </a:extLst>
            </p:cNvPr>
            <p:cNvSpPr/>
            <p:nvPr/>
          </p:nvSpPr>
          <p:spPr>
            <a:xfrm>
              <a:off x="8267884" y="0"/>
              <a:ext cx="2220595" cy="3493452"/>
            </a:xfrm>
            <a:custGeom>
              <a:avLst/>
              <a:gdLst>
                <a:gd name="connsiteX0" fmla="*/ 0 w 2220595"/>
                <a:gd name="connsiteY0" fmla="*/ 0 h 3493452"/>
                <a:gd name="connsiteX1" fmla="*/ 2220596 w 2220595"/>
                <a:gd name="connsiteY1" fmla="*/ 3493453 h 3493452"/>
                <a:gd name="connsiteX2" fmla="*/ 187643 w 2220595"/>
                <a:gd name="connsiteY2" fmla="*/ 0 h 3493452"/>
                <a:gd name="connsiteX3" fmla="*/ 0 w 222059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0595" h="3493452">
                  <a:moveTo>
                    <a:pt x="0" y="0"/>
                  </a:moveTo>
                  <a:lnTo>
                    <a:pt x="2220596" y="3493453"/>
                  </a:lnTo>
                  <a:lnTo>
                    <a:pt x="1876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B221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8D89A4A1-BD86-2041-AD1E-85D8F0FA7545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solidFill>
              <a:srgbClr val="80D226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746FA9E-2870-9A65-A5F0-0F8571A42208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gradFill>
              <a:gsLst>
                <a:gs pos="38000">
                  <a:srgbClr val="C6EB00"/>
                </a:gs>
                <a:gs pos="52000">
                  <a:schemeClr val="accent3"/>
                </a:gs>
                <a:gs pos="74000">
                  <a:srgbClr val="00A700"/>
                </a:gs>
              </a:gsLst>
              <a:lin ang="2022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98B01B5A-9CCD-0927-40F5-07AE1EB05810}"/>
                </a:ext>
              </a:extLst>
            </p:cNvPr>
            <p:cNvSpPr/>
            <p:nvPr/>
          </p:nvSpPr>
          <p:spPr>
            <a:xfrm>
              <a:off x="9119419" y="0"/>
              <a:ext cx="1369059" cy="3493452"/>
            </a:xfrm>
            <a:custGeom>
              <a:avLst/>
              <a:gdLst>
                <a:gd name="connsiteX0" fmla="*/ 0 w 1369059"/>
                <a:gd name="connsiteY0" fmla="*/ 0 h 3493452"/>
                <a:gd name="connsiteX1" fmla="*/ 1369060 w 1369059"/>
                <a:gd name="connsiteY1" fmla="*/ 3493453 h 3493452"/>
                <a:gd name="connsiteX2" fmla="*/ 452755 w 1369059"/>
                <a:gd name="connsiteY2" fmla="*/ 0 h 3493452"/>
                <a:gd name="connsiteX3" fmla="*/ 0 w 1369059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059" h="3493452">
                  <a:moveTo>
                    <a:pt x="0" y="0"/>
                  </a:moveTo>
                  <a:lnTo>
                    <a:pt x="1369060" y="3493453"/>
                  </a:lnTo>
                  <a:lnTo>
                    <a:pt x="45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84530221-7573-6728-6902-AE3BCFD1B788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895350 w 916305"/>
                <a:gd name="connsiteY0" fmla="*/ 0 h 3493452"/>
                <a:gd name="connsiteX1" fmla="*/ 916305 w 916305"/>
                <a:gd name="connsiteY1" fmla="*/ 3493453 h 3493452"/>
                <a:gd name="connsiteX2" fmla="*/ 0 w 916305"/>
                <a:gd name="connsiteY2" fmla="*/ 0 h 3493452"/>
                <a:gd name="connsiteX3" fmla="*/ 89535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895350" y="0"/>
                  </a:moveTo>
                  <a:lnTo>
                    <a:pt x="916305" y="3493453"/>
                  </a:lnTo>
                  <a:lnTo>
                    <a:pt x="0" y="0"/>
                  </a:lnTo>
                  <a:lnTo>
                    <a:pt x="895350" y="0"/>
                  </a:lnTo>
                  <a:close/>
                </a:path>
              </a:pathLst>
            </a:custGeom>
            <a:gradFill>
              <a:gsLst>
                <a:gs pos="20000">
                  <a:srgbClr val="C6EB00"/>
                </a:gs>
                <a:gs pos="20000">
                  <a:srgbClr val="C6EB00">
                    <a:alpha val="89804"/>
                  </a:srgbClr>
                </a:gs>
                <a:gs pos="40000">
                  <a:srgbClr val="C6EB00">
                    <a:alpha val="69804"/>
                  </a:srgbClr>
                </a:gs>
                <a:gs pos="70000">
                  <a:srgbClr val="C6EB00">
                    <a:alpha val="29804"/>
                  </a:srgbClr>
                </a:gs>
                <a:gs pos="90000">
                  <a:srgbClr val="C6EB00">
                    <a:alpha val="0"/>
                  </a:srgbClr>
                </a:gs>
              </a:gsLst>
              <a:lin ang="21210000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E305A30F-4210-E96A-694A-6E516693D43F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0 w 2343784"/>
                <a:gd name="connsiteY0" fmla="*/ 3493453 h 3493452"/>
                <a:gd name="connsiteX1" fmla="*/ 521335 w 2343784"/>
                <a:gd name="connsiteY1" fmla="*/ 0 h 3493452"/>
                <a:gd name="connsiteX2" fmla="*/ 2343785 w 2343784"/>
                <a:gd name="connsiteY2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43784" h="3493452">
                  <a:moveTo>
                    <a:pt x="0" y="3493453"/>
                  </a:moveTo>
                  <a:lnTo>
                    <a:pt x="521335" y="0"/>
                  </a:lnTo>
                  <a:lnTo>
                    <a:pt x="2343785" y="0"/>
                  </a:lnTo>
                </a:path>
              </a:pathLst>
            </a:custGeom>
            <a:solidFill>
              <a:srgbClr val="0EAFE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ECFBB89E-BEBC-7CD6-1982-E69C64F41F32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FC9CBB3D-10AB-900E-DDFF-874DC2105612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gradFill>
              <a:gsLst>
                <a:gs pos="24000">
                  <a:srgbClr val="3ECAFB">
                    <a:alpha val="0"/>
                  </a:srgbClr>
                </a:gs>
                <a:gs pos="47000">
                  <a:srgbClr val="188EEA"/>
                </a:gs>
                <a:gs pos="57000">
                  <a:srgbClr val="0068DF"/>
                </a:gs>
              </a:gsLst>
              <a:lin ang="19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9526ADC2-0154-7098-07BA-C7D05E711BEB}"/>
                </a:ext>
              </a:extLst>
            </p:cNvPr>
            <p:cNvSpPr/>
            <p:nvPr/>
          </p:nvSpPr>
          <p:spPr>
            <a:xfrm>
              <a:off x="10488479" y="0"/>
              <a:ext cx="1231265" cy="3493452"/>
            </a:xfrm>
            <a:custGeom>
              <a:avLst/>
              <a:gdLst>
                <a:gd name="connsiteX0" fmla="*/ 824547 w 1231265"/>
                <a:gd name="connsiteY0" fmla="*/ 0 h 3493452"/>
                <a:gd name="connsiteX1" fmla="*/ 0 w 1231265"/>
                <a:gd name="connsiteY1" fmla="*/ 3493453 h 3493452"/>
                <a:gd name="connsiteX2" fmla="*/ 1231265 w 1231265"/>
                <a:gd name="connsiteY2" fmla="*/ 0 h 3493452"/>
                <a:gd name="connsiteX3" fmla="*/ 824547 w 123126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1265" h="3493452">
                  <a:moveTo>
                    <a:pt x="824547" y="0"/>
                  </a:moveTo>
                  <a:lnTo>
                    <a:pt x="0" y="3493453"/>
                  </a:lnTo>
                  <a:lnTo>
                    <a:pt x="1231265" y="0"/>
                  </a:lnTo>
                  <a:lnTo>
                    <a:pt x="824547" y="0"/>
                  </a:lnTo>
                  <a:close/>
                </a:path>
              </a:pathLst>
            </a:custGeom>
            <a:solidFill>
              <a:srgbClr val="1F7AE3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9AF1836-38F3-443A-FF5B-C263972B1EE7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542290 w 542290"/>
                <a:gd name="connsiteY0" fmla="*/ 0 h 3493452"/>
                <a:gd name="connsiteX1" fmla="*/ 20955 w 542290"/>
                <a:gd name="connsiteY1" fmla="*/ 3493453 h 3493452"/>
                <a:gd name="connsiteX2" fmla="*/ 0 w 542290"/>
                <a:gd name="connsiteY2" fmla="*/ 0 h 3493452"/>
                <a:gd name="connsiteX3" fmla="*/ 54229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542290" y="0"/>
                  </a:moveTo>
                  <a:lnTo>
                    <a:pt x="20955" y="3493453"/>
                  </a:lnTo>
                  <a:lnTo>
                    <a:pt x="0" y="0"/>
                  </a:lnTo>
                  <a:lnTo>
                    <a:pt x="542290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D3A5C3A-736D-166F-F645-3728D9FA9DAA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76DB"/>
                </a:gs>
                <a:gs pos="50000">
                  <a:srgbClr val="2A9FED"/>
                </a:gs>
                <a:gs pos="100000">
                  <a:srgbClr val="54C8FF"/>
                </a:gs>
              </a:gsLst>
              <a:lin ang="20920988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832D2AC5-692E-3B83-F7EA-7B73246FBF79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78081749-69BF-173A-EB05-9EEF258EE2B0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0 w 916305"/>
                <a:gd name="connsiteY0" fmla="*/ 0 h 3493452"/>
                <a:gd name="connsiteX1" fmla="*/ 916305 w 916305"/>
                <a:gd name="connsiteY1" fmla="*/ 3493453 h 3493452"/>
                <a:gd name="connsiteX2" fmla="*/ 895350 w 916305"/>
                <a:gd name="connsiteY2" fmla="*/ 0 h 3493452"/>
                <a:gd name="connsiteX3" fmla="*/ 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0" y="0"/>
                  </a:moveTo>
                  <a:lnTo>
                    <a:pt x="916305" y="3493453"/>
                  </a:lnTo>
                  <a:lnTo>
                    <a:pt x="89535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C6EB00"/>
                </a:gs>
                <a:gs pos="54000">
                  <a:srgbClr val="B7D742"/>
                </a:gs>
                <a:gs pos="80000">
                  <a:srgbClr val="5DCAD3"/>
                </a:gs>
                <a:gs pos="100000">
                  <a:srgbClr val="49C8F5"/>
                </a:gs>
              </a:gsLst>
              <a:lin ang="2094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12098DD5-2AFE-2F89-353D-97173AC45973}"/>
                </a:ext>
              </a:extLst>
            </p:cNvPr>
            <p:cNvSpPr/>
            <p:nvPr/>
          </p:nvSpPr>
          <p:spPr>
            <a:xfrm>
              <a:off x="10488479" y="0"/>
              <a:ext cx="824547" cy="3493452"/>
            </a:xfrm>
            <a:custGeom>
              <a:avLst/>
              <a:gdLst>
                <a:gd name="connsiteX0" fmla="*/ 521335 w 824547"/>
                <a:gd name="connsiteY0" fmla="*/ 0 h 3493452"/>
                <a:gd name="connsiteX1" fmla="*/ 0 w 824547"/>
                <a:gd name="connsiteY1" fmla="*/ 3493453 h 3493452"/>
                <a:gd name="connsiteX2" fmla="*/ 824547 w 824547"/>
                <a:gd name="connsiteY2" fmla="*/ 0 h 3493452"/>
                <a:gd name="connsiteX3" fmla="*/ 521335 w 82454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4547" h="3493452">
                  <a:moveTo>
                    <a:pt x="521335" y="0"/>
                  </a:moveTo>
                  <a:lnTo>
                    <a:pt x="0" y="3493453"/>
                  </a:lnTo>
                  <a:lnTo>
                    <a:pt x="824547" y="0"/>
                  </a:lnTo>
                  <a:lnTo>
                    <a:pt x="52133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A2CF7D6-9028-349C-9BDD-0D0AB6CA72C0}"/>
                </a:ext>
              </a:extLst>
            </p:cNvPr>
            <p:cNvSpPr/>
            <p:nvPr/>
          </p:nvSpPr>
          <p:spPr>
            <a:xfrm>
              <a:off x="10488479" y="0"/>
              <a:ext cx="1507490" cy="3493452"/>
            </a:xfrm>
            <a:custGeom>
              <a:avLst/>
              <a:gdLst>
                <a:gd name="connsiteX0" fmla="*/ 1231265 w 1507490"/>
                <a:gd name="connsiteY0" fmla="*/ 0 h 3493452"/>
                <a:gd name="connsiteX1" fmla="*/ 0 w 1507490"/>
                <a:gd name="connsiteY1" fmla="*/ 3493453 h 3493452"/>
                <a:gd name="connsiteX2" fmla="*/ 1507490 w 1507490"/>
                <a:gd name="connsiteY2" fmla="*/ 0 h 3493452"/>
                <a:gd name="connsiteX3" fmla="*/ 1231265 w 15074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7490" h="3493452">
                  <a:moveTo>
                    <a:pt x="123126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123126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38" name="Graphic 57">
              <a:extLst>
                <a:ext uri="{FF2B5EF4-FFF2-40B4-BE49-F238E27FC236}">
                  <a16:creationId xmlns:a16="http://schemas.microsoft.com/office/drawing/2014/main" id="{C4FC5CAF-4688-232A-6992-3DBA4628B5E0}"/>
                </a:ext>
              </a:extLst>
            </p:cNvPr>
            <p:cNvGrpSpPr/>
            <p:nvPr/>
          </p:nvGrpSpPr>
          <p:grpSpPr>
            <a:xfrm>
              <a:off x="9375642" y="3493452"/>
              <a:ext cx="3550284" cy="3364547"/>
              <a:chOff x="12299315" y="3493452"/>
              <a:chExt cx="3550284" cy="3364547"/>
            </a:xfrm>
          </p:grpSpPr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E70998FF-F0A7-FC66-8E62-1A96657E7F98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3550284" cy="3364547"/>
              </a:xfrm>
              <a:custGeom>
                <a:avLst/>
                <a:gdLst>
                  <a:gd name="connsiteX0" fmla="*/ 1112838 w 3550284"/>
                  <a:gd name="connsiteY0" fmla="*/ 0 h 3364547"/>
                  <a:gd name="connsiteX1" fmla="*/ 3550285 w 3550284"/>
                  <a:gd name="connsiteY1" fmla="*/ 879475 h 3364547"/>
                  <a:gd name="connsiteX2" fmla="*/ 3550285 w 3550284"/>
                  <a:gd name="connsiteY2" fmla="*/ 3364547 h 3364547"/>
                  <a:gd name="connsiteX3" fmla="*/ 0 w 3550284"/>
                  <a:gd name="connsiteY3" fmla="*/ 3364547 h 3364547"/>
                  <a:gd name="connsiteX4" fmla="*/ 1112838 w 3550284"/>
                  <a:gd name="connsiteY4" fmla="*/ 0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50284" h="3364547">
                    <a:moveTo>
                      <a:pt x="1112838" y="0"/>
                    </a:moveTo>
                    <a:lnTo>
                      <a:pt x="3550285" y="879475"/>
                    </a:lnTo>
                    <a:lnTo>
                      <a:pt x="3550285" y="3364547"/>
                    </a:lnTo>
                    <a:lnTo>
                      <a:pt x="0" y="3364547"/>
                    </a:lnTo>
                    <a:lnTo>
                      <a:pt x="1112838" y="0"/>
                    </a:lnTo>
                    <a:close/>
                  </a:path>
                </a:pathLst>
              </a:custGeom>
              <a:solidFill>
                <a:srgbClr val="FF9A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F3BA8CEE-0385-A6F0-44A6-C607C3E975A5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solidFill>
                <a:srgbClr val="FFD8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8B30A002-E800-2FFC-B6EF-4F4F723C5090}"/>
                  </a:ext>
                </a:extLst>
              </p:cNvPr>
              <p:cNvSpPr/>
              <p:nvPr/>
            </p:nvSpPr>
            <p:spPr>
              <a:xfrm>
                <a:off x="13242607" y="3493452"/>
                <a:ext cx="1357312" cy="3364547"/>
              </a:xfrm>
              <a:custGeom>
                <a:avLst/>
                <a:gdLst>
                  <a:gd name="connsiteX0" fmla="*/ 0 w 1357312"/>
                  <a:gd name="connsiteY0" fmla="*/ 3364547 h 3364547"/>
                  <a:gd name="connsiteX1" fmla="*/ 169545 w 1357312"/>
                  <a:gd name="connsiteY1" fmla="*/ 0 h 3364547"/>
                  <a:gd name="connsiteX2" fmla="*/ 1357313 w 1357312"/>
                  <a:gd name="connsiteY2" fmla="*/ 3364547 h 3364547"/>
                  <a:gd name="connsiteX3" fmla="*/ 0 w 1357312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7312" h="3364547">
                    <a:moveTo>
                      <a:pt x="0" y="3364547"/>
                    </a:moveTo>
                    <a:lnTo>
                      <a:pt x="169545" y="0"/>
                    </a:lnTo>
                    <a:lnTo>
                      <a:pt x="1357313" y="3364547"/>
                    </a:lnTo>
                    <a:lnTo>
                      <a:pt x="0" y="3364547"/>
                    </a:lnTo>
                    <a:close/>
                  </a:path>
                </a:pathLst>
              </a:custGeom>
              <a:gradFill>
                <a:gsLst>
                  <a:gs pos="20000">
                    <a:srgbClr val="FF7400"/>
                  </a:gs>
                  <a:gs pos="20000">
                    <a:srgbClr val="FF7F15">
                      <a:alpha val="89804"/>
                    </a:srgbClr>
                  </a:gs>
                  <a:gs pos="40000">
                    <a:srgbClr val="FF9E4D">
                      <a:alpha val="69804"/>
                    </a:srgbClr>
                  </a:gs>
                  <a:gs pos="70000">
                    <a:srgbClr val="FFCFA6">
                      <a:alpha val="29804"/>
                    </a:srgbClr>
                  </a:gs>
                  <a:gs pos="90000">
                    <a:srgbClr val="FFFFFF">
                      <a:alpha val="0"/>
                    </a:srgbClr>
                  </a:gs>
                </a:gsLst>
                <a:lin ang="21066000" scaled="1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049FD7AD-6741-92FD-F2D4-ADDFCB1E8984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834707" cy="3364547"/>
              </a:xfrm>
              <a:custGeom>
                <a:avLst/>
                <a:gdLst>
                  <a:gd name="connsiteX0" fmla="*/ 834707 w 834707"/>
                  <a:gd name="connsiteY0" fmla="*/ 3364547 h 3364547"/>
                  <a:gd name="connsiteX1" fmla="*/ 0 w 834707"/>
                  <a:gd name="connsiteY1" fmla="*/ 0 h 3364547"/>
                  <a:gd name="connsiteX2" fmla="*/ 641032 w 834707"/>
                  <a:gd name="connsiteY2" fmla="*/ 3364547 h 3364547"/>
                  <a:gd name="connsiteX3" fmla="*/ 834707 w 83470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4707" h="3364547">
                    <a:moveTo>
                      <a:pt x="834707" y="3364547"/>
                    </a:moveTo>
                    <a:lnTo>
                      <a:pt x="0" y="0"/>
                    </a:lnTo>
                    <a:lnTo>
                      <a:pt x="641032" y="3364547"/>
                    </a:lnTo>
                    <a:lnTo>
                      <a:pt x="834707" y="3364547"/>
                    </a:lnTo>
                    <a:close/>
                  </a:path>
                </a:pathLst>
              </a:custGeom>
              <a:solidFill>
                <a:srgbClr val="FFD800">
                  <a:alpha val="40000"/>
                </a:srgbClr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C3489775-C831-B62B-F3F1-FE81AEE78845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1816417" cy="3364547"/>
              </a:xfrm>
              <a:custGeom>
                <a:avLst/>
                <a:gdLst>
                  <a:gd name="connsiteX0" fmla="*/ 1816417 w 1816417"/>
                  <a:gd name="connsiteY0" fmla="*/ 3364547 h 3364547"/>
                  <a:gd name="connsiteX1" fmla="*/ 0 w 1816417"/>
                  <a:gd name="connsiteY1" fmla="*/ 0 h 3364547"/>
                  <a:gd name="connsiteX2" fmla="*/ 1187767 w 1816417"/>
                  <a:gd name="connsiteY2" fmla="*/ 3364547 h 3364547"/>
                  <a:gd name="connsiteX3" fmla="*/ 1816417 w 181641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1641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118776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FBE244A9-E1B3-7502-C592-65FD5B14AB4B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3364547"/>
              </a:xfrm>
              <a:custGeom>
                <a:avLst/>
                <a:gdLst>
                  <a:gd name="connsiteX0" fmla="*/ 1816417 w 2437447"/>
                  <a:gd name="connsiteY0" fmla="*/ 3364547 h 3364547"/>
                  <a:gd name="connsiteX1" fmla="*/ 0 w 2437447"/>
                  <a:gd name="connsiteY1" fmla="*/ 0 h 3364547"/>
                  <a:gd name="connsiteX2" fmla="*/ 2437447 w 2437447"/>
                  <a:gd name="connsiteY2" fmla="*/ 2812732 h 3364547"/>
                  <a:gd name="connsiteX3" fmla="*/ 2437447 w 2437447"/>
                  <a:gd name="connsiteY3" fmla="*/ 3364547 h 3364547"/>
                  <a:gd name="connsiteX4" fmla="*/ 1816417 w 2437447"/>
                  <a:gd name="connsiteY4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744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gradFill>
                <a:gsLst>
                  <a:gs pos="44000">
                    <a:srgbClr val="FF9A00"/>
                  </a:gs>
                  <a:gs pos="57000">
                    <a:srgbClr val="FF7400">
                      <a:alpha val="89804"/>
                    </a:srgbClr>
                  </a:gs>
                </a:gsLst>
                <a:lin ang="1956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C33B9AA1-6F8F-0117-7EF5-54D4ACDB7231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2812732"/>
              </a:xfrm>
              <a:custGeom>
                <a:avLst/>
                <a:gdLst>
                  <a:gd name="connsiteX0" fmla="*/ 2437447 w 2437447"/>
                  <a:gd name="connsiteY0" fmla="*/ 1587182 h 2812732"/>
                  <a:gd name="connsiteX1" fmla="*/ 0 w 2437447"/>
                  <a:gd name="connsiteY1" fmla="*/ 0 h 2812732"/>
                  <a:gd name="connsiteX2" fmla="*/ 2437447 w 2437447"/>
                  <a:gd name="connsiteY2" fmla="*/ 2812732 h 2812732"/>
                  <a:gd name="connsiteX3" fmla="*/ 2437447 w 2437447"/>
                  <a:gd name="connsiteY3" fmla="*/ 1587182 h 281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2812732">
                    <a:moveTo>
                      <a:pt x="2437447" y="1587182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1587182"/>
                    </a:lnTo>
                    <a:close/>
                  </a:path>
                </a:pathLst>
              </a:custGeom>
              <a:gradFill>
                <a:gsLst>
                  <a:gs pos="54000">
                    <a:srgbClr val="FF9A00"/>
                  </a:gs>
                  <a:gs pos="64000">
                    <a:srgbClr val="FF7E00"/>
                  </a:gs>
                </a:gsLst>
                <a:lin ang="1890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FC31BCF2-3799-BEFE-670D-06F6F4301A0A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D1F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271EA46D-6F7E-63F7-02CD-693E71E0E5EC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21BFF8C1-CC60-B92E-553D-C9F448B62B40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gradFill>
                <a:gsLst>
                  <a:gs pos="0">
                    <a:srgbClr val="FF8700"/>
                  </a:gs>
                  <a:gs pos="16000">
                    <a:srgbClr val="FF7400">
                      <a:alpha val="0"/>
                    </a:srgbClr>
                  </a:gs>
                  <a:gs pos="32000">
                    <a:srgbClr val="FF7400">
                      <a:alpha val="49804"/>
                    </a:srgbClr>
                  </a:gs>
                  <a:gs pos="58000">
                    <a:srgbClr val="FF7400">
                      <a:alpha val="89804"/>
                    </a:srgbClr>
                  </a:gs>
                </a:gsLst>
                <a:lin ang="1158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324E62A-A266-449D-644F-E0FCFEE9BBBC}"/>
              </a:ext>
            </a:extLst>
          </p:cNvPr>
          <p:cNvGrpSpPr/>
          <p:nvPr/>
        </p:nvGrpSpPr>
        <p:grpSpPr>
          <a:xfrm>
            <a:off x="1329004" y="2629430"/>
            <a:ext cx="5566813" cy="1018700"/>
            <a:chOff x="1329004" y="2629430"/>
            <a:chExt cx="5566813" cy="1018700"/>
          </a:xfrm>
        </p:grpSpPr>
        <p:grpSp>
          <p:nvGrpSpPr>
            <p:cNvPr id="4" name="Graphic 1">
              <a:extLst>
                <a:ext uri="{FF2B5EF4-FFF2-40B4-BE49-F238E27FC236}">
                  <a16:creationId xmlns:a16="http://schemas.microsoft.com/office/drawing/2014/main" id="{7BD040A0-6EB2-4625-2A1C-25C6FC668768}"/>
                </a:ext>
              </a:extLst>
            </p:cNvPr>
            <p:cNvGrpSpPr/>
            <p:nvPr userDrawn="1"/>
          </p:nvGrpSpPr>
          <p:grpSpPr>
            <a:xfrm>
              <a:off x="4783656" y="2681524"/>
              <a:ext cx="2112161" cy="966606"/>
              <a:chOff x="4783656" y="2681524"/>
              <a:chExt cx="2112161" cy="966606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9F4C5BEF-4063-7196-2616-4FE90F82CD7D}"/>
                  </a:ext>
                </a:extLst>
              </p:cNvPr>
              <p:cNvSpPr/>
              <p:nvPr/>
            </p:nvSpPr>
            <p:spPr>
              <a:xfrm>
                <a:off x="4784665" y="2721924"/>
                <a:ext cx="249588" cy="328013"/>
              </a:xfrm>
              <a:custGeom>
                <a:avLst/>
                <a:gdLst>
                  <a:gd name="connsiteX0" fmla="*/ 231723 w 249588"/>
                  <a:gd name="connsiteY0" fmla="*/ 187492 h 328013"/>
                  <a:gd name="connsiteX1" fmla="*/ 249588 w 249588"/>
                  <a:gd name="connsiteY1" fmla="*/ 239179 h 328013"/>
                  <a:gd name="connsiteX2" fmla="*/ 236670 w 249588"/>
                  <a:gd name="connsiteY2" fmla="*/ 285467 h 328013"/>
                  <a:gd name="connsiteX3" fmla="*/ 199313 w 249588"/>
                  <a:gd name="connsiteY3" fmla="*/ 316727 h 328013"/>
                  <a:gd name="connsiteX4" fmla="*/ 141488 w 249588"/>
                  <a:gd name="connsiteY4" fmla="*/ 328014 h 328013"/>
                  <a:gd name="connsiteX5" fmla="*/ 0 w 249588"/>
                  <a:gd name="connsiteY5" fmla="*/ 328014 h 328013"/>
                  <a:gd name="connsiteX6" fmla="*/ 0 w 249588"/>
                  <a:gd name="connsiteY6" fmla="*/ 0 h 328013"/>
                  <a:gd name="connsiteX7" fmla="*/ 135402 w 249588"/>
                  <a:gd name="connsiteY7" fmla="*/ 0 h 328013"/>
                  <a:gd name="connsiteX8" fmla="*/ 193000 w 249588"/>
                  <a:gd name="connsiteY8" fmla="*/ 10799 h 328013"/>
                  <a:gd name="connsiteX9" fmla="*/ 229673 w 249588"/>
                  <a:gd name="connsiteY9" fmla="*/ 40888 h 328013"/>
                  <a:gd name="connsiteX10" fmla="*/ 242137 w 249588"/>
                  <a:gd name="connsiteY10" fmla="*/ 84573 h 328013"/>
                  <a:gd name="connsiteX11" fmla="*/ 226875 w 249588"/>
                  <a:gd name="connsiteY11" fmla="*/ 132520 h 328013"/>
                  <a:gd name="connsiteX12" fmla="*/ 186199 w 249588"/>
                  <a:gd name="connsiteY12" fmla="*/ 159778 h 328013"/>
                  <a:gd name="connsiteX13" fmla="*/ 231788 w 249588"/>
                  <a:gd name="connsiteY13" fmla="*/ 187492 h 328013"/>
                  <a:gd name="connsiteX14" fmla="*/ 65798 w 249588"/>
                  <a:gd name="connsiteY14" fmla="*/ 135317 h 328013"/>
                  <a:gd name="connsiteX15" fmla="*/ 125966 w 249588"/>
                  <a:gd name="connsiteY15" fmla="*/ 135317 h 328013"/>
                  <a:gd name="connsiteX16" fmla="*/ 162151 w 249588"/>
                  <a:gd name="connsiteY16" fmla="*/ 124745 h 328013"/>
                  <a:gd name="connsiteX17" fmla="*/ 174842 w 249588"/>
                  <a:gd name="connsiteY17" fmla="*/ 94429 h 328013"/>
                  <a:gd name="connsiteX18" fmla="*/ 162151 w 249588"/>
                  <a:gd name="connsiteY18" fmla="*/ 63885 h 328013"/>
                  <a:gd name="connsiteX19" fmla="*/ 125966 w 249588"/>
                  <a:gd name="connsiteY19" fmla="*/ 53086 h 328013"/>
                  <a:gd name="connsiteX20" fmla="*/ 65798 w 249588"/>
                  <a:gd name="connsiteY20" fmla="*/ 53086 h 328013"/>
                  <a:gd name="connsiteX21" fmla="*/ 65798 w 249588"/>
                  <a:gd name="connsiteY21" fmla="*/ 135317 h 328013"/>
                  <a:gd name="connsiteX22" fmla="*/ 169440 w 249588"/>
                  <a:gd name="connsiteY22" fmla="*/ 263153 h 328013"/>
                  <a:gd name="connsiteX23" fmla="*/ 182847 w 249588"/>
                  <a:gd name="connsiteY23" fmla="*/ 231210 h 328013"/>
                  <a:gd name="connsiteX24" fmla="*/ 168757 w 249588"/>
                  <a:gd name="connsiteY24" fmla="*/ 198064 h 328013"/>
                  <a:gd name="connsiteX25" fmla="*/ 130684 w 249588"/>
                  <a:gd name="connsiteY25" fmla="*/ 186094 h 328013"/>
                  <a:gd name="connsiteX26" fmla="*/ 65798 w 249588"/>
                  <a:gd name="connsiteY26" fmla="*/ 186094 h 328013"/>
                  <a:gd name="connsiteX27" fmla="*/ 65798 w 249588"/>
                  <a:gd name="connsiteY27" fmla="*/ 274440 h 328013"/>
                  <a:gd name="connsiteX28" fmla="*/ 132083 w 249588"/>
                  <a:gd name="connsiteY28" fmla="*/ 274440 h 328013"/>
                  <a:gd name="connsiteX29" fmla="*/ 169473 w 249588"/>
                  <a:gd name="connsiteY29" fmla="*/ 263153 h 328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49588" h="328013">
                    <a:moveTo>
                      <a:pt x="231723" y="187492"/>
                    </a:moveTo>
                    <a:cubicBezTo>
                      <a:pt x="243633" y="202520"/>
                      <a:pt x="249588" y="219760"/>
                      <a:pt x="249588" y="239179"/>
                    </a:cubicBezTo>
                    <a:cubicBezTo>
                      <a:pt x="249588" y="256712"/>
                      <a:pt x="245260" y="272163"/>
                      <a:pt x="236670" y="285467"/>
                    </a:cubicBezTo>
                    <a:cubicBezTo>
                      <a:pt x="228046" y="298771"/>
                      <a:pt x="215583" y="309213"/>
                      <a:pt x="199313" y="316727"/>
                    </a:cubicBezTo>
                    <a:cubicBezTo>
                      <a:pt x="183010" y="324241"/>
                      <a:pt x="163745" y="328014"/>
                      <a:pt x="141488" y="328014"/>
                    </a:cubicBezTo>
                    <a:lnTo>
                      <a:pt x="0" y="328014"/>
                    </a:lnTo>
                    <a:lnTo>
                      <a:pt x="0" y="0"/>
                    </a:lnTo>
                    <a:lnTo>
                      <a:pt x="135402" y="0"/>
                    </a:lnTo>
                    <a:cubicBezTo>
                      <a:pt x="157660" y="0"/>
                      <a:pt x="176859" y="3611"/>
                      <a:pt x="193000" y="10799"/>
                    </a:cubicBezTo>
                    <a:cubicBezTo>
                      <a:pt x="209140" y="18021"/>
                      <a:pt x="221376" y="28039"/>
                      <a:pt x="229673" y="40888"/>
                    </a:cubicBezTo>
                    <a:cubicBezTo>
                      <a:pt x="237971" y="53737"/>
                      <a:pt x="242137" y="68309"/>
                      <a:pt x="242137" y="84573"/>
                    </a:cubicBezTo>
                    <a:cubicBezTo>
                      <a:pt x="242137" y="103700"/>
                      <a:pt x="237027" y="119671"/>
                      <a:pt x="226875" y="132520"/>
                    </a:cubicBezTo>
                    <a:cubicBezTo>
                      <a:pt x="216689" y="145368"/>
                      <a:pt x="203120" y="154444"/>
                      <a:pt x="186199" y="159778"/>
                    </a:cubicBezTo>
                    <a:cubicBezTo>
                      <a:pt x="204682" y="163226"/>
                      <a:pt x="219878" y="172464"/>
                      <a:pt x="231788" y="187492"/>
                    </a:cubicBezTo>
                    <a:close/>
                    <a:moveTo>
                      <a:pt x="65798" y="135317"/>
                    </a:moveTo>
                    <a:lnTo>
                      <a:pt x="125966" y="135317"/>
                    </a:lnTo>
                    <a:cubicBezTo>
                      <a:pt x="141650" y="135317"/>
                      <a:pt x="153690" y="131804"/>
                      <a:pt x="162151" y="124745"/>
                    </a:cubicBezTo>
                    <a:cubicBezTo>
                      <a:pt x="170611" y="117687"/>
                      <a:pt x="174842" y="107603"/>
                      <a:pt x="174842" y="94429"/>
                    </a:cubicBezTo>
                    <a:cubicBezTo>
                      <a:pt x="174842" y="81255"/>
                      <a:pt x="170611" y="71107"/>
                      <a:pt x="162151" y="63885"/>
                    </a:cubicBezTo>
                    <a:cubicBezTo>
                      <a:pt x="153690" y="56697"/>
                      <a:pt x="141618" y="53086"/>
                      <a:pt x="125966" y="53086"/>
                    </a:cubicBezTo>
                    <a:lnTo>
                      <a:pt x="65798" y="53086"/>
                    </a:lnTo>
                    <a:lnTo>
                      <a:pt x="65798" y="135317"/>
                    </a:lnTo>
                    <a:close/>
                    <a:moveTo>
                      <a:pt x="169440" y="263153"/>
                    </a:moveTo>
                    <a:cubicBezTo>
                      <a:pt x="178356" y="255639"/>
                      <a:pt x="182847" y="245002"/>
                      <a:pt x="182847" y="231210"/>
                    </a:cubicBezTo>
                    <a:cubicBezTo>
                      <a:pt x="182847" y="217418"/>
                      <a:pt x="178161" y="206066"/>
                      <a:pt x="168757" y="198064"/>
                    </a:cubicBezTo>
                    <a:cubicBezTo>
                      <a:pt x="159352" y="190062"/>
                      <a:pt x="146661" y="186094"/>
                      <a:pt x="130684" y="186094"/>
                    </a:cubicBezTo>
                    <a:lnTo>
                      <a:pt x="65798" y="186094"/>
                    </a:lnTo>
                    <a:lnTo>
                      <a:pt x="65798" y="274440"/>
                    </a:lnTo>
                    <a:lnTo>
                      <a:pt x="132083" y="274440"/>
                    </a:lnTo>
                    <a:cubicBezTo>
                      <a:pt x="148061" y="274440"/>
                      <a:pt x="160524" y="270667"/>
                      <a:pt x="169473" y="263153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287635C-1119-D843-3975-6F586F93251F}"/>
                  </a:ext>
                </a:extLst>
              </p:cNvPr>
              <p:cNvSpPr/>
              <p:nvPr/>
            </p:nvSpPr>
            <p:spPr>
              <a:xfrm>
                <a:off x="5091590" y="2785842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70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1F5F9BF8-02F2-0E91-3ADB-6D6288C484E6}"/>
                  </a:ext>
                </a:extLst>
              </p:cNvPr>
              <p:cNvSpPr/>
              <p:nvPr/>
            </p:nvSpPr>
            <p:spPr>
              <a:xfrm>
                <a:off x="5279188" y="2681524"/>
                <a:ext cx="80831" cy="368381"/>
              </a:xfrm>
              <a:custGeom>
                <a:avLst/>
                <a:gdLst>
                  <a:gd name="connsiteX0" fmla="*/ 11520 w 80831"/>
                  <a:gd name="connsiteY0" fmla="*/ 66000 h 368381"/>
                  <a:gd name="connsiteX1" fmla="*/ 0 w 80831"/>
                  <a:gd name="connsiteY1" fmla="*/ 38513 h 368381"/>
                  <a:gd name="connsiteX2" fmla="*/ 11520 w 80831"/>
                  <a:gd name="connsiteY2" fmla="*/ 11027 h 368381"/>
                  <a:gd name="connsiteX3" fmla="*/ 40416 w 80831"/>
                  <a:gd name="connsiteY3" fmla="*/ 0 h 368381"/>
                  <a:gd name="connsiteX4" fmla="*/ 69312 w 80831"/>
                  <a:gd name="connsiteY4" fmla="*/ 11027 h 368381"/>
                  <a:gd name="connsiteX5" fmla="*/ 80831 w 80831"/>
                  <a:gd name="connsiteY5" fmla="*/ 38513 h 368381"/>
                  <a:gd name="connsiteX6" fmla="*/ 69312 w 80831"/>
                  <a:gd name="connsiteY6" fmla="*/ 66000 h 368381"/>
                  <a:gd name="connsiteX7" fmla="*/ 40416 w 80831"/>
                  <a:gd name="connsiteY7" fmla="*/ 77059 h 368381"/>
                  <a:gd name="connsiteX8" fmla="*/ 11520 w 80831"/>
                  <a:gd name="connsiteY8" fmla="*/ 66000 h 368381"/>
                  <a:gd name="connsiteX9" fmla="*/ 72859 w 80831"/>
                  <a:gd name="connsiteY9" fmla="*/ 108058 h 368381"/>
                  <a:gd name="connsiteX10" fmla="*/ 72859 w 80831"/>
                  <a:gd name="connsiteY10" fmla="*/ 368381 h 368381"/>
                  <a:gd name="connsiteX11" fmla="*/ 7029 w 80831"/>
                  <a:gd name="connsiteY11" fmla="*/ 368381 h 368381"/>
                  <a:gd name="connsiteX12" fmla="*/ 7029 w 80831"/>
                  <a:gd name="connsiteY12" fmla="*/ 108058 h 368381"/>
                  <a:gd name="connsiteX13" fmla="*/ 72859 w 80831"/>
                  <a:gd name="connsiteY13" fmla="*/ 108058 h 368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0831" h="368381">
                    <a:moveTo>
                      <a:pt x="11520" y="66000"/>
                    </a:moveTo>
                    <a:cubicBezTo>
                      <a:pt x="3840" y="58648"/>
                      <a:pt x="0" y="49475"/>
                      <a:pt x="0" y="38513"/>
                    </a:cubicBezTo>
                    <a:cubicBezTo>
                      <a:pt x="0" y="27551"/>
                      <a:pt x="3840" y="18378"/>
                      <a:pt x="11520" y="11027"/>
                    </a:cubicBezTo>
                    <a:cubicBezTo>
                      <a:pt x="19199" y="3676"/>
                      <a:pt x="28831" y="0"/>
                      <a:pt x="40416" y="0"/>
                    </a:cubicBezTo>
                    <a:cubicBezTo>
                      <a:pt x="52000" y="0"/>
                      <a:pt x="61633" y="3676"/>
                      <a:pt x="69312" y="11027"/>
                    </a:cubicBezTo>
                    <a:cubicBezTo>
                      <a:pt x="76992" y="18378"/>
                      <a:pt x="80831" y="27551"/>
                      <a:pt x="80831" y="38513"/>
                    </a:cubicBezTo>
                    <a:cubicBezTo>
                      <a:pt x="80831" y="49475"/>
                      <a:pt x="76992" y="58648"/>
                      <a:pt x="69312" y="66000"/>
                    </a:cubicBezTo>
                    <a:cubicBezTo>
                      <a:pt x="61633" y="73351"/>
                      <a:pt x="52000" y="77059"/>
                      <a:pt x="40416" y="77059"/>
                    </a:cubicBezTo>
                    <a:cubicBezTo>
                      <a:pt x="28831" y="77059"/>
                      <a:pt x="19167" y="73384"/>
                      <a:pt x="11520" y="66000"/>
                    </a:cubicBezTo>
                    <a:close/>
                    <a:moveTo>
                      <a:pt x="72859" y="108058"/>
                    </a:moveTo>
                    <a:lnTo>
                      <a:pt x="72859" y="368381"/>
                    </a:lnTo>
                    <a:lnTo>
                      <a:pt x="7029" y="368381"/>
                    </a:lnTo>
                    <a:lnTo>
                      <a:pt x="7029" y="108058"/>
                    </a:lnTo>
                    <a:lnTo>
                      <a:pt x="72859" y="108058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D51A46CE-B761-F8DA-16E5-54CA2FA8F43B}"/>
                  </a:ext>
                </a:extLst>
              </p:cNvPr>
              <p:cNvSpPr/>
              <p:nvPr/>
            </p:nvSpPr>
            <p:spPr>
              <a:xfrm>
                <a:off x="5404698" y="2785354"/>
                <a:ext cx="271260" cy="392842"/>
              </a:xfrm>
              <a:custGeom>
                <a:avLst/>
                <a:gdLst>
                  <a:gd name="connsiteX0" fmla="*/ 170188 w 271260"/>
                  <a:gd name="connsiteY0" fmla="*/ 11515 h 392842"/>
                  <a:gd name="connsiteX1" fmla="*/ 204975 w 271260"/>
                  <a:gd name="connsiteY1" fmla="*/ 41343 h 392842"/>
                  <a:gd name="connsiteX2" fmla="*/ 204975 w 271260"/>
                  <a:gd name="connsiteY2" fmla="*/ 4229 h 392842"/>
                  <a:gd name="connsiteX3" fmla="*/ 271261 w 271260"/>
                  <a:gd name="connsiteY3" fmla="*/ 4229 h 392842"/>
                  <a:gd name="connsiteX4" fmla="*/ 271261 w 271260"/>
                  <a:gd name="connsiteY4" fmla="*/ 266438 h 392842"/>
                  <a:gd name="connsiteX5" fmla="*/ 256682 w 271260"/>
                  <a:gd name="connsiteY5" fmla="*/ 331039 h 392842"/>
                  <a:gd name="connsiteX6" fmla="*/ 212947 w 271260"/>
                  <a:gd name="connsiteY6" fmla="*/ 376156 h 392842"/>
                  <a:gd name="connsiteX7" fmla="*/ 142431 w 271260"/>
                  <a:gd name="connsiteY7" fmla="*/ 392842 h 392842"/>
                  <a:gd name="connsiteX8" fmla="*/ 51479 w 271260"/>
                  <a:gd name="connsiteY8" fmla="*/ 366983 h 392842"/>
                  <a:gd name="connsiteX9" fmla="*/ 11292 w 271260"/>
                  <a:gd name="connsiteY9" fmla="*/ 296494 h 392842"/>
                  <a:gd name="connsiteX10" fmla="*/ 76633 w 271260"/>
                  <a:gd name="connsiteY10" fmla="*/ 296494 h 392842"/>
                  <a:gd name="connsiteX11" fmla="*/ 98956 w 271260"/>
                  <a:gd name="connsiteY11" fmla="*/ 324924 h 392842"/>
                  <a:gd name="connsiteX12" fmla="*/ 140576 w 271260"/>
                  <a:gd name="connsiteY12" fmla="*/ 335495 h 392842"/>
                  <a:gd name="connsiteX13" fmla="*/ 187110 w 271260"/>
                  <a:gd name="connsiteY13" fmla="*/ 318353 h 392842"/>
                  <a:gd name="connsiteX14" fmla="*/ 204975 w 271260"/>
                  <a:gd name="connsiteY14" fmla="*/ 266438 h 392842"/>
                  <a:gd name="connsiteX15" fmla="*/ 204975 w 271260"/>
                  <a:gd name="connsiteY15" fmla="*/ 226038 h 392842"/>
                  <a:gd name="connsiteX16" fmla="*/ 169961 w 271260"/>
                  <a:gd name="connsiteY16" fmla="*/ 256582 h 392842"/>
                  <a:gd name="connsiteX17" fmla="*/ 118937 w 271260"/>
                  <a:gd name="connsiteY17" fmla="*/ 268813 h 392842"/>
                  <a:gd name="connsiteX18" fmla="*/ 58769 w 271260"/>
                  <a:gd name="connsiteY18" fmla="*/ 251898 h 392842"/>
                  <a:gd name="connsiteX19" fmla="*/ 15750 w 271260"/>
                  <a:gd name="connsiteY19" fmla="*/ 204212 h 392842"/>
                  <a:gd name="connsiteX20" fmla="*/ 0 w 271260"/>
                  <a:gd name="connsiteY20" fmla="*/ 133496 h 392842"/>
                  <a:gd name="connsiteX21" fmla="*/ 15750 w 271260"/>
                  <a:gd name="connsiteY21" fmla="*/ 63462 h 392842"/>
                  <a:gd name="connsiteX22" fmla="*/ 58541 w 271260"/>
                  <a:gd name="connsiteY22" fmla="*/ 16459 h 392842"/>
                  <a:gd name="connsiteX23" fmla="*/ 118937 w 271260"/>
                  <a:gd name="connsiteY23" fmla="*/ 0 h 392842"/>
                  <a:gd name="connsiteX24" fmla="*/ 170188 w 271260"/>
                  <a:gd name="connsiteY24" fmla="*/ 11515 h 392842"/>
                  <a:gd name="connsiteX25" fmla="*/ 195570 w 271260"/>
                  <a:gd name="connsiteY25" fmla="*/ 93291 h 392842"/>
                  <a:gd name="connsiteX26" fmla="*/ 170188 w 271260"/>
                  <a:gd name="connsiteY26" fmla="*/ 66975 h 392842"/>
                  <a:gd name="connsiteX27" fmla="*/ 135858 w 271260"/>
                  <a:gd name="connsiteY27" fmla="*/ 57803 h 392842"/>
                  <a:gd name="connsiteX28" fmla="*/ 102016 w 271260"/>
                  <a:gd name="connsiteY28" fmla="*/ 66715 h 392842"/>
                  <a:gd name="connsiteX29" fmla="*/ 76861 w 271260"/>
                  <a:gd name="connsiteY29" fmla="*/ 92803 h 392842"/>
                  <a:gd name="connsiteX30" fmla="*/ 67229 w 271260"/>
                  <a:gd name="connsiteY30" fmla="*/ 133463 h 392842"/>
                  <a:gd name="connsiteX31" fmla="*/ 76861 w 271260"/>
                  <a:gd name="connsiteY31" fmla="*/ 174579 h 392842"/>
                  <a:gd name="connsiteX32" fmla="*/ 102243 w 271260"/>
                  <a:gd name="connsiteY32" fmla="*/ 201609 h 392842"/>
                  <a:gd name="connsiteX33" fmla="*/ 135858 w 271260"/>
                  <a:gd name="connsiteY33" fmla="*/ 211010 h 392842"/>
                  <a:gd name="connsiteX34" fmla="*/ 170188 w 271260"/>
                  <a:gd name="connsiteY34" fmla="*/ 201837 h 392842"/>
                  <a:gd name="connsiteX35" fmla="*/ 195570 w 271260"/>
                  <a:gd name="connsiteY35" fmla="*/ 175522 h 392842"/>
                  <a:gd name="connsiteX36" fmla="*/ 204975 w 271260"/>
                  <a:gd name="connsiteY36" fmla="*/ 134406 h 392842"/>
                  <a:gd name="connsiteX37" fmla="*/ 195570 w 271260"/>
                  <a:gd name="connsiteY37" fmla="*/ 93291 h 392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71260" h="392842">
                    <a:moveTo>
                      <a:pt x="170188" y="11515"/>
                    </a:moveTo>
                    <a:cubicBezTo>
                      <a:pt x="184930" y="19192"/>
                      <a:pt x="196514" y="29145"/>
                      <a:pt x="204975" y="41343"/>
                    </a:cubicBezTo>
                    <a:lnTo>
                      <a:pt x="204975" y="4229"/>
                    </a:lnTo>
                    <a:lnTo>
                      <a:pt x="271261" y="4229"/>
                    </a:lnTo>
                    <a:lnTo>
                      <a:pt x="271261" y="266438"/>
                    </a:lnTo>
                    <a:cubicBezTo>
                      <a:pt x="271261" y="290574"/>
                      <a:pt x="266412" y="312108"/>
                      <a:pt x="256682" y="331039"/>
                    </a:cubicBezTo>
                    <a:cubicBezTo>
                      <a:pt x="246952" y="350003"/>
                      <a:pt x="232407" y="365031"/>
                      <a:pt x="212947" y="376156"/>
                    </a:cubicBezTo>
                    <a:cubicBezTo>
                      <a:pt x="193520" y="387280"/>
                      <a:pt x="169993" y="392842"/>
                      <a:pt x="142431" y="392842"/>
                    </a:cubicBezTo>
                    <a:cubicBezTo>
                      <a:pt x="105432" y="392842"/>
                      <a:pt x="75137" y="384222"/>
                      <a:pt x="51479" y="366983"/>
                    </a:cubicBezTo>
                    <a:cubicBezTo>
                      <a:pt x="27822" y="349743"/>
                      <a:pt x="14415" y="326257"/>
                      <a:pt x="11292" y="296494"/>
                    </a:cubicBezTo>
                    <a:lnTo>
                      <a:pt x="76633" y="296494"/>
                    </a:lnTo>
                    <a:cubicBezTo>
                      <a:pt x="80083" y="308399"/>
                      <a:pt x="87535" y="317865"/>
                      <a:pt x="98956" y="324924"/>
                    </a:cubicBezTo>
                    <a:cubicBezTo>
                      <a:pt x="110378" y="331982"/>
                      <a:pt x="124273" y="335495"/>
                      <a:pt x="140576" y="335495"/>
                    </a:cubicBezTo>
                    <a:cubicBezTo>
                      <a:pt x="159678" y="335495"/>
                      <a:pt x="175200" y="329770"/>
                      <a:pt x="187110" y="318353"/>
                    </a:cubicBezTo>
                    <a:cubicBezTo>
                      <a:pt x="199020" y="306903"/>
                      <a:pt x="204975" y="289598"/>
                      <a:pt x="204975" y="266438"/>
                    </a:cubicBezTo>
                    <a:lnTo>
                      <a:pt x="204975" y="226038"/>
                    </a:lnTo>
                    <a:cubicBezTo>
                      <a:pt x="196514" y="238269"/>
                      <a:pt x="184832" y="248450"/>
                      <a:pt x="169961" y="256582"/>
                    </a:cubicBezTo>
                    <a:cubicBezTo>
                      <a:pt x="155057" y="264714"/>
                      <a:pt x="138071" y="268813"/>
                      <a:pt x="118937" y="268813"/>
                    </a:cubicBezTo>
                    <a:cubicBezTo>
                      <a:pt x="97004" y="268813"/>
                      <a:pt x="76926" y="263185"/>
                      <a:pt x="58769" y="251898"/>
                    </a:cubicBezTo>
                    <a:cubicBezTo>
                      <a:pt x="40578" y="240611"/>
                      <a:pt x="26260" y="224737"/>
                      <a:pt x="15750" y="204212"/>
                    </a:cubicBezTo>
                    <a:cubicBezTo>
                      <a:pt x="5239" y="183686"/>
                      <a:pt x="0" y="160136"/>
                      <a:pt x="0" y="133496"/>
                    </a:cubicBezTo>
                    <a:cubicBezTo>
                      <a:pt x="0" y="106855"/>
                      <a:pt x="5239" y="83858"/>
                      <a:pt x="15750" y="63462"/>
                    </a:cubicBezTo>
                    <a:cubicBezTo>
                      <a:pt x="26260" y="43100"/>
                      <a:pt x="40513" y="27454"/>
                      <a:pt x="58541" y="16459"/>
                    </a:cubicBezTo>
                    <a:cubicBezTo>
                      <a:pt x="76568" y="5497"/>
                      <a:pt x="96679" y="0"/>
                      <a:pt x="118937" y="0"/>
                    </a:cubicBezTo>
                    <a:cubicBezTo>
                      <a:pt x="138363" y="0"/>
                      <a:pt x="155447" y="3838"/>
                      <a:pt x="170188" y="11515"/>
                    </a:cubicBezTo>
                    <a:close/>
                    <a:moveTo>
                      <a:pt x="195570" y="93291"/>
                    </a:moveTo>
                    <a:cubicBezTo>
                      <a:pt x="189290" y="81873"/>
                      <a:pt x="180829" y="73091"/>
                      <a:pt x="170188" y="66975"/>
                    </a:cubicBezTo>
                    <a:cubicBezTo>
                      <a:pt x="159515" y="60860"/>
                      <a:pt x="148093" y="57803"/>
                      <a:pt x="135858" y="57803"/>
                    </a:cubicBezTo>
                    <a:cubicBezTo>
                      <a:pt x="123623" y="57803"/>
                      <a:pt x="112363" y="60795"/>
                      <a:pt x="102016" y="66715"/>
                    </a:cubicBezTo>
                    <a:cubicBezTo>
                      <a:pt x="91667" y="72668"/>
                      <a:pt x="83272" y="81353"/>
                      <a:pt x="76861" y="92803"/>
                    </a:cubicBezTo>
                    <a:cubicBezTo>
                      <a:pt x="70418" y="104253"/>
                      <a:pt x="67229" y="117784"/>
                      <a:pt x="67229" y="133463"/>
                    </a:cubicBezTo>
                    <a:cubicBezTo>
                      <a:pt x="67229" y="149142"/>
                      <a:pt x="70451" y="162836"/>
                      <a:pt x="76861" y="174579"/>
                    </a:cubicBezTo>
                    <a:cubicBezTo>
                      <a:pt x="83272" y="186321"/>
                      <a:pt x="91732" y="195332"/>
                      <a:pt x="102243" y="201609"/>
                    </a:cubicBezTo>
                    <a:cubicBezTo>
                      <a:pt x="112754" y="207887"/>
                      <a:pt x="123948" y="211010"/>
                      <a:pt x="135858" y="211010"/>
                    </a:cubicBezTo>
                    <a:cubicBezTo>
                      <a:pt x="147768" y="211010"/>
                      <a:pt x="159515" y="207952"/>
                      <a:pt x="170188" y="201837"/>
                    </a:cubicBezTo>
                    <a:cubicBezTo>
                      <a:pt x="180829" y="195722"/>
                      <a:pt x="189290" y="186972"/>
                      <a:pt x="195570" y="175522"/>
                    </a:cubicBezTo>
                    <a:cubicBezTo>
                      <a:pt x="201851" y="164105"/>
                      <a:pt x="204975" y="150378"/>
                      <a:pt x="204975" y="134406"/>
                    </a:cubicBezTo>
                    <a:cubicBezTo>
                      <a:pt x="204975" y="118435"/>
                      <a:pt x="201851" y="104741"/>
                      <a:pt x="195570" y="93291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4317E66D-89D2-659D-2DC4-CCECF1477E25}"/>
                  </a:ext>
                </a:extLst>
              </p:cNvPr>
              <p:cNvSpPr/>
              <p:nvPr/>
            </p:nvSpPr>
            <p:spPr>
              <a:xfrm>
                <a:off x="5745011" y="2702180"/>
                <a:ext cx="248254" cy="347725"/>
              </a:xfrm>
              <a:custGeom>
                <a:avLst/>
                <a:gdLst>
                  <a:gd name="connsiteX0" fmla="*/ 199378 w 248254"/>
                  <a:gd name="connsiteY0" fmla="*/ 96576 h 347725"/>
                  <a:gd name="connsiteX1" fmla="*/ 235335 w 248254"/>
                  <a:gd name="connsiteY1" fmla="*/ 134634 h 347725"/>
                  <a:gd name="connsiteX2" fmla="*/ 248254 w 248254"/>
                  <a:gd name="connsiteY2" fmla="*/ 195006 h 347725"/>
                  <a:gd name="connsiteX3" fmla="*/ 248254 w 248254"/>
                  <a:gd name="connsiteY3" fmla="*/ 347726 h 347725"/>
                  <a:gd name="connsiteX4" fmla="*/ 182424 w 248254"/>
                  <a:gd name="connsiteY4" fmla="*/ 347726 h 347725"/>
                  <a:gd name="connsiteX5" fmla="*/ 182424 w 248254"/>
                  <a:gd name="connsiteY5" fmla="*/ 203919 h 347725"/>
                  <a:gd name="connsiteX6" fmla="*/ 166902 w 248254"/>
                  <a:gd name="connsiteY6" fmla="*/ 156233 h 347725"/>
                  <a:gd name="connsiteX7" fmla="*/ 124599 w 248254"/>
                  <a:gd name="connsiteY7" fmla="*/ 139546 h 347725"/>
                  <a:gd name="connsiteX8" fmla="*/ 81580 w 248254"/>
                  <a:gd name="connsiteY8" fmla="*/ 156233 h 347725"/>
                  <a:gd name="connsiteX9" fmla="*/ 65830 w 248254"/>
                  <a:gd name="connsiteY9" fmla="*/ 203919 h 347725"/>
                  <a:gd name="connsiteX10" fmla="*/ 65830 w 248254"/>
                  <a:gd name="connsiteY10" fmla="*/ 347726 h 347725"/>
                  <a:gd name="connsiteX11" fmla="*/ 0 w 248254"/>
                  <a:gd name="connsiteY11" fmla="*/ 347726 h 347725"/>
                  <a:gd name="connsiteX12" fmla="*/ 0 w 248254"/>
                  <a:gd name="connsiteY12" fmla="*/ 0 h 347725"/>
                  <a:gd name="connsiteX13" fmla="*/ 65830 w 248254"/>
                  <a:gd name="connsiteY13" fmla="*/ 0 h 347725"/>
                  <a:gd name="connsiteX14" fmla="*/ 65830 w 248254"/>
                  <a:gd name="connsiteY14" fmla="*/ 119834 h 347725"/>
                  <a:gd name="connsiteX15" fmla="*/ 99673 w 248254"/>
                  <a:gd name="connsiteY15" fmla="*/ 93291 h 347725"/>
                  <a:gd name="connsiteX16" fmla="*/ 146694 w 248254"/>
                  <a:gd name="connsiteY16" fmla="*/ 83662 h 347725"/>
                  <a:gd name="connsiteX17" fmla="*/ 199345 w 248254"/>
                  <a:gd name="connsiteY17" fmla="*/ 96576 h 3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48254" h="347725">
                    <a:moveTo>
                      <a:pt x="199378" y="96576"/>
                    </a:moveTo>
                    <a:cubicBezTo>
                      <a:pt x="214737" y="105196"/>
                      <a:pt x="226712" y="117882"/>
                      <a:pt x="235335" y="134634"/>
                    </a:cubicBezTo>
                    <a:cubicBezTo>
                      <a:pt x="243959" y="151386"/>
                      <a:pt x="248254" y="171521"/>
                      <a:pt x="248254" y="195006"/>
                    </a:cubicBezTo>
                    <a:lnTo>
                      <a:pt x="248254" y="347726"/>
                    </a:lnTo>
                    <a:lnTo>
                      <a:pt x="182424" y="347726"/>
                    </a:lnTo>
                    <a:lnTo>
                      <a:pt x="182424" y="203919"/>
                    </a:lnTo>
                    <a:cubicBezTo>
                      <a:pt x="182424" y="183231"/>
                      <a:pt x="177250" y="167357"/>
                      <a:pt x="166902" y="156233"/>
                    </a:cubicBezTo>
                    <a:cubicBezTo>
                      <a:pt x="156554" y="145108"/>
                      <a:pt x="142464" y="139546"/>
                      <a:pt x="124599" y="139546"/>
                    </a:cubicBezTo>
                    <a:cubicBezTo>
                      <a:pt x="106734" y="139546"/>
                      <a:pt x="92091" y="145108"/>
                      <a:pt x="81580" y="156233"/>
                    </a:cubicBezTo>
                    <a:cubicBezTo>
                      <a:pt x="71069" y="167357"/>
                      <a:pt x="65830" y="183264"/>
                      <a:pt x="65830" y="203919"/>
                    </a:cubicBezTo>
                    <a:lnTo>
                      <a:pt x="65830" y="347726"/>
                    </a:lnTo>
                    <a:lnTo>
                      <a:pt x="0" y="347726"/>
                    </a:lnTo>
                    <a:lnTo>
                      <a:pt x="0" y="0"/>
                    </a:lnTo>
                    <a:lnTo>
                      <a:pt x="65830" y="0"/>
                    </a:lnTo>
                    <a:lnTo>
                      <a:pt x="65830" y="119834"/>
                    </a:lnTo>
                    <a:cubicBezTo>
                      <a:pt x="74291" y="108546"/>
                      <a:pt x="85583" y="99699"/>
                      <a:pt x="99673" y="93291"/>
                    </a:cubicBezTo>
                    <a:cubicBezTo>
                      <a:pt x="113763" y="86883"/>
                      <a:pt x="129448" y="83662"/>
                      <a:pt x="146694" y="83662"/>
                    </a:cubicBezTo>
                    <a:cubicBezTo>
                      <a:pt x="166447" y="83662"/>
                      <a:pt x="183986" y="87989"/>
                      <a:pt x="199345" y="96576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CAD75B1-6957-A2C2-EADA-0911D967A3F1}"/>
                  </a:ext>
                </a:extLst>
              </p:cNvPr>
              <p:cNvSpPr/>
              <p:nvPr/>
            </p:nvSpPr>
            <p:spPr>
              <a:xfrm>
                <a:off x="6039831" y="2725275"/>
                <a:ext cx="155578" cy="324695"/>
              </a:xfrm>
              <a:custGeom>
                <a:avLst/>
                <a:gdLst>
                  <a:gd name="connsiteX0" fmla="*/ 97297 w 155578"/>
                  <a:gd name="connsiteY0" fmla="*/ 118370 h 324695"/>
                  <a:gd name="connsiteX1" fmla="*/ 97297 w 155578"/>
                  <a:gd name="connsiteY1" fmla="*/ 244319 h 324695"/>
                  <a:gd name="connsiteX2" fmla="*/ 103643 w 155578"/>
                  <a:gd name="connsiteY2" fmla="*/ 263348 h 324695"/>
                  <a:gd name="connsiteX3" fmla="*/ 125022 w 155578"/>
                  <a:gd name="connsiteY3" fmla="*/ 269235 h 324695"/>
                  <a:gd name="connsiteX4" fmla="*/ 155578 w 155578"/>
                  <a:gd name="connsiteY4" fmla="*/ 269235 h 324695"/>
                  <a:gd name="connsiteX5" fmla="*/ 155578 w 155578"/>
                  <a:gd name="connsiteY5" fmla="*/ 324696 h 324695"/>
                  <a:gd name="connsiteX6" fmla="*/ 114218 w 155578"/>
                  <a:gd name="connsiteY6" fmla="*/ 324696 h 324695"/>
                  <a:gd name="connsiteX7" fmla="*/ 31012 w 155578"/>
                  <a:gd name="connsiteY7" fmla="*/ 243863 h 324695"/>
                  <a:gd name="connsiteX8" fmla="*/ 31012 w 155578"/>
                  <a:gd name="connsiteY8" fmla="*/ 118402 h 324695"/>
                  <a:gd name="connsiteX9" fmla="*/ 0 w 155578"/>
                  <a:gd name="connsiteY9" fmla="*/ 118402 h 324695"/>
                  <a:gd name="connsiteX10" fmla="*/ 0 w 155578"/>
                  <a:gd name="connsiteY10" fmla="*/ 64373 h 324695"/>
                  <a:gd name="connsiteX11" fmla="*/ 31012 w 155578"/>
                  <a:gd name="connsiteY11" fmla="*/ 64373 h 324695"/>
                  <a:gd name="connsiteX12" fmla="*/ 31012 w 155578"/>
                  <a:gd name="connsiteY12" fmla="*/ 0 h 324695"/>
                  <a:gd name="connsiteX13" fmla="*/ 97297 w 155578"/>
                  <a:gd name="connsiteY13" fmla="*/ 0 h 324695"/>
                  <a:gd name="connsiteX14" fmla="*/ 97297 w 155578"/>
                  <a:gd name="connsiteY14" fmla="*/ 64373 h 324695"/>
                  <a:gd name="connsiteX15" fmla="*/ 155578 w 155578"/>
                  <a:gd name="connsiteY15" fmla="*/ 64373 h 324695"/>
                  <a:gd name="connsiteX16" fmla="*/ 155578 w 155578"/>
                  <a:gd name="connsiteY16" fmla="*/ 118402 h 324695"/>
                  <a:gd name="connsiteX17" fmla="*/ 97297 w 155578"/>
                  <a:gd name="connsiteY17" fmla="*/ 118402 h 324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5578" h="324695">
                    <a:moveTo>
                      <a:pt x="97297" y="118370"/>
                    </a:moveTo>
                    <a:lnTo>
                      <a:pt x="97297" y="244319"/>
                    </a:lnTo>
                    <a:cubicBezTo>
                      <a:pt x="97297" y="253101"/>
                      <a:pt x="99412" y="259444"/>
                      <a:pt x="103643" y="263348"/>
                    </a:cubicBezTo>
                    <a:cubicBezTo>
                      <a:pt x="107873" y="267284"/>
                      <a:pt x="114999" y="269235"/>
                      <a:pt x="125022" y="269235"/>
                    </a:cubicBezTo>
                    <a:lnTo>
                      <a:pt x="155578" y="269235"/>
                    </a:lnTo>
                    <a:lnTo>
                      <a:pt x="155578" y="324696"/>
                    </a:lnTo>
                    <a:lnTo>
                      <a:pt x="114218" y="324696"/>
                    </a:lnTo>
                    <a:cubicBezTo>
                      <a:pt x="58736" y="324696"/>
                      <a:pt x="31012" y="297763"/>
                      <a:pt x="31012" y="243863"/>
                    </a:cubicBezTo>
                    <a:lnTo>
                      <a:pt x="31012" y="118402"/>
                    </a:lnTo>
                    <a:lnTo>
                      <a:pt x="0" y="118402"/>
                    </a:lnTo>
                    <a:lnTo>
                      <a:pt x="0" y="64373"/>
                    </a:lnTo>
                    <a:lnTo>
                      <a:pt x="31012" y="64373"/>
                    </a:lnTo>
                    <a:lnTo>
                      <a:pt x="31012" y="0"/>
                    </a:lnTo>
                    <a:lnTo>
                      <a:pt x="97297" y="0"/>
                    </a:lnTo>
                    <a:lnTo>
                      <a:pt x="97297" y="64373"/>
                    </a:lnTo>
                    <a:lnTo>
                      <a:pt x="155578" y="64373"/>
                    </a:lnTo>
                    <a:lnTo>
                      <a:pt x="155578" y="118402"/>
                    </a:lnTo>
                    <a:lnTo>
                      <a:pt x="97297" y="118402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5312B5F5-0A50-31C8-C3CE-63BE451CE26C}"/>
                  </a:ext>
                </a:extLst>
              </p:cNvPr>
              <p:cNvSpPr/>
              <p:nvPr/>
            </p:nvSpPr>
            <p:spPr>
              <a:xfrm>
                <a:off x="6230683" y="2785354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3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5 w 259025"/>
                  <a:gd name="connsiteY11" fmla="*/ 63462 h 268812"/>
                  <a:gd name="connsiteX12" fmla="*/ 62543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6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8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3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2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19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4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5" y="63462"/>
                    </a:cubicBezTo>
                    <a:cubicBezTo>
                      <a:pt x="27432" y="43100"/>
                      <a:pt x="42791" y="27454"/>
                      <a:pt x="62543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0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6"/>
                    </a:cubicBezTo>
                    <a:cubicBezTo>
                      <a:pt x="253623" y="80898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8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010633F-90F7-9123-5B3F-4D939509B052}"/>
                  </a:ext>
                </a:extLst>
              </p:cNvPr>
              <p:cNvSpPr/>
              <p:nvPr/>
            </p:nvSpPr>
            <p:spPr>
              <a:xfrm>
                <a:off x="6542294" y="2785842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69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2A5A042F-F560-64C0-61FF-F90F3F28E0D3}"/>
                  </a:ext>
                </a:extLst>
              </p:cNvPr>
              <p:cNvSpPr/>
              <p:nvPr/>
            </p:nvSpPr>
            <p:spPr>
              <a:xfrm>
                <a:off x="4783656" y="3191826"/>
                <a:ext cx="240705" cy="328013"/>
              </a:xfrm>
              <a:custGeom>
                <a:avLst/>
                <a:gdLst>
                  <a:gd name="connsiteX0" fmla="*/ 240705 w 240705"/>
                  <a:gd name="connsiteY0" fmla="*/ 0 h 328013"/>
                  <a:gd name="connsiteX1" fmla="*/ 240705 w 240705"/>
                  <a:gd name="connsiteY1" fmla="*/ 53118 h 328013"/>
                  <a:gd name="connsiteX2" fmla="*/ 153268 w 240705"/>
                  <a:gd name="connsiteY2" fmla="*/ 53118 h 328013"/>
                  <a:gd name="connsiteX3" fmla="*/ 153268 w 240705"/>
                  <a:gd name="connsiteY3" fmla="*/ 328014 h 328013"/>
                  <a:gd name="connsiteX4" fmla="*/ 87437 w 240705"/>
                  <a:gd name="connsiteY4" fmla="*/ 328014 h 328013"/>
                  <a:gd name="connsiteX5" fmla="*/ 87437 w 240705"/>
                  <a:gd name="connsiteY5" fmla="*/ 53118 h 328013"/>
                  <a:gd name="connsiteX6" fmla="*/ 0 w 240705"/>
                  <a:gd name="connsiteY6" fmla="*/ 53118 h 328013"/>
                  <a:gd name="connsiteX7" fmla="*/ 0 w 240705"/>
                  <a:gd name="connsiteY7" fmla="*/ 0 h 328013"/>
                  <a:gd name="connsiteX8" fmla="*/ 240705 w 240705"/>
                  <a:gd name="connsiteY8" fmla="*/ 0 h 328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0705" h="328013">
                    <a:moveTo>
                      <a:pt x="240705" y="0"/>
                    </a:moveTo>
                    <a:lnTo>
                      <a:pt x="240705" y="53118"/>
                    </a:lnTo>
                    <a:lnTo>
                      <a:pt x="153268" y="53118"/>
                    </a:lnTo>
                    <a:lnTo>
                      <a:pt x="153268" y="328014"/>
                    </a:lnTo>
                    <a:lnTo>
                      <a:pt x="87437" y="328014"/>
                    </a:lnTo>
                    <a:lnTo>
                      <a:pt x="87437" y="53118"/>
                    </a:lnTo>
                    <a:lnTo>
                      <a:pt x="0" y="53118"/>
                    </a:lnTo>
                    <a:lnTo>
                      <a:pt x="0" y="0"/>
                    </a:lnTo>
                    <a:lnTo>
                      <a:pt x="240705" y="0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FAD98615-2CB5-469A-0199-E4E0600F26ED}"/>
                  </a:ext>
                </a:extLst>
              </p:cNvPr>
              <p:cNvSpPr/>
              <p:nvPr/>
            </p:nvSpPr>
            <p:spPr>
              <a:xfrm>
                <a:off x="5013557" y="3255256"/>
                <a:ext cx="268006" cy="268812"/>
              </a:xfrm>
              <a:custGeom>
                <a:avLst/>
                <a:gdLst>
                  <a:gd name="connsiteX0" fmla="*/ 64398 w 268006"/>
                  <a:gd name="connsiteY0" fmla="*/ 252126 h 268812"/>
                  <a:gd name="connsiteX1" fmla="*/ 17149 w 268006"/>
                  <a:gd name="connsiteY1" fmla="*/ 204895 h 268812"/>
                  <a:gd name="connsiteX2" fmla="*/ 0 w 268006"/>
                  <a:gd name="connsiteY2" fmla="*/ 134406 h 268812"/>
                  <a:gd name="connsiteX3" fmla="*/ 17637 w 268006"/>
                  <a:gd name="connsiteY3" fmla="*/ 63918 h 268812"/>
                  <a:gd name="connsiteX4" fmla="*/ 65830 w 268006"/>
                  <a:gd name="connsiteY4" fmla="*/ 16687 h 268812"/>
                  <a:gd name="connsiteX5" fmla="*/ 134003 w 268006"/>
                  <a:gd name="connsiteY5" fmla="*/ 0 h 268812"/>
                  <a:gd name="connsiteX6" fmla="*/ 202176 w 268006"/>
                  <a:gd name="connsiteY6" fmla="*/ 16687 h 268812"/>
                  <a:gd name="connsiteX7" fmla="*/ 250370 w 268006"/>
                  <a:gd name="connsiteY7" fmla="*/ 63918 h 268812"/>
                  <a:gd name="connsiteX8" fmla="*/ 268006 w 268006"/>
                  <a:gd name="connsiteY8" fmla="*/ 134406 h 268812"/>
                  <a:gd name="connsiteX9" fmla="*/ 249914 w 268006"/>
                  <a:gd name="connsiteY9" fmla="*/ 204895 h 268812"/>
                  <a:gd name="connsiteX10" fmla="*/ 201038 w 268006"/>
                  <a:gd name="connsiteY10" fmla="*/ 252126 h 268812"/>
                  <a:gd name="connsiteX11" fmla="*/ 132181 w 268006"/>
                  <a:gd name="connsiteY11" fmla="*/ 268813 h 268812"/>
                  <a:gd name="connsiteX12" fmla="*/ 64496 w 268006"/>
                  <a:gd name="connsiteY12" fmla="*/ 252126 h 268812"/>
                  <a:gd name="connsiteX13" fmla="*/ 165698 w 268006"/>
                  <a:gd name="connsiteY13" fmla="*/ 202780 h 268812"/>
                  <a:gd name="connsiteX14" fmla="*/ 190852 w 268006"/>
                  <a:gd name="connsiteY14" fmla="*/ 176693 h 268812"/>
                  <a:gd name="connsiteX15" fmla="*/ 200257 w 268006"/>
                  <a:gd name="connsiteY15" fmla="*/ 134406 h 268812"/>
                  <a:gd name="connsiteX16" fmla="*/ 180732 w 268006"/>
                  <a:gd name="connsiteY16" fmla="*/ 77319 h 268812"/>
                  <a:gd name="connsiteX17" fmla="*/ 133027 w 268006"/>
                  <a:gd name="connsiteY17" fmla="*/ 57347 h 268812"/>
                  <a:gd name="connsiteX18" fmla="*/ 85778 w 268006"/>
                  <a:gd name="connsiteY18" fmla="*/ 77319 h 268812"/>
                  <a:gd name="connsiteX19" fmla="*/ 66741 w 268006"/>
                  <a:gd name="connsiteY19" fmla="*/ 134406 h 268812"/>
                  <a:gd name="connsiteX20" fmla="*/ 85322 w 268006"/>
                  <a:gd name="connsiteY20" fmla="*/ 191493 h 268812"/>
                  <a:gd name="connsiteX21" fmla="*/ 132083 w 268006"/>
                  <a:gd name="connsiteY21" fmla="*/ 211465 h 268812"/>
                  <a:gd name="connsiteX22" fmla="*/ 165698 w 268006"/>
                  <a:gd name="connsiteY22" fmla="*/ 202780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68006" h="268812">
                    <a:moveTo>
                      <a:pt x="64398" y="252126"/>
                    </a:moveTo>
                    <a:cubicBezTo>
                      <a:pt x="44353" y="241001"/>
                      <a:pt x="28604" y="225257"/>
                      <a:pt x="17149" y="204895"/>
                    </a:cubicBezTo>
                    <a:cubicBezTo>
                      <a:pt x="5695" y="184532"/>
                      <a:pt x="0" y="161047"/>
                      <a:pt x="0" y="134406"/>
                    </a:cubicBezTo>
                    <a:cubicBezTo>
                      <a:pt x="0" y="107766"/>
                      <a:pt x="5890" y="84280"/>
                      <a:pt x="17637" y="63918"/>
                    </a:cubicBezTo>
                    <a:cubicBezTo>
                      <a:pt x="29384" y="43555"/>
                      <a:pt x="45459" y="27812"/>
                      <a:pt x="65830" y="16687"/>
                    </a:cubicBezTo>
                    <a:cubicBezTo>
                      <a:pt x="86201" y="5562"/>
                      <a:pt x="108914" y="0"/>
                      <a:pt x="134003" y="0"/>
                    </a:cubicBezTo>
                    <a:cubicBezTo>
                      <a:pt x="159092" y="0"/>
                      <a:pt x="181806" y="5562"/>
                      <a:pt x="202176" y="16687"/>
                    </a:cubicBezTo>
                    <a:cubicBezTo>
                      <a:pt x="222547" y="27812"/>
                      <a:pt x="238622" y="43555"/>
                      <a:pt x="250370" y="63918"/>
                    </a:cubicBezTo>
                    <a:cubicBezTo>
                      <a:pt x="262117" y="84280"/>
                      <a:pt x="268006" y="107798"/>
                      <a:pt x="268006" y="134406"/>
                    </a:cubicBezTo>
                    <a:cubicBezTo>
                      <a:pt x="268006" y="161014"/>
                      <a:pt x="261954" y="184532"/>
                      <a:pt x="249914" y="204895"/>
                    </a:cubicBezTo>
                    <a:cubicBezTo>
                      <a:pt x="237841" y="225257"/>
                      <a:pt x="221538" y="241001"/>
                      <a:pt x="201038" y="252126"/>
                    </a:cubicBezTo>
                    <a:cubicBezTo>
                      <a:pt x="180504" y="263250"/>
                      <a:pt x="157563" y="268813"/>
                      <a:pt x="132181" y="268813"/>
                    </a:cubicBezTo>
                    <a:cubicBezTo>
                      <a:pt x="106799" y="268813"/>
                      <a:pt x="84541" y="263250"/>
                      <a:pt x="64496" y="252126"/>
                    </a:cubicBezTo>
                    <a:close/>
                    <a:moveTo>
                      <a:pt x="165698" y="202780"/>
                    </a:moveTo>
                    <a:cubicBezTo>
                      <a:pt x="176209" y="196990"/>
                      <a:pt x="184572" y="188305"/>
                      <a:pt x="190852" y="176693"/>
                    </a:cubicBezTo>
                    <a:cubicBezTo>
                      <a:pt x="197133" y="165113"/>
                      <a:pt x="200257" y="150996"/>
                      <a:pt x="200257" y="134406"/>
                    </a:cubicBezTo>
                    <a:cubicBezTo>
                      <a:pt x="200257" y="109652"/>
                      <a:pt x="193748" y="90623"/>
                      <a:pt x="180732" y="77319"/>
                    </a:cubicBezTo>
                    <a:cubicBezTo>
                      <a:pt x="167716" y="64015"/>
                      <a:pt x="151836" y="57347"/>
                      <a:pt x="133027" y="57347"/>
                    </a:cubicBezTo>
                    <a:cubicBezTo>
                      <a:pt x="114218" y="57347"/>
                      <a:pt x="98469" y="64015"/>
                      <a:pt x="85778" y="77319"/>
                    </a:cubicBezTo>
                    <a:cubicBezTo>
                      <a:pt x="73087" y="90623"/>
                      <a:pt x="66741" y="109685"/>
                      <a:pt x="66741" y="134406"/>
                    </a:cubicBezTo>
                    <a:cubicBezTo>
                      <a:pt x="66741" y="159128"/>
                      <a:pt x="72924" y="178189"/>
                      <a:pt x="85322" y="191493"/>
                    </a:cubicBezTo>
                    <a:cubicBezTo>
                      <a:pt x="97688" y="204797"/>
                      <a:pt x="113307" y="211465"/>
                      <a:pt x="132083" y="211465"/>
                    </a:cubicBezTo>
                    <a:cubicBezTo>
                      <a:pt x="143993" y="211465"/>
                      <a:pt x="155188" y="208570"/>
                      <a:pt x="165698" y="202780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F7C8CC5-9F24-3097-2989-D5A7C77D1B4C}"/>
                  </a:ext>
                </a:extLst>
              </p:cNvPr>
              <p:cNvSpPr/>
              <p:nvPr/>
            </p:nvSpPr>
            <p:spPr>
              <a:xfrm>
                <a:off x="5317684" y="3255288"/>
                <a:ext cx="271260" cy="392842"/>
              </a:xfrm>
              <a:custGeom>
                <a:avLst/>
                <a:gdLst>
                  <a:gd name="connsiteX0" fmla="*/ 170189 w 271260"/>
                  <a:gd name="connsiteY0" fmla="*/ 11515 h 392842"/>
                  <a:gd name="connsiteX1" fmla="*/ 204975 w 271260"/>
                  <a:gd name="connsiteY1" fmla="*/ 41343 h 392842"/>
                  <a:gd name="connsiteX2" fmla="*/ 204975 w 271260"/>
                  <a:gd name="connsiteY2" fmla="*/ 4229 h 392842"/>
                  <a:gd name="connsiteX3" fmla="*/ 271261 w 271260"/>
                  <a:gd name="connsiteY3" fmla="*/ 4229 h 392842"/>
                  <a:gd name="connsiteX4" fmla="*/ 271261 w 271260"/>
                  <a:gd name="connsiteY4" fmla="*/ 266438 h 392842"/>
                  <a:gd name="connsiteX5" fmla="*/ 256682 w 271260"/>
                  <a:gd name="connsiteY5" fmla="*/ 331039 h 392842"/>
                  <a:gd name="connsiteX6" fmla="*/ 212948 w 271260"/>
                  <a:gd name="connsiteY6" fmla="*/ 376156 h 392842"/>
                  <a:gd name="connsiteX7" fmla="*/ 142431 w 271260"/>
                  <a:gd name="connsiteY7" fmla="*/ 392842 h 392842"/>
                  <a:gd name="connsiteX8" fmla="*/ 51480 w 271260"/>
                  <a:gd name="connsiteY8" fmla="*/ 366983 h 392842"/>
                  <a:gd name="connsiteX9" fmla="*/ 11292 w 271260"/>
                  <a:gd name="connsiteY9" fmla="*/ 296494 h 392842"/>
                  <a:gd name="connsiteX10" fmla="*/ 76634 w 271260"/>
                  <a:gd name="connsiteY10" fmla="*/ 296494 h 392842"/>
                  <a:gd name="connsiteX11" fmla="*/ 98957 w 271260"/>
                  <a:gd name="connsiteY11" fmla="*/ 324924 h 392842"/>
                  <a:gd name="connsiteX12" fmla="*/ 140577 w 271260"/>
                  <a:gd name="connsiteY12" fmla="*/ 335495 h 392842"/>
                  <a:gd name="connsiteX13" fmla="*/ 187110 w 271260"/>
                  <a:gd name="connsiteY13" fmla="*/ 318353 h 392842"/>
                  <a:gd name="connsiteX14" fmla="*/ 204975 w 271260"/>
                  <a:gd name="connsiteY14" fmla="*/ 266438 h 392842"/>
                  <a:gd name="connsiteX15" fmla="*/ 204975 w 271260"/>
                  <a:gd name="connsiteY15" fmla="*/ 226038 h 392842"/>
                  <a:gd name="connsiteX16" fmla="*/ 169961 w 271260"/>
                  <a:gd name="connsiteY16" fmla="*/ 256582 h 392842"/>
                  <a:gd name="connsiteX17" fmla="*/ 118937 w 271260"/>
                  <a:gd name="connsiteY17" fmla="*/ 268813 h 392842"/>
                  <a:gd name="connsiteX18" fmla="*/ 58769 w 271260"/>
                  <a:gd name="connsiteY18" fmla="*/ 251898 h 392842"/>
                  <a:gd name="connsiteX19" fmla="*/ 15750 w 271260"/>
                  <a:gd name="connsiteY19" fmla="*/ 204212 h 392842"/>
                  <a:gd name="connsiteX20" fmla="*/ 0 w 271260"/>
                  <a:gd name="connsiteY20" fmla="*/ 133496 h 392842"/>
                  <a:gd name="connsiteX21" fmla="*/ 15750 w 271260"/>
                  <a:gd name="connsiteY21" fmla="*/ 63462 h 392842"/>
                  <a:gd name="connsiteX22" fmla="*/ 58541 w 271260"/>
                  <a:gd name="connsiteY22" fmla="*/ 16459 h 392842"/>
                  <a:gd name="connsiteX23" fmla="*/ 118937 w 271260"/>
                  <a:gd name="connsiteY23" fmla="*/ 0 h 392842"/>
                  <a:gd name="connsiteX24" fmla="*/ 170189 w 271260"/>
                  <a:gd name="connsiteY24" fmla="*/ 11515 h 392842"/>
                  <a:gd name="connsiteX25" fmla="*/ 195571 w 271260"/>
                  <a:gd name="connsiteY25" fmla="*/ 93258 h 392842"/>
                  <a:gd name="connsiteX26" fmla="*/ 170189 w 271260"/>
                  <a:gd name="connsiteY26" fmla="*/ 66943 h 392842"/>
                  <a:gd name="connsiteX27" fmla="*/ 135858 w 271260"/>
                  <a:gd name="connsiteY27" fmla="*/ 57770 h 392842"/>
                  <a:gd name="connsiteX28" fmla="*/ 102016 w 271260"/>
                  <a:gd name="connsiteY28" fmla="*/ 66683 h 392842"/>
                  <a:gd name="connsiteX29" fmla="*/ 76862 w 271260"/>
                  <a:gd name="connsiteY29" fmla="*/ 92770 h 392842"/>
                  <a:gd name="connsiteX30" fmla="*/ 67230 w 271260"/>
                  <a:gd name="connsiteY30" fmla="*/ 133431 h 392842"/>
                  <a:gd name="connsiteX31" fmla="*/ 76862 w 271260"/>
                  <a:gd name="connsiteY31" fmla="*/ 174546 h 392842"/>
                  <a:gd name="connsiteX32" fmla="*/ 102244 w 271260"/>
                  <a:gd name="connsiteY32" fmla="*/ 201577 h 392842"/>
                  <a:gd name="connsiteX33" fmla="*/ 135858 w 271260"/>
                  <a:gd name="connsiteY33" fmla="*/ 210978 h 392842"/>
                  <a:gd name="connsiteX34" fmla="*/ 170189 w 271260"/>
                  <a:gd name="connsiteY34" fmla="*/ 201805 h 392842"/>
                  <a:gd name="connsiteX35" fmla="*/ 195571 w 271260"/>
                  <a:gd name="connsiteY35" fmla="*/ 175489 h 392842"/>
                  <a:gd name="connsiteX36" fmla="*/ 204975 w 271260"/>
                  <a:gd name="connsiteY36" fmla="*/ 134374 h 392842"/>
                  <a:gd name="connsiteX37" fmla="*/ 195571 w 271260"/>
                  <a:gd name="connsiteY37" fmla="*/ 93258 h 392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71260" h="392842">
                    <a:moveTo>
                      <a:pt x="170189" y="11515"/>
                    </a:moveTo>
                    <a:cubicBezTo>
                      <a:pt x="184930" y="19192"/>
                      <a:pt x="196514" y="29145"/>
                      <a:pt x="204975" y="41343"/>
                    </a:cubicBezTo>
                    <a:lnTo>
                      <a:pt x="204975" y="4229"/>
                    </a:lnTo>
                    <a:lnTo>
                      <a:pt x="271261" y="4229"/>
                    </a:lnTo>
                    <a:lnTo>
                      <a:pt x="271261" y="266438"/>
                    </a:lnTo>
                    <a:cubicBezTo>
                      <a:pt x="271261" y="290574"/>
                      <a:pt x="266412" y="312108"/>
                      <a:pt x="256682" y="331039"/>
                    </a:cubicBezTo>
                    <a:cubicBezTo>
                      <a:pt x="246953" y="350003"/>
                      <a:pt x="232407" y="365031"/>
                      <a:pt x="212948" y="376156"/>
                    </a:cubicBezTo>
                    <a:cubicBezTo>
                      <a:pt x="193521" y="387280"/>
                      <a:pt x="169994" y="392842"/>
                      <a:pt x="142431" y="392842"/>
                    </a:cubicBezTo>
                    <a:cubicBezTo>
                      <a:pt x="105432" y="392842"/>
                      <a:pt x="75137" y="384222"/>
                      <a:pt x="51480" y="366983"/>
                    </a:cubicBezTo>
                    <a:cubicBezTo>
                      <a:pt x="27823" y="349743"/>
                      <a:pt x="14416" y="326257"/>
                      <a:pt x="11292" y="296494"/>
                    </a:cubicBezTo>
                    <a:lnTo>
                      <a:pt x="76634" y="296494"/>
                    </a:lnTo>
                    <a:cubicBezTo>
                      <a:pt x="80083" y="308399"/>
                      <a:pt x="87535" y="317865"/>
                      <a:pt x="98957" y="324924"/>
                    </a:cubicBezTo>
                    <a:cubicBezTo>
                      <a:pt x="110379" y="331982"/>
                      <a:pt x="124274" y="335495"/>
                      <a:pt x="140577" y="335495"/>
                    </a:cubicBezTo>
                    <a:cubicBezTo>
                      <a:pt x="159678" y="335495"/>
                      <a:pt x="175200" y="329770"/>
                      <a:pt x="187110" y="318353"/>
                    </a:cubicBezTo>
                    <a:cubicBezTo>
                      <a:pt x="199020" y="306903"/>
                      <a:pt x="204975" y="289598"/>
                      <a:pt x="204975" y="266438"/>
                    </a:cubicBezTo>
                    <a:lnTo>
                      <a:pt x="204975" y="226038"/>
                    </a:lnTo>
                    <a:cubicBezTo>
                      <a:pt x="196514" y="238269"/>
                      <a:pt x="184832" y="248450"/>
                      <a:pt x="169961" y="256582"/>
                    </a:cubicBezTo>
                    <a:cubicBezTo>
                      <a:pt x="155057" y="264714"/>
                      <a:pt x="138071" y="268813"/>
                      <a:pt x="118937" y="268813"/>
                    </a:cubicBezTo>
                    <a:cubicBezTo>
                      <a:pt x="97004" y="268813"/>
                      <a:pt x="76927" y="263185"/>
                      <a:pt x="58769" y="251898"/>
                    </a:cubicBezTo>
                    <a:cubicBezTo>
                      <a:pt x="40579" y="240611"/>
                      <a:pt x="26261" y="224737"/>
                      <a:pt x="15750" y="204212"/>
                    </a:cubicBezTo>
                    <a:cubicBezTo>
                      <a:pt x="5239" y="183686"/>
                      <a:pt x="0" y="160136"/>
                      <a:pt x="0" y="133496"/>
                    </a:cubicBezTo>
                    <a:cubicBezTo>
                      <a:pt x="0" y="106855"/>
                      <a:pt x="5239" y="83858"/>
                      <a:pt x="15750" y="63462"/>
                    </a:cubicBezTo>
                    <a:cubicBezTo>
                      <a:pt x="26261" y="43100"/>
                      <a:pt x="40514" y="27454"/>
                      <a:pt x="58541" y="16459"/>
                    </a:cubicBezTo>
                    <a:cubicBezTo>
                      <a:pt x="76569" y="5497"/>
                      <a:pt x="96679" y="0"/>
                      <a:pt x="118937" y="0"/>
                    </a:cubicBezTo>
                    <a:cubicBezTo>
                      <a:pt x="138364" y="0"/>
                      <a:pt x="155448" y="3838"/>
                      <a:pt x="170189" y="11515"/>
                    </a:cubicBezTo>
                    <a:close/>
                    <a:moveTo>
                      <a:pt x="195571" y="93258"/>
                    </a:moveTo>
                    <a:cubicBezTo>
                      <a:pt x="189290" y="81841"/>
                      <a:pt x="180830" y="73058"/>
                      <a:pt x="170189" y="66943"/>
                    </a:cubicBezTo>
                    <a:cubicBezTo>
                      <a:pt x="159515" y="60828"/>
                      <a:pt x="148093" y="57770"/>
                      <a:pt x="135858" y="57770"/>
                    </a:cubicBezTo>
                    <a:cubicBezTo>
                      <a:pt x="123623" y="57770"/>
                      <a:pt x="112364" y="60763"/>
                      <a:pt x="102016" y="66683"/>
                    </a:cubicBezTo>
                    <a:cubicBezTo>
                      <a:pt x="91668" y="72635"/>
                      <a:pt x="83272" y="81320"/>
                      <a:pt x="76862" y="92770"/>
                    </a:cubicBezTo>
                    <a:cubicBezTo>
                      <a:pt x="70418" y="104220"/>
                      <a:pt x="67230" y="117752"/>
                      <a:pt x="67230" y="133431"/>
                    </a:cubicBezTo>
                    <a:cubicBezTo>
                      <a:pt x="67230" y="149109"/>
                      <a:pt x="70451" y="162803"/>
                      <a:pt x="76862" y="174546"/>
                    </a:cubicBezTo>
                    <a:cubicBezTo>
                      <a:pt x="83272" y="186289"/>
                      <a:pt x="91733" y="195299"/>
                      <a:pt x="102244" y="201577"/>
                    </a:cubicBezTo>
                    <a:cubicBezTo>
                      <a:pt x="112754" y="207855"/>
                      <a:pt x="123948" y="210978"/>
                      <a:pt x="135858" y="210978"/>
                    </a:cubicBezTo>
                    <a:cubicBezTo>
                      <a:pt x="147768" y="210978"/>
                      <a:pt x="159515" y="207920"/>
                      <a:pt x="170189" y="201805"/>
                    </a:cubicBezTo>
                    <a:cubicBezTo>
                      <a:pt x="180830" y="195689"/>
                      <a:pt x="189290" y="186939"/>
                      <a:pt x="195571" y="175489"/>
                    </a:cubicBezTo>
                    <a:cubicBezTo>
                      <a:pt x="201851" y="164072"/>
                      <a:pt x="204975" y="150345"/>
                      <a:pt x="204975" y="134374"/>
                    </a:cubicBezTo>
                    <a:cubicBezTo>
                      <a:pt x="204975" y="118402"/>
                      <a:pt x="201851" y="104708"/>
                      <a:pt x="195571" y="93258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EE6D4EC-FF4F-7882-3BA1-5A72017F7C4D}"/>
                  </a:ext>
                </a:extLst>
              </p:cNvPr>
              <p:cNvSpPr/>
              <p:nvPr/>
            </p:nvSpPr>
            <p:spPr>
              <a:xfrm>
                <a:off x="5641140" y="3255256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4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6 w 259025"/>
                  <a:gd name="connsiteY11" fmla="*/ 63462 h 268812"/>
                  <a:gd name="connsiteX12" fmla="*/ 62544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5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7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4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3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20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5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6" y="63462"/>
                    </a:cubicBezTo>
                    <a:cubicBezTo>
                      <a:pt x="27432" y="43100"/>
                      <a:pt x="42791" y="27454"/>
                      <a:pt x="62544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1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5"/>
                    </a:cubicBezTo>
                    <a:cubicBezTo>
                      <a:pt x="253624" y="80897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7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F0D20A08-46A5-9AD8-3BBF-33D19B04ADF8}"/>
                  </a:ext>
                </a:extLst>
              </p:cNvPr>
              <p:cNvSpPr/>
              <p:nvPr/>
            </p:nvSpPr>
            <p:spPr>
              <a:xfrm>
                <a:off x="5932120" y="3195176"/>
                <a:ext cx="155577" cy="324695"/>
              </a:xfrm>
              <a:custGeom>
                <a:avLst/>
                <a:gdLst>
                  <a:gd name="connsiteX0" fmla="*/ 97297 w 155577"/>
                  <a:gd name="connsiteY0" fmla="*/ 118370 h 324695"/>
                  <a:gd name="connsiteX1" fmla="*/ 97297 w 155577"/>
                  <a:gd name="connsiteY1" fmla="*/ 244319 h 324695"/>
                  <a:gd name="connsiteX2" fmla="*/ 103643 w 155577"/>
                  <a:gd name="connsiteY2" fmla="*/ 263348 h 324695"/>
                  <a:gd name="connsiteX3" fmla="*/ 125022 w 155577"/>
                  <a:gd name="connsiteY3" fmla="*/ 269235 h 324695"/>
                  <a:gd name="connsiteX4" fmla="*/ 155578 w 155577"/>
                  <a:gd name="connsiteY4" fmla="*/ 269235 h 324695"/>
                  <a:gd name="connsiteX5" fmla="*/ 155578 w 155577"/>
                  <a:gd name="connsiteY5" fmla="*/ 324696 h 324695"/>
                  <a:gd name="connsiteX6" fmla="*/ 114218 w 155577"/>
                  <a:gd name="connsiteY6" fmla="*/ 324696 h 324695"/>
                  <a:gd name="connsiteX7" fmla="*/ 31012 w 155577"/>
                  <a:gd name="connsiteY7" fmla="*/ 243863 h 324695"/>
                  <a:gd name="connsiteX8" fmla="*/ 31012 w 155577"/>
                  <a:gd name="connsiteY8" fmla="*/ 118402 h 324695"/>
                  <a:gd name="connsiteX9" fmla="*/ 0 w 155577"/>
                  <a:gd name="connsiteY9" fmla="*/ 118402 h 324695"/>
                  <a:gd name="connsiteX10" fmla="*/ 0 w 155577"/>
                  <a:gd name="connsiteY10" fmla="*/ 64373 h 324695"/>
                  <a:gd name="connsiteX11" fmla="*/ 31012 w 155577"/>
                  <a:gd name="connsiteY11" fmla="*/ 64373 h 324695"/>
                  <a:gd name="connsiteX12" fmla="*/ 31012 w 155577"/>
                  <a:gd name="connsiteY12" fmla="*/ 0 h 324695"/>
                  <a:gd name="connsiteX13" fmla="*/ 97297 w 155577"/>
                  <a:gd name="connsiteY13" fmla="*/ 0 h 324695"/>
                  <a:gd name="connsiteX14" fmla="*/ 97297 w 155577"/>
                  <a:gd name="connsiteY14" fmla="*/ 64373 h 324695"/>
                  <a:gd name="connsiteX15" fmla="*/ 155578 w 155577"/>
                  <a:gd name="connsiteY15" fmla="*/ 64373 h 324695"/>
                  <a:gd name="connsiteX16" fmla="*/ 155578 w 155577"/>
                  <a:gd name="connsiteY16" fmla="*/ 118402 h 324695"/>
                  <a:gd name="connsiteX17" fmla="*/ 97297 w 155577"/>
                  <a:gd name="connsiteY17" fmla="*/ 118402 h 324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5577" h="324695">
                    <a:moveTo>
                      <a:pt x="97297" y="118370"/>
                    </a:moveTo>
                    <a:lnTo>
                      <a:pt x="97297" y="244319"/>
                    </a:lnTo>
                    <a:cubicBezTo>
                      <a:pt x="97297" y="253101"/>
                      <a:pt x="99412" y="259444"/>
                      <a:pt x="103643" y="263348"/>
                    </a:cubicBezTo>
                    <a:cubicBezTo>
                      <a:pt x="107873" y="267284"/>
                      <a:pt x="114999" y="269235"/>
                      <a:pt x="125022" y="269235"/>
                    </a:cubicBezTo>
                    <a:lnTo>
                      <a:pt x="155578" y="269235"/>
                    </a:lnTo>
                    <a:lnTo>
                      <a:pt x="155578" y="324696"/>
                    </a:lnTo>
                    <a:lnTo>
                      <a:pt x="114218" y="324696"/>
                    </a:lnTo>
                    <a:cubicBezTo>
                      <a:pt x="58736" y="324696"/>
                      <a:pt x="31012" y="297763"/>
                      <a:pt x="31012" y="243863"/>
                    </a:cubicBezTo>
                    <a:lnTo>
                      <a:pt x="31012" y="118402"/>
                    </a:lnTo>
                    <a:lnTo>
                      <a:pt x="0" y="118402"/>
                    </a:lnTo>
                    <a:lnTo>
                      <a:pt x="0" y="64373"/>
                    </a:lnTo>
                    <a:lnTo>
                      <a:pt x="31012" y="64373"/>
                    </a:lnTo>
                    <a:lnTo>
                      <a:pt x="31012" y="0"/>
                    </a:lnTo>
                    <a:lnTo>
                      <a:pt x="97297" y="0"/>
                    </a:lnTo>
                    <a:lnTo>
                      <a:pt x="97297" y="64373"/>
                    </a:lnTo>
                    <a:lnTo>
                      <a:pt x="155578" y="64373"/>
                    </a:lnTo>
                    <a:lnTo>
                      <a:pt x="155578" y="118402"/>
                    </a:lnTo>
                    <a:lnTo>
                      <a:pt x="97297" y="118402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34870FD2-C551-CF62-6786-AA80BE6BCCAA}"/>
                  </a:ext>
                </a:extLst>
              </p:cNvPr>
              <p:cNvSpPr/>
              <p:nvPr/>
            </p:nvSpPr>
            <p:spPr>
              <a:xfrm>
                <a:off x="6139829" y="3172081"/>
                <a:ext cx="248254" cy="347725"/>
              </a:xfrm>
              <a:custGeom>
                <a:avLst/>
                <a:gdLst>
                  <a:gd name="connsiteX0" fmla="*/ 199378 w 248254"/>
                  <a:gd name="connsiteY0" fmla="*/ 96576 h 347725"/>
                  <a:gd name="connsiteX1" fmla="*/ 235336 w 248254"/>
                  <a:gd name="connsiteY1" fmla="*/ 134634 h 347725"/>
                  <a:gd name="connsiteX2" fmla="*/ 248254 w 248254"/>
                  <a:gd name="connsiteY2" fmla="*/ 195006 h 347725"/>
                  <a:gd name="connsiteX3" fmla="*/ 248254 w 248254"/>
                  <a:gd name="connsiteY3" fmla="*/ 347726 h 347725"/>
                  <a:gd name="connsiteX4" fmla="*/ 182424 w 248254"/>
                  <a:gd name="connsiteY4" fmla="*/ 347726 h 347725"/>
                  <a:gd name="connsiteX5" fmla="*/ 182424 w 248254"/>
                  <a:gd name="connsiteY5" fmla="*/ 203919 h 347725"/>
                  <a:gd name="connsiteX6" fmla="*/ 166902 w 248254"/>
                  <a:gd name="connsiteY6" fmla="*/ 156233 h 347725"/>
                  <a:gd name="connsiteX7" fmla="*/ 124599 w 248254"/>
                  <a:gd name="connsiteY7" fmla="*/ 139546 h 347725"/>
                  <a:gd name="connsiteX8" fmla="*/ 81580 w 248254"/>
                  <a:gd name="connsiteY8" fmla="*/ 156233 h 347725"/>
                  <a:gd name="connsiteX9" fmla="*/ 65830 w 248254"/>
                  <a:gd name="connsiteY9" fmla="*/ 203919 h 347725"/>
                  <a:gd name="connsiteX10" fmla="*/ 65830 w 248254"/>
                  <a:gd name="connsiteY10" fmla="*/ 347726 h 347725"/>
                  <a:gd name="connsiteX11" fmla="*/ 0 w 248254"/>
                  <a:gd name="connsiteY11" fmla="*/ 347726 h 347725"/>
                  <a:gd name="connsiteX12" fmla="*/ 0 w 248254"/>
                  <a:gd name="connsiteY12" fmla="*/ 0 h 347725"/>
                  <a:gd name="connsiteX13" fmla="*/ 65830 w 248254"/>
                  <a:gd name="connsiteY13" fmla="*/ 0 h 347725"/>
                  <a:gd name="connsiteX14" fmla="*/ 65830 w 248254"/>
                  <a:gd name="connsiteY14" fmla="*/ 119834 h 347725"/>
                  <a:gd name="connsiteX15" fmla="*/ 99673 w 248254"/>
                  <a:gd name="connsiteY15" fmla="*/ 93291 h 347725"/>
                  <a:gd name="connsiteX16" fmla="*/ 146694 w 248254"/>
                  <a:gd name="connsiteY16" fmla="*/ 83662 h 347725"/>
                  <a:gd name="connsiteX17" fmla="*/ 199345 w 248254"/>
                  <a:gd name="connsiteY17" fmla="*/ 96576 h 3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48254" h="347725">
                    <a:moveTo>
                      <a:pt x="199378" y="96576"/>
                    </a:moveTo>
                    <a:cubicBezTo>
                      <a:pt x="214737" y="105196"/>
                      <a:pt x="226712" y="117882"/>
                      <a:pt x="235336" y="134634"/>
                    </a:cubicBezTo>
                    <a:cubicBezTo>
                      <a:pt x="243959" y="151386"/>
                      <a:pt x="248254" y="171521"/>
                      <a:pt x="248254" y="195006"/>
                    </a:cubicBezTo>
                    <a:lnTo>
                      <a:pt x="248254" y="347726"/>
                    </a:lnTo>
                    <a:lnTo>
                      <a:pt x="182424" y="347726"/>
                    </a:lnTo>
                    <a:lnTo>
                      <a:pt x="182424" y="203919"/>
                    </a:lnTo>
                    <a:cubicBezTo>
                      <a:pt x="182424" y="183231"/>
                      <a:pt x="177250" y="167357"/>
                      <a:pt x="166902" y="156233"/>
                    </a:cubicBezTo>
                    <a:cubicBezTo>
                      <a:pt x="156554" y="145108"/>
                      <a:pt x="142464" y="139546"/>
                      <a:pt x="124599" y="139546"/>
                    </a:cubicBezTo>
                    <a:cubicBezTo>
                      <a:pt x="106734" y="139546"/>
                      <a:pt x="92091" y="145108"/>
                      <a:pt x="81580" y="156233"/>
                    </a:cubicBezTo>
                    <a:cubicBezTo>
                      <a:pt x="71070" y="167357"/>
                      <a:pt x="65830" y="183264"/>
                      <a:pt x="65830" y="203919"/>
                    </a:cubicBezTo>
                    <a:lnTo>
                      <a:pt x="65830" y="347726"/>
                    </a:lnTo>
                    <a:lnTo>
                      <a:pt x="0" y="347726"/>
                    </a:lnTo>
                    <a:lnTo>
                      <a:pt x="0" y="0"/>
                    </a:lnTo>
                    <a:lnTo>
                      <a:pt x="65830" y="0"/>
                    </a:lnTo>
                    <a:lnTo>
                      <a:pt x="65830" y="119834"/>
                    </a:lnTo>
                    <a:cubicBezTo>
                      <a:pt x="74291" y="108546"/>
                      <a:pt x="85583" y="99699"/>
                      <a:pt x="99673" y="93291"/>
                    </a:cubicBezTo>
                    <a:cubicBezTo>
                      <a:pt x="113763" y="86883"/>
                      <a:pt x="129448" y="83662"/>
                      <a:pt x="146694" y="83662"/>
                    </a:cubicBezTo>
                    <a:cubicBezTo>
                      <a:pt x="166447" y="83662"/>
                      <a:pt x="183986" y="87989"/>
                      <a:pt x="199345" y="96576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5E787C6-9910-6B6B-9187-48B6B7811F24}"/>
                  </a:ext>
                </a:extLst>
              </p:cNvPr>
              <p:cNvSpPr/>
              <p:nvPr/>
            </p:nvSpPr>
            <p:spPr>
              <a:xfrm>
                <a:off x="6438424" y="3255256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4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6 w 259025"/>
                  <a:gd name="connsiteY11" fmla="*/ 63462 h 268812"/>
                  <a:gd name="connsiteX12" fmla="*/ 62543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5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7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4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2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19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5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6" y="63462"/>
                    </a:cubicBezTo>
                    <a:cubicBezTo>
                      <a:pt x="27432" y="43100"/>
                      <a:pt x="42791" y="27454"/>
                      <a:pt x="62543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0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5"/>
                    </a:cubicBezTo>
                    <a:cubicBezTo>
                      <a:pt x="253624" y="80897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7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A681CCB0-C041-4136-7B54-D8D87217A049}"/>
                  </a:ext>
                </a:extLst>
              </p:cNvPr>
              <p:cNvSpPr/>
              <p:nvPr/>
            </p:nvSpPr>
            <p:spPr>
              <a:xfrm>
                <a:off x="6750067" y="3255744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69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2A451F3-EA40-05A5-1CA4-282553DF7107}"/>
                </a:ext>
              </a:extLst>
            </p:cNvPr>
            <p:cNvGrpSpPr/>
            <p:nvPr userDrawn="1"/>
          </p:nvGrpSpPr>
          <p:grpSpPr>
            <a:xfrm>
              <a:off x="1329004" y="2629430"/>
              <a:ext cx="2894619" cy="979228"/>
              <a:chOff x="532238" y="532263"/>
              <a:chExt cx="1522954" cy="515204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68806E6-3F8C-FE9D-B4CA-CF0D9A88A383}"/>
                  </a:ext>
                </a:extLst>
              </p:cNvPr>
              <p:cNvSpPr/>
              <p:nvPr/>
            </p:nvSpPr>
            <p:spPr>
              <a:xfrm>
                <a:off x="532238" y="532263"/>
                <a:ext cx="584573" cy="515204"/>
              </a:xfrm>
              <a:custGeom>
                <a:avLst/>
                <a:gdLst>
                  <a:gd name="connsiteX0" fmla="*/ 670274 w 919067"/>
                  <a:gd name="connsiteY0" fmla="*/ 0 h 810006"/>
                  <a:gd name="connsiteX1" fmla="*/ 670274 w 919067"/>
                  <a:gd name="connsiteY1" fmla="*/ 489394 h 810006"/>
                  <a:gd name="connsiteX2" fmla="*/ 248984 w 919067"/>
                  <a:gd name="connsiteY2" fmla="*/ 0 h 810006"/>
                  <a:gd name="connsiteX3" fmla="*/ 0 w 919067"/>
                  <a:gd name="connsiteY3" fmla="*/ 0 h 810006"/>
                  <a:gd name="connsiteX4" fmla="*/ 0 w 919067"/>
                  <a:gd name="connsiteY4" fmla="*/ 809244 h 810006"/>
                  <a:gd name="connsiteX5" fmla="*/ 476 w 919067"/>
                  <a:gd name="connsiteY5" fmla="*/ 810006 h 810006"/>
                  <a:gd name="connsiteX6" fmla="*/ 249174 w 919067"/>
                  <a:gd name="connsiteY6" fmla="*/ 809911 h 810006"/>
                  <a:gd name="connsiteX7" fmla="*/ 249079 w 919067"/>
                  <a:gd name="connsiteY7" fmla="*/ 320516 h 810006"/>
                  <a:gd name="connsiteX8" fmla="*/ 670370 w 919067"/>
                  <a:gd name="connsiteY8" fmla="*/ 810006 h 810006"/>
                  <a:gd name="connsiteX9" fmla="*/ 919067 w 919067"/>
                  <a:gd name="connsiteY9" fmla="*/ 405003 h 810006"/>
                  <a:gd name="connsiteX10" fmla="*/ 670370 w 919067"/>
                  <a:gd name="connsiteY10" fmla="*/ 0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19067" h="810006">
                    <a:moveTo>
                      <a:pt x="670274" y="0"/>
                    </a:moveTo>
                    <a:lnTo>
                      <a:pt x="670274" y="489394"/>
                    </a:lnTo>
                    <a:lnTo>
                      <a:pt x="248984" y="0"/>
                    </a:lnTo>
                    <a:lnTo>
                      <a:pt x="0" y="0"/>
                    </a:lnTo>
                    <a:lnTo>
                      <a:pt x="0" y="809244"/>
                    </a:lnTo>
                    <a:lnTo>
                      <a:pt x="476" y="810006"/>
                    </a:lnTo>
                    <a:lnTo>
                      <a:pt x="249174" y="809911"/>
                    </a:lnTo>
                    <a:lnTo>
                      <a:pt x="249079" y="320516"/>
                    </a:lnTo>
                    <a:lnTo>
                      <a:pt x="670370" y="810006"/>
                    </a:lnTo>
                    <a:lnTo>
                      <a:pt x="919067" y="405003"/>
                    </a:lnTo>
                    <a:lnTo>
                      <a:pt x="670370" y="0"/>
                    </a:lnTo>
                  </a:path>
                </a:pathLst>
              </a:custGeom>
              <a:solidFill>
                <a:srgbClr val="F9B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Poppins" panose="00000500000000000000" pitchFamily="2" charset="0"/>
                </a:endParaRPr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A96E841D-CD05-1410-1424-E348EAE1DD04}"/>
                  </a:ext>
                </a:extLst>
              </p:cNvPr>
              <p:cNvSpPr/>
              <p:nvPr/>
            </p:nvSpPr>
            <p:spPr>
              <a:xfrm>
                <a:off x="1484069" y="532263"/>
                <a:ext cx="571123" cy="515204"/>
              </a:xfrm>
              <a:custGeom>
                <a:avLst/>
                <a:gdLst>
                  <a:gd name="connsiteX0" fmla="*/ 603599 w 897921"/>
                  <a:gd name="connsiteY0" fmla="*/ 0 h 810006"/>
                  <a:gd name="connsiteX1" fmla="*/ 248698 w 897921"/>
                  <a:gd name="connsiteY1" fmla="*/ 0 h 810006"/>
                  <a:gd name="connsiteX2" fmla="*/ 0 w 897921"/>
                  <a:gd name="connsiteY2" fmla="*/ 405003 h 810006"/>
                  <a:gd name="connsiteX3" fmla="*/ 248603 w 897921"/>
                  <a:gd name="connsiteY3" fmla="*/ 810006 h 810006"/>
                  <a:gd name="connsiteX4" fmla="*/ 248698 w 897921"/>
                  <a:gd name="connsiteY4" fmla="*/ 810006 h 810006"/>
                  <a:gd name="connsiteX5" fmla="*/ 248603 w 897921"/>
                  <a:gd name="connsiteY5" fmla="*/ 631127 h 810006"/>
                  <a:gd name="connsiteX6" fmla="*/ 668750 w 897921"/>
                  <a:gd name="connsiteY6" fmla="*/ 631127 h 810006"/>
                  <a:gd name="connsiteX7" fmla="*/ 897922 w 897921"/>
                  <a:gd name="connsiteY7" fmla="*/ 372142 h 810006"/>
                  <a:gd name="connsiteX8" fmla="*/ 897922 w 897921"/>
                  <a:gd name="connsiteY8" fmla="*/ 276987 h 810006"/>
                  <a:gd name="connsiteX9" fmla="*/ 603599 w 897921"/>
                  <a:gd name="connsiteY9" fmla="*/ 0 h 810006"/>
                  <a:gd name="connsiteX10" fmla="*/ 665702 w 897921"/>
                  <a:gd name="connsiteY10" fmla="*/ 326803 h 810006"/>
                  <a:gd name="connsiteX11" fmla="*/ 584835 w 897921"/>
                  <a:gd name="connsiteY11" fmla="*/ 430054 h 810006"/>
                  <a:gd name="connsiteX12" fmla="*/ 248984 w 897921"/>
                  <a:gd name="connsiteY12" fmla="*/ 430054 h 810006"/>
                  <a:gd name="connsiteX13" fmla="*/ 248984 w 897921"/>
                  <a:gd name="connsiteY13" fmla="*/ 200882 h 810006"/>
                  <a:gd name="connsiteX14" fmla="*/ 563499 w 897921"/>
                  <a:gd name="connsiteY14" fmla="*/ 200882 h 810006"/>
                  <a:gd name="connsiteX15" fmla="*/ 665702 w 897921"/>
                  <a:gd name="connsiteY15" fmla="*/ 286893 h 810006"/>
                  <a:gd name="connsiteX16" fmla="*/ 665702 w 897921"/>
                  <a:gd name="connsiteY16" fmla="*/ 326803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97921" h="810006">
                    <a:moveTo>
                      <a:pt x="603599" y="0"/>
                    </a:moveTo>
                    <a:lnTo>
                      <a:pt x="248698" y="0"/>
                    </a:lnTo>
                    <a:lnTo>
                      <a:pt x="0" y="405003"/>
                    </a:lnTo>
                    <a:lnTo>
                      <a:pt x="248603" y="810006"/>
                    </a:lnTo>
                    <a:lnTo>
                      <a:pt x="248698" y="810006"/>
                    </a:lnTo>
                    <a:lnTo>
                      <a:pt x="248603" y="631127"/>
                    </a:lnTo>
                    <a:lnTo>
                      <a:pt x="668750" y="631127"/>
                    </a:lnTo>
                    <a:cubicBezTo>
                      <a:pt x="845153" y="631127"/>
                      <a:pt x="897922" y="492728"/>
                      <a:pt x="897922" y="372142"/>
                    </a:cubicBezTo>
                    <a:lnTo>
                      <a:pt x="897922" y="276987"/>
                    </a:lnTo>
                    <a:cubicBezTo>
                      <a:pt x="897922" y="118300"/>
                      <a:pt x="840677" y="0"/>
                      <a:pt x="603599" y="0"/>
                    </a:cubicBezTo>
                    <a:close/>
                    <a:moveTo>
                      <a:pt x="665702" y="326803"/>
                    </a:moveTo>
                    <a:cubicBezTo>
                      <a:pt x="665702" y="374809"/>
                      <a:pt x="643223" y="430054"/>
                      <a:pt x="584835" y="430054"/>
                    </a:cubicBezTo>
                    <a:lnTo>
                      <a:pt x="248984" y="430054"/>
                    </a:lnTo>
                    <a:lnTo>
                      <a:pt x="248984" y="200882"/>
                    </a:lnTo>
                    <a:lnTo>
                      <a:pt x="563499" y="200882"/>
                    </a:lnTo>
                    <a:cubicBezTo>
                      <a:pt x="638747" y="200882"/>
                      <a:pt x="665702" y="232124"/>
                      <a:pt x="665702" y="286893"/>
                    </a:cubicBezTo>
                    <a:lnTo>
                      <a:pt x="665702" y="326803"/>
                    </a:lnTo>
                    <a:close/>
                  </a:path>
                </a:pathLst>
              </a:custGeom>
              <a:solidFill>
                <a:srgbClr val="69CA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Poppins" panose="00000500000000000000" pitchFamily="2" charset="0"/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FD13BE84-A06E-5AED-9FA2-295126F3E61D}"/>
                  </a:ext>
                </a:extLst>
              </p:cNvPr>
              <p:cNvSpPr/>
              <p:nvPr/>
            </p:nvSpPr>
            <p:spPr>
              <a:xfrm>
                <a:off x="1006245" y="532263"/>
                <a:ext cx="588389" cy="515204"/>
              </a:xfrm>
              <a:custGeom>
                <a:avLst/>
                <a:gdLst>
                  <a:gd name="connsiteX0" fmla="*/ 675894 w 925067"/>
                  <a:gd name="connsiteY0" fmla="*/ 0 h 810006"/>
                  <a:gd name="connsiteX1" fmla="*/ 630460 w 925067"/>
                  <a:gd name="connsiteY1" fmla="*/ 0 h 810006"/>
                  <a:gd name="connsiteX2" fmla="*/ 462534 w 925067"/>
                  <a:gd name="connsiteY2" fmla="*/ 269177 h 810006"/>
                  <a:gd name="connsiteX3" fmla="*/ 294704 w 925067"/>
                  <a:gd name="connsiteY3" fmla="*/ 0 h 810006"/>
                  <a:gd name="connsiteX4" fmla="*/ 248507 w 925067"/>
                  <a:gd name="connsiteY4" fmla="*/ 0 h 810006"/>
                  <a:gd name="connsiteX5" fmla="*/ 0 w 925067"/>
                  <a:gd name="connsiteY5" fmla="*/ 0 h 810006"/>
                  <a:gd name="connsiteX6" fmla="*/ 248698 w 925067"/>
                  <a:gd name="connsiteY6" fmla="*/ 405003 h 810006"/>
                  <a:gd name="connsiteX7" fmla="*/ 0 w 925067"/>
                  <a:gd name="connsiteY7" fmla="*/ 810006 h 810006"/>
                  <a:gd name="connsiteX8" fmla="*/ 248984 w 925067"/>
                  <a:gd name="connsiteY8" fmla="*/ 810006 h 810006"/>
                  <a:gd name="connsiteX9" fmla="*/ 294704 w 925067"/>
                  <a:gd name="connsiteY9" fmla="*/ 810006 h 810006"/>
                  <a:gd name="connsiteX10" fmla="*/ 462534 w 925067"/>
                  <a:gd name="connsiteY10" fmla="*/ 540734 h 810006"/>
                  <a:gd name="connsiteX11" fmla="*/ 630460 w 925067"/>
                  <a:gd name="connsiteY11" fmla="*/ 810006 h 810006"/>
                  <a:gd name="connsiteX12" fmla="*/ 676466 w 925067"/>
                  <a:gd name="connsiteY12" fmla="*/ 810006 h 810006"/>
                  <a:gd name="connsiteX13" fmla="*/ 925068 w 925067"/>
                  <a:gd name="connsiteY13" fmla="*/ 809911 h 810006"/>
                  <a:gd name="connsiteX14" fmla="*/ 676370 w 925067"/>
                  <a:gd name="connsiteY14" fmla="*/ 405003 h 810006"/>
                  <a:gd name="connsiteX15" fmla="*/ 925068 w 925067"/>
                  <a:gd name="connsiteY15" fmla="*/ 0 h 810006"/>
                  <a:gd name="connsiteX16" fmla="*/ 675894 w 925067"/>
                  <a:gd name="connsiteY16" fmla="*/ 0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25067" h="810006">
                    <a:moveTo>
                      <a:pt x="675894" y="0"/>
                    </a:moveTo>
                    <a:lnTo>
                      <a:pt x="630460" y="0"/>
                    </a:lnTo>
                    <a:lnTo>
                      <a:pt x="462534" y="269177"/>
                    </a:lnTo>
                    <a:lnTo>
                      <a:pt x="294704" y="0"/>
                    </a:lnTo>
                    <a:lnTo>
                      <a:pt x="248507" y="0"/>
                    </a:lnTo>
                    <a:lnTo>
                      <a:pt x="0" y="0"/>
                    </a:lnTo>
                    <a:lnTo>
                      <a:pt x="248698" y="405003"/>
                    </a:lnTo>
                    <a:lnTo>
                      <a:pt x="0" y="810006"/>
                    </a:lnTo>
                    <a:lnTo>
                      <a:pt x="248984" y="810006"/>
                    </a:lnTo>
                    <a:lnTo>
                      <a:pt x="294704" y="810006"/>
                    </a:lnTo>
                    <a:lnTo>
                      <a:pt x="462534" y="540734"/>
                    </a:lnTo>
                    <a:lnTo>
                      <a:pt x="630460" y="810006"/>
                    </a:lnTo>
                    <a:lnTo>
                      <a:pt x="676466" y="810006"/>
                    </a:lnTo>
                    <a:lnTo>
                      <a:pt x="925068" y="809911"/>
                    </a:lnTo>
                    <a:lnTo>
                      <a:pt x="676370" y="405003"/>
                    </a:lnTo>
                    <a:lnTo>
                      <a:pt x="925068" y="0"/>
                    </a:lnTo>
                    <a:lnTo>
                      <a:pt x="675894" y="0"/>
                    </a:lnTo>
                  </a:path>
                </a:pathLst>
              </a:custGeom>
              <a:solidFill>
                <a:srgbClr val="0EAF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Poppins" panose="000005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75031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00" name="SlideNumberText"/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1" name="ClassificationText"/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0420396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D70A444D-7BFA-A099-2A6F-8D6DB19DAE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412" y="376518"/>
            <a:ext cx="11432485" cy="67773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Title of slide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C8C5959-5865-DB24-5DF2-A323BD521A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06358" y="6222906"/>
            <a:ext cx="9606229" cy="371475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Notes and sources section</a:t>
            </a:r>
            <a:endParaRPr lang="en-US"/>
          </a:p>
        </p:txBody>
      </p:sp>
      <p:sp>
        <p:nvSpPr>
          <p:cNvPr id="900" name="SlideNumberText"/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1" name="ClassificationText"/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88112860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GB"/>
              <a:t>Insert image over here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03076D58-FC00-5EE0-5C7E-BDA17369F4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8914" y="1611832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goes </a:t>
            </a:r>
            <a:br>
              <a:rPr lang="en-GB"/>
            </a:br>
            <a:r>
              <a:rPr lang="en-GB"/>
              <a:t>here over three lines </a:t>
            </a:r>
            <a:br>
              <a:rPr lang="en-GB"/>
            </a:br>
            <a:r>
              <a:rPr lang="en-GB"/>
              <a:t>if required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4E251DE-F8A8-0B55-6962-7DF6C87F13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03988" y="5589451"/>
            <a:ext cx="5040860" cy="352675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800" b="0" i="0">
                <a:solidFill>
                  <a:schemeClr val="tx2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GB">
                <a:solidFill>
                  <a:srgbClr val="2D2D2D"/>
                </a:solidFill>
                <a:effectLst/>
                <a:latin typeface="Poppins" pitchFamily="2" charset="77"/>
              </a:rPr>
              <a:t>Notes section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8D833D0-D1EA-0453-7C67-5B1CE3BAD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9264E6B0-F9AE-B1F9-93AC-8A519A4A5E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D516C67-2149-579A-F47C-55BEB51847A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03440" y="3522192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r>
              <a:rPr lang="en-US"/>
              <a:t> </a:t>
            </a:r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900" name="SlideNumberText"/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1" name="ClassificationText"/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05994466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9B762FB-EC77-2CB7-44E6-7F109E56A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DECCA3C-D0CD-3DAC-72B9-289377CBB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900" name="SlideNumberText"/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1" name="ClassificationText"/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497817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31.xml"/><Relationship Id="rId3" Type="http://schemas.openxmlformats.org/officeDocument/2006/relationships/slideLayout" Target="../slideLayouts/slideLayout8.xml"/><Relationship Id="rId21" Type="http://schemas.openxmlformats.org/officeDocument/2006/relationships/slideLayout" Target="../slideLayouts/slideLayout26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30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2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4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7.xml"/><Relationship Id="rId27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26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56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60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5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54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4.xml"/><Relationship Id="rId9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06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F26B43"/>
          </p15:clr>
        </p15:guide>
        <p15:guide id="2" pos="846">
          <p15:clr>
            <a:srgbClr val="F26B43"/>
          </p15:clr>
        </p15:guide>
        <p15:guide id="3" orient="horz" pos="459">
          <p15:clr>
            <a:srgbClr val="F26B43"/>
          </p15:clr>
        </p15:guide>
        <p15:guide id="4" orient="horz" pos="413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86DBEC6-2685-F2FC-298D-5F4CBBF494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46577CEF-2EB4-A5BD-C2E7-01DE34F946D7}"/>
              </a:ext>
            </a:extLst>
          </p:cNvPr>
          <p:cNvSpPr txBox="1">
            <a:spLocks/>
          </p:cNvSpPr>
          <p:nvPr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b="0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B4950E6-5C50-BC58-56EA-C3A4D033D3BC}"/>
              </a:ext>
            </a:extLst>
          </p:cNvPr>
          <p:cNvSpPr txBox="1">
            <a:spLocks/>
          </p:cNvSpPr>
          <p:nvPr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b="0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b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itle Placeholder 16">
            <a:extLst>
              <a:ext uri="{FF2B5EF4-FFF2-40B4-BE49-F238E27FC236}">
                <a16:creationId xmlns:a16="http://schemas.microsoft.com/office/drawing/2014/main" id="{F57F4805-F012-B4DF-F69C-5B6FDD51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21" y="376520"/>
            <a:ext cx="11432484" cy="67773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5E28841-3942-0C14-E018-4E1A6C0C5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8720" y="1150936"/>
            <a:ext cx="11432483" cy="47815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171450" lvl="0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Click to edit Master text styles</a:t>
            </a:r>
          </a:p>
          <a:p>
            <a:pPr marL="171450" lvl="1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Second level</a:t>
            </a:r>
          </a:p>
          <a:p>
            <a:pPr marL="171450" lvl="2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Third level</a:t>
            </a:r>
          </a:p>
          <a:p>
            <a:pPr marL="171450" lvl="3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Fourth level</a:t>
            </a:r>
          </a:p>
          <a:p>
            <a:pPr marL="171450" lvl="4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6875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  <p:sldLayoutId id="2147483703" r:id="rId25"/>
    <p:sldLayoutId id="2147483704" r:id="rId2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200" b="0" i="0" kern="1200" smtClean="0">
          <a:solidFill>
            <a:schemeClr val="tx2"/>
          </a:solidFill>
          <a:latin typeface="Poppins SemiBold" pitchFamily="2" charset="77"/>
          <a:ea typeface="+mn-ea"/>
          <a:cs typeface="Poppins SemiBold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000" b="0" kern="120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b="0" kern="120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kern="120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400" b="0" kern="120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b="0" kern="120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F26B43"/>
          </p15:clr>
        </p15:guide>
        <p15:guide id="2" pos="846">
          <p15:clr>
            <a:srgbClr val="F26B43"/>
          </p15:clr>
        </p15:guide>
        <p15:guide id="3" orient="horz" pos="459">
          <p15:clr>
            <a:srgbClr val="F26B43"/>
          </p15:clr>
        </p15:guide>
        <p15:guide id="4" orient="horz" pos="4133">
          <p15:clr>
            <a:srgbClr val="F26B43"/>
          </p15:clr>
        </p15:guide>
        <p15:guide id="5" orient="horz" pos="216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43791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52A1F4-FB15-0B2D-7DFF-4AC1873B4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A5319E7-8948-378F-DF8C-7C80D60C07CA}"/>
              </a:ext>
            </a:extLst>
          </p:cNvPr>
          <p:cNvSpPr txBox="1">
            <a:spLocks/>
          </p:cNvSpPr>
          <p:nvPr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>
                    <a:lumMod val="6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D39AA8-A244-DB56-42EC-193BDAB2C610}"/>
              </a:ext>
            </a:extLst>
          </p:cNvPr>
          <p:cNvSpPr txBox="1">
            <a:spLocks/>
          </p:cNvSpPr>
          <p:nvPr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tx1">
                  <a:lumMod val="6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Title Placeholder 16">
            <a:extLst>
              <a:ext uri="{FF2B5EF4-FFF2-40B4-BE49-F238E27FC236}">
                <a16:creationId xmlns:a16="http://schemas.microsoft.com/office/drawing/2014/main" id="{3D2DD0E2-8C1E-EA89-DB65-8934D257E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21" y="376520"/>
            <a:ext cx="11432484" cy="67773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C1BEE7E3-E75B-96AC-2D17-FB238CFE9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8720" y="1150936"/>
            <a:ext cx="11432483" cy="47815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171450" lvl="0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Click to edit Master text styles</a:t>
            </a:r>
          </a:p>
          <a:p>
            <a:pPr marL="171450" lvl="1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Second level</a:t>
            </a:r>
          </a:p>
          <a:p>
            <a:pPr marL="171450" lvl="2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Third level</a:t>
            </a:r>
          </a:p>
          <a:p>
            <a:pPr marL="171450" lvl="3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Fourth level</a:t>
            </a:r>
          </a:p>
          <a:p>
            <a:pPr marL="171450" lvl="4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7876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  <p:sldLayoutId id="2147483730" r:id="rId20"/>
    <p:sldLayoutId id="2147483731" r:id="rId21"/>
    <p:sldLayoutId id="2147483732" r:id="rId22"/>
    <p:sldLayoutId id="2147483733" r:id="rId23"/>
    <p:sldLayoutId id="2147483734" r:id="rId24"/>
    <p:sldLayoutId id="2147483735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200" b="1" i="0" kern="1200" dirty="0" smtClean="0">
          <a:solidFill>
            <a:schemeClr val="tx2"/>
          </a:solidFill>
          <a:latin typeface="Poppins SemiBold" pitchFamily="2" charset="77"/>
          <a:ea typeface="+mn-ea"/>
          <a:cs typeface="Poppins SemiBold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dirty="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400" kern="1200" dirty="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3657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F26B43"/>
          </p15:clr>
        </p15:guide>
        <p15:guide id="2" pos="846">
          <p15:clr>
            <a:srgbClr val="F26B43"/>
          </p15:clr>
        </p15:guide>
        <p15:guide id="3" orient="horz" pos="459">
          <p15:clr>
            <a:srgbClr val="F26B43"/>
          </p15:clr>
        </p15:guide>
        <p15:guide id="4" orient="horz" pos="41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6.jpeg"/><Relationship Id="rId5" Type="http://schemas.openxmlformats.org/officeDocument/2006/relationships/image" Target="../media/image45.jpeg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E9B5CE-86F0-2132-D1DE-512D935CF4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Bridging the Digital and Analog Worlds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249E02-7FE1-C7C0-35C4-2942DE4DF1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42651" y="4695137"/>
            <a:ext cx="5505823" cy="423152"/>
          </a:xfrm>
        </p:spPr>
        <p:txBody>
          <a:bodyPr/>
          <a:lstStyle/>
          <a:p>
            <a:r>
              <a:rPr lang="en-US"/>
              <a:t>Digital IO &amp; Analog-Digital Converter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5EEAF9-54D4-B055-3301-069AB63BE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Poppins SemiBold"/>
                <a:cs typeface="Poppins SemiBold"/>
              </a:rPr>
              <a:t>Day 3 – NXP MBDT Bootcamp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04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097D5EC-B9D4-434D-4C6B-2AFB5A70541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1" r="5031"/>
          <a:stretch>
            <a:fillRect/>
          </a:stretch>
        </p:blipFill>
        <p:spPr>
          <a:prstGeom prst="rect">
            <a:avLst/>
          </a:prstGeo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C39B122-54BB-A63E-35E3-D0CAAFD9B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412" y="1828800"/>
            <a:ext cx="4585878" cy="524563"/>
          </a:xfrm>
        </p:spPr>
        <p:txBody>
          <a:bodyPr>
            <a:normAutofit fontScale="90000"/>
          </a:bodyPr>
          <a:lstStyle/>
          <a:p>
            <a:r>
              <a:rPr lang="en-US"/>
              <a:t>What you will learn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53F96E-4679-7407-D298-85C3B07B3D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9412" y="2428569"/>
            <a:ext cx="4792663" cy="2923688"/>
          </a:xfrm>
        </p:spPr>
        <p:txBody>
          <a:bodyPr>
            <a:normAutofit fontScale="85000" lnSpcReduction="20000"/>
          </a:bodyPr>
          <a:lstStyle/>
          <a:p>
            <a:r>
              <a:rPr lang="en-US" b="1"/>
              <a:t>Part 1</a:t>
            </a:r>
          </a:p>
          <a:p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DIO Basics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How to use DIO in Simulink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Actuate a Fan using a switch</a:t>
            </a:r>
          </a:p>
          <a:p>
            <a:endParaRPr lang="en-US"/>
          </a:p>
          <a:p>
            <a:r>
              <a:rPr lang="en-US" b="1"/>
              <a:t>Part 2</a:t>
            </a:r>
          </a:p>
          <a:p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ADC Basics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How to use ADC in Simulink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Read a Potentiometer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444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B6DAC9F-2272-F042-38C8-E5FD2A32B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Digital Input/Output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970DF6-011A-D6A7-5AC9-C88D2D9D40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From a button press to a physical response</a:t>
            </a:r>
          </a:p>
        </p:txBody>
      </p:sp>
    </p:spTree>
    <p:extLst>
      <p:ext uri="{BB962C8B-B14F-4D97-AF65-F5344CB8AC3E}">
        <p14:creationId xmlns:p14="http://schemas.microsoft.com/office/powerpoint/2010/main" val="3342393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96DA70-63ED-CA58-6B11-DAED492A0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Digital Input/</a:t>
            </a:r>
            <a:r>
              <a:rPr lang="en-US" err="1"/>
              <a:t>Ouput</a:t>
            </a:r>
            <a:r>
              <a:rPr lang="en-US"/>
              <a:t> – The basics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0926CA-A3A0-0B4A-48C4-F41DAC96CE17}"/>
              </a:ext>
            </a:extLst>
          </p:cNvPr>
          <p:cNvSpPr txBox="1"/>
          <p:nvPr/>
        </p:nvSpPr>
        <p:spPr>
          <a:xfrm>
            <a:off x="379411" y="777252"/>
            <a:ext cx="1120298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A programmable pin on a MCU that acts as a bridge between the processor and external world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735312-BD0F-B04F-7906-A11F21F7C999}"/>
              </a:ext>
            </a:extLst>
          </p:cNvPr>
          <p:cNvSpPr txBox="1"/>
          <p:nvPr/>
        </p:nvSpPr>
        <p:spPr>
          <a:xfrm>
            <a:off x="379411" y="1337187"/>
            <a:ext cx="5126654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Send/Receive digital signals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Connect software to the physical world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Also known as </a:t>
            </a:r>
            <a:r>
              <a:rPr lang="en-US" b="1"/>
              <a:t>GPIO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AFC96-AD87-1314-6AF6-244CD6D9C9D2}"/>
              </a:ext>
            </a:extLst>
          </p:cNvPr>
          <p:cNvSpPr txBox="1"/>
          <p:nvPr/>
        </p:nvSpPr>
        <p:spPr>
          <a:xfrm>
            <a:off x="379411" y="2451120"/>
            <a:ext cx="5649914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Each MCU external pin can be configured as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/>
              <a:t>Output</a:t>
            </a:r>
            <a:r>
              <a:rPr lang="en-US"/>
              <a:t> send a HIGH or LOW signal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/>
              <a:t>Input</a:t>
            </a:r>
            <a:r>
              <a:rPr lang="en-US"/>
              <a:t> read whether the pin is HIGH or LOW</a:t>
            </a:r>
          </a:p>
        </p:txBody>
      </p:sp>
      <p:pic>
        <p:nvPicPr>
          <p:cNvPr id="11" name="Picture 10" descr="Push button - Free technology icons">
            <a:extLst>
              <a:ext uri="{FF2B5EF4-FFF2-40B4-BE49-F238E27FC236}">
                <a16:creationId xmlns:a16="http://schemas.microsoft.com/office/drawing/2014/main" id="{236DD871-7FAD-10C0-D544-BDB2C532A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677" y="1648130"/>
            <a:ext cx="1180795" cy="1180795"/>
          </a:xfrm>
          <a:prstGeom prst="rect">
            <a:avLst/>
          </a:prstGeom>
        </p:spPr>
      </p:pic>
      <p:pic>
        <p:nvPicPr>
          <p:cNvPr id="12" name="Picture 11" descr="Download Free Microcontroller HD Image Free PNG ICON favicon | FreePNGimg">
            <a:extLst>
              <a:ext uri="{FF2B5EF4-FFF2-40B4-BE49-F238E27FC236}">
                <a16:creationId xmlns:a16="http://schemas.microsoft.com/office/drawing/2014/main" id="{1CC1D9D7-2768-3D66-3D14-9195D48F1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6100" y="1437923"/>
            <a:ext cx="1391001" cy="1391001"/>
          </a:xfrm>
          <a:prstGeom prst="rect">
            <a:avLst/>
          </a:prstGeom>
        </p:spPr>
      </p:pic>
      <p:pic>
        <p:nvPicPr>
          <p:cNvPr id="13" name="Picture 12" descr="Led - Free electronics icons">
            <a:extLst>
              <a:ext uri="{FF2B5EF4-FFF2-40B4-BE49-F238E27FC236}">
                <a16:creationId xmlns:a16="http://schemas.microsoft.com/office/drawing/2014/main" id="{F251F813-E025-D0B9-DF21-9E5F3488F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730" y="1614464"/>
            <a:ext cx="1037920" cy="1037920"/>
          </a:xfrm>
          <a:prstGeom prst="rect">
            <a:avLst/>
          </a:prstGeom>
        </p:spPr>
      </p:pic>
      <p:pic>
        <p:nvPicPr>
          <p:cNvPr id="15" name="Graphic 14" descr="Arrow Right with solid fill">
            <a:extLst>
              <a:ext uri="{FF2B5EF4-FFF2-40B4-BE49-F238E27FC236}">
                <a16:creationId xmlns:a16="http://schemas.microsoft.com/office/drawing/2014/main" id="{6C59B144-2CE9-0081-D9E7-FABE22F447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76823" y="1795082"/>
            <a:ext cx="952801" cy="676682"/>
          </a:xfrm>
          <a:prstGeom prst="rect">
            <a:avLst/>
          </a:prstGeom>
        </p:spPr>
      </p:pic>
      <p:pic>
        <p:nvPicPr>
          <p:cNvPr id="17" name="Graphic 16" descr="Arrow Right with solid fill">
            <a:extLst>
              <a:ext uri="{FF2B5EF4-FFF2-40B4-BE49-F238E27FC236}">
                <a16:creationId xmlns:a16="http://schemas.microsoft.com/office/drawing/2014/main" id="{7143FC76-FDBE-607E-232F-864FA0F84E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86928" y="1774438"/>
            <a:ext cx="952801" cy="676682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7AB81A0B-8C5C-1B24-3085-B3AC452F6143}"/>
              </a:ext>
            </a:extLst>
          </p:cNvPr>
          <p:cNvGrpSpPr/>
          <p:nvPr/>
        </p:nvGrpSpPr>
        <p:grpSpPr>
          <a:xfrm>
            <a:off x="6753074" y="4332112"/>
            <a:ext cx="4512943" cy="1026018"/>
            <a:chOff x="1097280" y="1854343"/>
            <a:chExt cx="4512943" cy="1026018"/>
          </a:xfrm>
        </p:grpSpPr>
        <p:sp>
          <p:nvSpPr>
            <p:cNvPr id="25" name="Shape 3">
              <a:extLst>
                <a:ext uri="{FF2B5EF4-FFF2-40B4-BE49-F238E27FC236}">
                  <a16:creationId xmlns:a16="http://schemas.microsoft.com/office/drawing/2014/main" id="{DDB8462C-385E-995C-AD13-91C0C53A2C44}"/>
                </a:ext>
              </a:extLst>
            </p:cNvPr>
            <p:cNvSpPr/>
            <p:nvPr/>
          </p:nvSpPr>
          <p:spPr>
            <a:xfrm>
              <a:off x="1097280" y="2880360"/>
              <a:ext cx="731520" cy="1"/>
            </a:xfrm>
            <a:prstGeom prst="line">
              <a:avLst/>
            </a:prstGeom>
            <a:noFill/>
            <a:ln w="38100">
              <a:solidFill>
                <a:srgbClr val="35C5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4">
              <a:extLst>
                <a:ext uri="{FF2B5EF4-FFF2-40B4-BE49-F238E27FC236}">
                  <a16:creationId xmlns:a16="http://schemas.microsoft.com/office/drawing/2014/main" id="{1D287928-8076-7D07-1669-6931DB4BF126}"/>
                </a:ext>
              </a:extLst>
            </p:cNvPr>
            <p:cNvSpPr/>
            <p:nvPr/>
          </p:nvSpPr>
          <p:spPr>
            <a:xfrm flipV="1">
              <a:off x="1828800" y="1874520"/>
              <a:ext cx="1" cy="1005840"/>
            </a:xfrm>
            <a:prstGeom prst="line">
              <a:avLst/>
            </a:prstGeom>
            <a:noFill/>
            <a:ln w="38100">
              <a:solidFill>
                <a:srgbClr val="35C5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Shape 5">
              <a:extLst>
                <a:ext uri="{FF2B5EF4-FFF2-40B4-BE49-F238E27FC236}">
                  <a16:creationId xmlns:a16="http://schemas.microsoft.com/office/drawing/2014/main" id="{73D9FC13-BC47-76DA-3993-46AE2098CB9F}"/>
                </a:ext>
              </a:extLst>
            </p:cNvPr>
            <p:cNvSpPr/>
            <p:nvPr/>
          </p:nvSpPr>
          <p:spPr>
            <a:xfrm>
              <a:off x="1828800" y="1874520"/>
              <a:ext cx="256032" cy="1"/>
            </a:xfrm>
            <a:prstGeom prst="line">
              <a:avLst/>
            </a:prstGeom>
            <a:noFill/>
            <a:ln w="38100">
              <a:solidFill>
                <a:srgbClr val="35C5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6">
              <a:extLst>
                <a:ext uri="{FF2B5EF4-FFF2-40B4-BE49-F238E27FC236}">
                  <a16:creationId xmlns:a16="http://schemas.microsoft.com/office/drawing/2014/main" id="{42566099-D151-9FD9-68EF-542E367897D1}"/>
                </a:ext>
              </a:extLst>
            </p:cNvPr>
            <p:cNvSpPr/>
            <p:nvPr/>
          </p:nvSpPr>
          <p:spPr>
            <a:xfrm>
              <a:off x="2084832" y="1874520"/>
              <a:ext cx="1" cy="1005840"/>
            </a:xfrm>
            <a:prstGeom prst="line">
              <a:avLst/>
            </a:prstGeom>
            <a:noFill/>
            <a:ln w="38100">
              <a:solidFill>
                <a:srgbClr val="35C5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Shape 7">
              <a:extLst>
                <a:ext uri="{FF2B5EF4-FFF2-40B4-BE49-F238E27FC236}">
                  <a16:creationId xmlns:a16="http://schemas.microsoft.com/office/drawing/2014/main" id="{D8B29660-DC64-ED83-804C-19B47BEA7E5A}"/>
                </a:ext>
              </a:extLst>
            </p:cNvPr>
            <p:cNvSpPr/>
            <p:nvPr/>
          </p:nvSpPr>
          <p:spPr>
            <a:xfrm>
              <a:off x="2084832" y="2880360"/>
              <a:ext cx="246888" cy="1"/>
            </a:xfrm>
            <a:prstGeom prst="line">
              <a:avLst/>
            </a:prstGeom>
            <a:noFill/>
            <a:ln w="38100">
              <a:solidFill>
                <a:srgbClr val="35C5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8">
              <a:extLst>
                <a:ext uri="{FF2B5EF4-FFF2-40B4-BE49-F238E27FC236}">
                  <a16:creationId xmlns:a16="http://schemas.microsoft.com/office/drawing/2014/main" id="{F902248B-99C9-D1F2-7B4C-488491A13BBD}"/>
                </a:ext>
              </a:extLst>
            </p:cNvPr>
            <p:cNvSpPr/>
            <p:nvPr/>
          </p:nvSpPr>
          <p:spPr>
            <a:xfrm flipV="1">
              <a:off x="2331720" y="1874520"/>
              <a:ext cx="1" cy="1005840"/>
            </a:xfrm>
            <a:prstGeom prst="line">
              <a:avLst/>
            </a:prstGeom>
            <a:noFill/>
            <a:ln w="38100">
              <a:solidFill>
                <a:srgbClr val="35C5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9">
              <a:extLst>
                <a:ext uri="{FF2B5EF4-FFF2-40B4-BE49-F238E27FC236}">
                  <a16:creationId xmlns:a16="http://schemas.microsoft.com/office/drawing/2014/main" id="{FC5522F6-5127-3A77-8049-AF61F12E9A8B}"/>
                </a:ext>
              </a:extLst>
            </p:cNvPr>
            <p:cNvSpPr/>
            <p:nvPr/>
          </p:nvSpPr>
          <p:spPr>
            <a:xfrm>
              <a:off x="2331720" y="1874520"/>
              <a:ext cx="256032" cy="1"/>
            </a:xfrm>
            <a:prstGeom prst="line">
              <a:avLst/>
            </a:prstGeom>
            <a:noFill/>
            <a:ln w="38100">
              <a:solidFill>
                <a:srgbClr val="35C5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Shape 10">
              <a:extLst>
                <a:ext uri="{FF2B5EF4-FFF2-40B4-BE49-F238E27FC236}">
                  <a16:creationId xmlns:a16="http://schemas.microsoft.com/office/drawing/2014/main" id="{ADE90F57-1CAE-1821-1A61-437667D98CAC}"/>
                </a:ext>
              </a:extLst>
            </p:cNvPr>
            <p:cNvSpPr/>
            <p:nvPr/>
          </p:nvSpPr>
          <p:spPr>
            <a:xfrm>
              <a:off x="2587752" y="1874520"/>
              <a:ext cx="1" cy="1005840"/>
            </a:xfrm>
            <a:prstGeom prst="line">
              <a:avLst/>
            </a:prstGeom>
            <a:noFill/>
            <a:ln w="38100">
              <a:solidFill>
                <a:srgbClr val="35C5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11">
              <a:extLst>
                <a:ext uri="{FF2B5EF4-FFF2-40B4-BE49-F238E27FC236}">
                  <a16:creationId xmlns:a16="http://schemas.microsoft.com/office/drawing/2014/main" id="{A48BEDE4-47F9-B568-9603-A5E0B1E6C2D1}"/>
                </a:ext>
              </a:extLst>
            </p:cNvPr>
            <p:cNvSpPr/>
            <p:nvPr/>
          </p:nvSpPr>
          <p:spPr>
            <a:xfrm>
              <a:off x="2587752" y="2880360"/>
              <a:ext cx="265176" cy="1"/>
            </a:xfrm>
            <a:prstGeom prst="line">
              <a:avLst/>
            </a:prstGeom>
            <a:noFill/>
            <a:ln w="38100">
              <a:solidFill>
                <a:srgbClr val="35C5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Shape 12">
              <a:extLst>
                <a:ext uri="{FF2B5EF4-FFF2-40B4-BE49-F238E27FC236}">
                  <a16:creationId xmlns:a16="http://schemas.microsoft.com/office/drawing/2014/main" id="{6439F057-10C5-072B-7CB6-D06E560F8F38}"/>
                </a:ext>
              </a:extLst>
            </p:cNvPr>
            <p:cNvSpPr/>
            <p:nvPr/>
          </p:nvSpPr>
          <p:spPr>
            <a:xfrm flipV="1">
              <a:off x="2852928" y="1874520"/>
              <a:ext cx="1" cy="1005840"/>
            </a:xfrm>
            <a:prstGeom prst="line">
              <a:avLst/>
            </a:prstGeom>
            <a:noFill/>
            <a:ln w="38100">
              <a:solidFill>
                <a:srgbClr val="35C5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13">
              <a:extLst>
                <a:ext uri="{FF2B5EF4-FFF2-40B4-BE49-F238E27FC236}">
                  <a16:creationId xmlns:a16="http://schemas.microsoft.com/office/drawing/2014/main" id="{F193484D-C405-ADEE-42D6-E56345235F44}"/>
                </a:ext>
              </a:extLst>
            </p:cNvPr>
            <p:cNvSpPr/>
            <p:nvPr/>
          </p:nvSpPr>
          <p:spPr>
            <a:xfrm flipV="1">
              <a:off x="2852928" y="1854343"/>
              <a:ext cx="2757295" cy="20177"/>
            </a:xfrm>
            <a:prstGeom prst="line">
              <a:avLst/>
            </a:prstGeom>
            <a:noFill/>
            <a:ln w="38100">
              <a:solidFill>
                <a:srgbClr val="35C5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35EE4246-261F-540D-78B8-BE7E885A2FE4}"/>
              </a:ext>
            </a:extLst>
          </p:cNvPr>
          <p:cNvSpPr txBox="1"/>
          <p:nvPr/>
        </p:nvSpPr>
        <p:spPr>
          <a:xfrm>
            <a:off x="379411" y="3708420"/>
            <a:ext cx="5783266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A Digital Signal is a voltage interpreted as logic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Logical</a:t>
            </a:r>
            <a:r>
              <a:rPr lang="en-US" b="1"/>
              <a:t> LOW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Software - 0 or False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Electrical - 0V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Logical</a:t>
            </a:r>
            <a:r>
              <a:rPr lang="en-US" b="1"/>
              <a:t> HIGH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Software - 1 or True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Electrical - 3.3V or 5V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525365-EF7A-96F4-A7F7-9B13D4946903}"/>
              </a:ext>
            </a:extLst>
          </p:cNvPr>
          <p:cNvSpPr txBox="1"/>
          <p:nvPr/>
        </p:nvSpPr>
        <p:spPr>
          <a:xfrm>
            <a:off x="6333988" y="5232399"/>
            <a:ext cx="419086" cy="2806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/>
              <a:t>0V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4EE413-63EF-D0D6-8E49-41A540D45DFC}"/>
              </a:ext>
            </a:extLst>
          </p:cNvPr>
          <p:cNvSpPr txBox="1"/>
          <p:nvPr/>
        </p:nvSpPr>
        <p:spPr>
          <a:xfrm>
            <a:off x="6333987" y="4261993"/>
            <a:ext cx="56020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/>
              <a:t>3.3V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CE1901-D626-60EE-22CE-FCE05B2EA9F9}"/>
              </a:ext>
            </a:extLst>
          </p:cNvPr>
          <p:cNvSpPr txBox="1"/>
          <p:nvPr/>
        </p:nvSpPr>
        <p:spPr>
          <a:xfrm>
            <a:off x="7200301" y="5434622"/>
            <a:ext cx="209543" cy="2806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CF9BDB-FEF2-AB0D-B149-0FF3E921A7E3}"/>
              </a:ext>
            </a:extLst>
          </p:cNvPr>
          <p:cNvSpPr txBox="1"/>
          <p:nvPr/>
        </p:nvSpPr>
        <p:spPr>
          <a:xfrm>
            <a:off x="7581155" y="5434622"/>
            <a:ext cx="209543" cy="2806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C6C94EB-EDFA-78E6-8F53-64EC70A31DCC}"/>
              </a:ext>
            </a:extLst>
          </p:cNvPr>
          <p:cNvSpPr txBox="1"/>
          <p:nvPr/>
        </p:nvSpPr>
        <p:spPr>
          <a:xfrm>
            <a:off x="7818970" y="5434622"/>
            <a:ext cx="209543" cy="2806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/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25FD9E-2635-B170-06F6-F72B5F291AD4}"/>
              </a:ext>
            </a:extLst>
          </p:cNvPr>
          <p:cNvSpPr txBox="1"/>
          <p:nvPr/>
        </p:nvSpPr>
        <p:spPr>
          <a:xfrm>
            <a:off x="8086557" y="5434622"/>
            <a:ext cx="209543" cy="2806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C5D008A-6B48-3831-C401-1AA1747716BF}"/>
              </a:ext>
            </a:extLst>
          </p:cNvPr>
          <p:cNvSpPr txBox="1"/>
          <p:nvPr/>
        </p:nvSpPr>
        <p:spPr>
          <a:xfrm>
            <a:off x="8299179" y="5434622"/>
            <a:ext cx="209543" cy="2806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/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D903023-E85A-F1B1-D455-273FA45DDD89}"/>
              </a:ext>
            </a:extLst>
          </p:cNvPr>
          <p:cNvSpPr txBox="1"/>
          <p:nvPr/>
        </p:nvSpPr>
        <p:spPr>
          <a:xfrm>
            <a:off x="8674616" y="5434622"/>
            <a:ext cx="209543" cy="2806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93916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ECDF4-4D64-6EF8-01BA-AF46D22D9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C0A6BB5-8A6C-901C-7E25-440D94D23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Digital Input/</a:t>
            </a:r>
            <a:r>
              <a:rPr lang="en-US" err="1"/>
              <a:t>Ouput</a:t>
            </a:r>
            <a:r>
              <a:rPr lang="en-US"/>
              <a:t> – The basics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7B30DE-614F-50E0-0852-B47D785B331B}"/>
              </a:ext>
            </a:extLst>
          </p:cNvPr>
          <p:cNvSpPr txBox="1"/>
          <p:nvPr/>
        </p:nvSpPr>
        <p:spPr>
          <a:xfrm>
            <a:off x="379411" y="777252"/>
            <a:ext cx="1120298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Digital Output – software drives the pin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CFB09A-DD3F-6A44-DDF4-392108EBDB1B}"/>
              </a:ext>
            </a:extLst>
          </p:cNvPr>
          <p:cNvSpPr txBox="1"/>
          <p:nvPr/>
        </p:nvSpPr>
        <p:spPr>
          <a:xfrm>
            <a:off x="376375" y="3369344"/>
            <a:ext cx="5783266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Basic Configuration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b="1"/>
              <a:t>Direction</a:t>
            </a:r>
            <a:r>
              <a:rPr lang="en-US"/>
              <a:t> &amp; </a:t>
            </a:r>
            <a:r>
              <a:rPr lang="en-US" b="1"/>
              <a:t>Output</a:t>
            </a:r>
            <a:r>
              <a:rPr lang="en-US"/>
              <a:t> type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/>
              <a:t>Safe </a:t>
            </a:r>
            <a:r>
              <a:rPr lang="en-US" b="1"/>
              <a:t>startup</a:t>
            </a:r>
            <a:r>
              <a:rPr lang="en-US"/>
              <a:t> </a:t>
            </a:r>
            <a:r>
              <a:rPr lang="en-US" b="1"/>
              <a:t>value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b="1"/>
              <a:t>Active-high</a:t>
            </a:r>
            <a:r>
              <a:rPr lang="en-US"/>
              <a:t> or </a:t>
            </a:r>
            <a:r>
              <a:rPr lang="en-US" b="1"/>
              <a:t>active-low</a:t>
            </a:r>
            <a:r>
              <a:rPr lang="en-US"/>
              <a:t> behavior</a:t>
            </a:r>
          </a:p>
        </p:txBody>
      </p:sp>
      <p:pic>
        <p:nvPicPr>
          <p:cNvPr id="2" name="Picture 1" descr="Code - Free computer icons">
            <a:extLst>
              <a:ext uri="{FF2B5EF4-FFF2-40B4-BE49-F238E27FC236}">
                <a16:creationId xmlns:a16="http://schemas.microsoft.com/office/drawing/2014/main" id="{9B7003A1-E3C0-9049-F5BE-B797065F6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849" y="1552547"/>
            <a:ext cx="1032577" cy="1032577"/>
          </a:xfrm>
          <a:prstGeom prst="rect">
            <a:avLst/>
          </a:prstGeom>
        </p:spPr>
      </p:pic>
      <p:pic>
        <p:nvPicPr>
          <p:cNvPr id="4" name="Picture 3" descr="Operational amplifier - Free electronics icons">
            <a:extLst>
              <a:ext uri="{FF2B5EF4-FFF2-40B4-BE49-F238E27FC236}">
                <a16:creationId xmlns:a16="http://schemas.microsoft.com/office/drawing/2014/main" id="{65631FA0-1559-57E7-A5C1-DAE9EB1DC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828" y="1381696"/>
            <a:ext cx="1391001" cy="1391001"/>
          </a:xfrm>
          <a:prstGeom prst="rect">
            <a:avLst/>
          </a:prstGeom>
        </p:spPr>
      </p:pic>
      <p:pic>
        <p:nvPicPr>
          <p:cNvPr id="9" name="Picture 8" descr="Download Free Microcontroller HD Image Free PNG ICON favicon | FreePNGimg">
            <a:extLst>
              <a:ext uri="{FF2B5EF4-FFF2-40B4-BE49-F238E27FC236}">
                <a16:creationId xmlns:a16="http://schemas.microsoft.com/office/drawing/2014/main" id="{858ACA13-535F-D922-603F-035C14049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715" y="1370662"/>
            <a:ext cx="1391001" cy="1391001"/>
          </a:xfrm>
          <a:prstGeom prst="rect">
            <a:avLst/>
          </a:prstGeom>
        </p:spPr>
      </p:pic>
      <p:pic>
        <p:nvPicPr>
          <p:cNvPr id="16" name="Picture 15" descr="Led - Free electronics icons">
            <a:extLst>
              <a:ext uri="{FF2B5EF4-FFF2-40B4-BE49-F238E27FC236}">
                <a16:creationId xmlns:a16="http://schemas.microsoft.com/office/drawing/2014/main" id="{6CD82064-76AC-AF1B-0C2A-24896171A7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6440" y="1547204"/>
            <a:ext cx="989221" cy="98922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6DCDE6D-F6E5-BE6B-806A-2F8581EA1C8A}"/>
              </a:ext>
            </a:extLst>
          </p:cNvPr>
          <p:cNvSpPr txBox="1"/>
          <p:nvPr/>
        </p:nvSpPr>
        <p:spPr>
          <a:xfrm>
            <a:off x="831100" y="2585123"/>
            <a:ext cx="17351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Software Value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939895-9A50-6493-4BA2-A3EA86F8D235}"/>
              </a:ext>
            </a:extLst>
          </p:cNvPr>
          <p:cNvSpPr txBox="1"/>
          <p:nvPr/>
        </p:nvSpPr>
        <p:spPr>
          <a:xfrm>
            <a:off x="3244736" y="2585123"/>
            <a:ext cx="187126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Output Register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54ED32-82EF-353D-93D1-3AFA748CDAE4}"/>
              </a:ext>
            </a:extLst>
          </p:cNvPr>
          <p:cNvSpPr txBox="1"/>
          <p:nvPr/>
        </p:nvSpPr>
        <p:spPr>
          <a:xfrm>
            <a:off x="5820828" y="2532341"/>
            <a:ext cx="153200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Output Driver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5BE3CC-33C9-A357-55BA-50A8E29F2708}"/>
              </a:ext>
            </a:extLst>
          </p:cNvPr>
          <p:cNvSpPr txBox="1"/>
          <p:nvPr/>
        </p:nvSpPr>
        <p:spPr>
          <a:xfrm>
            <a:off x="8293216" y="2495697"/>
            <a:ext cx="98922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MCU Pin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4AA54E-132F-D9A6-848D-50B0AAFE940A}"/>
              </a:ext>
            </a:extLst>
          </p:cNvPr>
          <p:cNvSpPr txBox="1"/>
          <p:nvPr/>
        </p:nvSpPr>
        <p:spPr>
          <a:xfrm>
            <a:off x="10371679" y="2495697"/>
            <a:ext cx="98922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Control</a:t>
            </a:r>
          </a:p>
        </p:txBody>
      </p:sp>
      <p:pic>
        <p:nvPicPr>
          <p:cNvPr id="44" name="Graphic 43" descr="Arrow Right with solid fill">
            <a:extLst>
              <a:ext uri="{FF2B5EF4-FFF2-40B4-BE49-F238E27FC236}">
                <a16:creationId xmlns:a16="http://schemas.microsoft.com/office/drawing/2014/main" id="{B416EDD9-6251-96FC-0897-4D2F6436E4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18243" y="1778921"/>
            <a:ext cx="952801" cy="676682"/>
          </a:xfrm>
          <a:prstGeom prst="rect">
            <a:avLst/>
          </a:prstGeom>
        </p:spPr>
      </p:pic>
      <p:pic>
        <p:nvPicPr>
          <p:cNvPr id="51" name="Graphic 50" descr="Arrow Right with solid fill">
            <a:extLst>
              <a:ext uri="{FF2B5EF4-FFF2-40B4-BE49-F238E27FC236}">
                <a16:creationId xmlns:a16="http://schemas.microsoft.com/office/drawing/2014/main" id="{1665B8F6-4C9C-B052-76F9-2C1B352321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56804" y="1778921"/>
            <a:ext cx="952801" cy="676682"/>
          </a:xfrm>
          <a:prstGeom prst="rect">
            <a:avLst/>
          </a:prstGeom>
        </p:spPr>
      </p:pic>
      <p:pic>
        <p:nvPicPr>
          <p:cNvPr id="53" name="Graphic 52" descr="Arrow Right with solid fill">
            <a:extLst>
              <a:ext uri="{FF2B5EF4-FFF2-40B4-BE49-F238E27FC236}">
                <a16:creationId xmlns:a16="http://schemas.microsoft.com/office/drawing/2014/main" id="{8A8BA9F5-A7C4-50A1-A20E-FAC200CF06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56517" y="1738855"/>
            <a:ext cx="952801" cy="676682"/>
          </a:xfrm>
          <a:prstGeom prst="rect">
            <a:avLst/>
          </a:prstGeom>
        </p:spPr>
      </p:pic>
      <p:pic>
        <p:nvPicPr>
          <p:cNvPr id="55" name="Graphic 54" descr="Arrow Right with solid fill">
            <a:extLst>
              <a:ext uri="{FF2B5EF4-FFF2-40B4-BE49-F238E27FC236}">
                <a16:creationId xmlns:a16="http://schemas.microsoft.com/office/drawing/2014/main" id="{988364EC-A409-91F1-FB9F-05FBC5426A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23801" y="1727821"/>
            <a:ext cx="952801" cy="676682"/>
          </a:xfrm>
          <a:prstGeom prst="rect">
            <a:avLst/>
          </a:prstGeom>
        </p:spPr>
      </p:pic>
      <p:pic>
        <p:nvPicPr>
          <p:cNvPr id="58" name="Picture 57" descr="Binary code - Free computer icons">
            <a:extLst>
              <a:ext uri="{FF2B5EF4-FFF2-40B4-BE49-F238E27FC236}">
                <a16:creationId xmlns:a16="http://schemas.microsoft.com/office/drawing/2014/main" id="{2705E482-740B-3BEF-A1DF-3FF1B76486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6406" y="1532276"/>
            <a:ext cx="942117" cy="94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42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CB315-8020-C49A-0C0E-CA5C02C8B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Digital Input/</a:t>
            </a:r>
            <a:r>
              <a:rPr lang="en-US" err="1"/>
              <a:t>Ouput</a:t>
            </a:r>
            <a:r>
              <a:rPr lang="en-US"/>
              <a:t> – The basics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31ED20-0D28-E16B-7897-6D2DCE01A376}"/>
              </a:ext>
            </a:extLst>
          </p:cNvPr>
          <p:cNvSpPr txBox="1"/>
          <p:nvPr/>
        </p:nvSpPr>
        <p:spPr>
          <a:xfrm>
            <a:off x="379411" y="777252"/>
            <a:ext cx="1120298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Output Electrical Behavior – </a:t>
            </a:r>
            <a:r>
              <a:rPr lang="en-US" b="1"/>
              <a:t>Push-Pull</a:t>
            </a:r>
            <a:r>
              <a:rPr lang="en-US"/>
              <a:t> vs </a:t>
            </a:r>
            <a:r>
              <a:rPr lang="en-US" b="1"/>
              <a:t>Open-Drain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341E83-009B-51A7-7570-EC5F579D9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567" y="3100206"/>
            <a:ext cx="2972215" cy="26006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8B1EA7-1D3E-ADC2-A676-F8D82AB85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852" y="3100206"/>
            <a:ext cx="2838846" cy="26387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1B0F4C-3193-AC71-5105-DF9EED92E395}"/>
              </a:ext>
            </a:extLst>
          </p:cNvPr>
          <p:cNvSpPr txBox="1"/>
          <p:nvPr/>
        </p:nvSpPr>
        <p:spPr>
          <a:xfrm>
            <a:off x="904875" y="1314450"/>
            <a:ext cx="4400550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>
                <a:solidFill>
                  <a:schemeClr val="accent3"/>
                </a:solidFill>
              </a:rPr>
              <a:t>Push-Pull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Actively drive signals HIGH/LOW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Uses 2 internal transistors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Can both source and sink current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High speed switch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390039-72F9-CF1E-9BD1-1C1F1AB813FB}"/>
              </a:ext>
            </a:extLst>
          </p:cNvPr>
          <p:cNvSpPr txBox="1"/>
          <p:nvPr/>
        </p:nvSpPr>
        <p:spPr>
          <a:xfrm>
            <a:off x="6619875" y="1295400"/>
            <a:ext cx="4400550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>
                <a:solidFill>
                  <a:schemeClr val="accent4"/>
                </a:solidFill>
              </a:rPr>
              <a:t>Open-Drain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One transistor to GND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Leaves the pin floating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Can only sink current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High-impedance state when off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2EE6D3-019C-4A9F-DC42-7D0C57831A78}"/>
              </a:ext>
            </a:extLst>
          </p:cNvPr>
          <p:cNvSpPr txBox="1"/>
          <p:nvPr/>
        </p:nvSpPr>
        <p:spPr>
          <a:xfrm>
            <a:off x="904875" y="5738999"/>
            <a:ext cx="38100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/>
              <a:t>When to use? </a:t>
            </a:r>
            <a:r>
              <a:rPr lang="en-US"/>
              <a:t>Unidirectional data lines like SPI, UART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B1BF53-536B-57A8-2D08-5135FD583D07}"/>
              </a:ext>
            </a:extLst>
          </p:cNvPr>
          <p:cNvSpPr txBox="1"/>
          <p:nvPr/>
        </p:nvSpPr>
        <p:spPr>
          <a:xfrm>
            <a:off x="6772275" y="5803749"/>
            <a:ext cx="440055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/>
              <a:t>When to use? </a:t>
            </a:r>
            <a:r>
              <a:rPr lang="en-US"/>
              <a:t>Bidirectional and shared communication buses, like I2C</a:t>
            </a:r>
          </a:p>
        </p:txBody>
      </p:sp>
    </p:spTree>
    <p:extLst>
      <p:ext uri="{BB962C8B-B14F-4D97-AF65-F5344CB8AC3E}">
        <p14:creationId xmlns:p14="http://schemas.microsoft.com/office/powerpoint/2010/main" val="2080003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0914F-F536-D08E-DB09-3CA0BBCFB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083D654-8AA6-288F-29F3-5E372EAEB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Digital Input/</a:t>
            </a:r>
            <a:r>
              <a:rPr lang="en-US" err="1"/>
              <a:t>Ouput</a:t>
            </a:r>
            <a:r>
              <a:rPr lang="en-US"/>
              <a:t> – The basics</a:t>
            </a:r>
          </a:p>
        </p:txBody>
      </p:sp>
      <p:pic>
        <p:nvPicPr>
          <p:cNvPr id="60" name="Picture 59" descr="Push button - Free technology icons">
            <a:extLst>
              <a:ext uri="{FF2B5EF4-FFF2-40B4-BE49-F238E27FC236}">
                <a16:creationId xmlns:a16="http://schemas.microsoft.com/office/drawing/2014/main" id="{A7A38474-B7B1-5912-3BA4-45B80440F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2" y="1344520"/>
            <a:ext cx="1180795" cy="1180795"/>
          </a:xfrm>
          <a:prstGeom prst="rect">
            <a:avLst/>
          </a:prstGeom>
        </p:spPr>
      </p:pic>
      <p:pic>
        <p:nvPicPr>
          <p:cNvPr id="61" name="Picture 60" descr="Download Free Microcontroller HD Image Free PNG ICON favicon | FreePNGimg">
            <a:extLst>
              <a:ext uri="{FF2B5EF4-FFF2-40B4-BE49-F238E27FC236}">
                <a16:creationId xmlns:a16="http://schemas.microsoft.com/office/drawing/2014/main" id="{D24B84D5-CED3-C7F2-1ABA-1FF2935EB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1963" y="1199730"/>
            <a:ext cx="1391001" cy="1391001"/>
          </a:xfrm>
          <a:prstGeom prst="rect">
            <a:avLst/>
          </a:prstGeom>
        </p:spPr>
      </p:pic>
      <p:pic>
        <p:nvPicPr>
          <p:cNvPr id="62" name="Picture 61" descr="Operational amplifier - Free electronics icons">
            <a:extLst>
              <a:ext uri="{FF2B5EF4-FFF2-40B4-BE49-F238E27FC236}">
                <a16:creationId xmlns:a16="http://schemas.microsoft.com/office/drawing/2014/main" id="{AB37AA6C-F2A5-AE4D-AF54-0A796F41B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776425" y="1181694"/>
            <a:ext cx="1391001" cy="1391001"/>
          </a:xfrm>
          <a:prstGeom prst="rect">
            <a:avLst/>
          </a:prstGeom>
        </p:spPr>
      </p:pic>
      <p:pic>
        <p:nvPicPr>
          <p:cNvPr id="63" name="Picture 62" descr="Binary code - Free computer icons">
            <a:extLst>
              <a:ext uri="{FF2B5EF4-FFF2-40B4-BE49-F238E27FC236}">
                <a16:creationId xmlns:a16="http://schemas.microsoft.com/office/drawing/2014/main" id="{ADEA0310-5438-4D3B-DCB2-9E3BAEBF2E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0615" y="1373398"/>
            <a:ext cx="942117" cy="942117"/>
          </a:xfrm>
          <a:prstGeom prst="rect">
            <a:avLst/>
          </a:prstGeom>
        </p:spPr>
      </p:pic>
      <p:pic>
        <p:nvPicPr>
          <p:cNvPr id="64" name="Picture 63" descr="Code - Free computer icons">
            <a:extLst>
              <a:ext uri="{FF2B5EF4-FFF2-40B4-BE49-F238E27FC236}">
                <a16:creationId xmlns:a16="http://schemas.microsoft.com/office/drawing/2014/main" id="{80BE794C-64BA-9B46-D2DF-B5FA9F45C1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1679" y="1373398"/>
            <a:ext cx="1032577" cy="1032577"/>
          </a:xfrm>
          <a:prstGeom prst="rect">
            <a:avLst/>
          </a:prstGeom>
        </p:spPr>
      </p:pic>
      <p:pic>
        <p:nvPicPr>
          <p:cNvPr id="65" name="Graphic 64" descr="Arrow Right with solid fill">
            <a:extLst>
              <a:ext uri="{FF2B5EF4-FFF2-40B4-BE49-F238E27FC236}">
                <a16:creationId xmlns:a16="http://schemas.microsoft.com/office/drawing/2014/main" id="{C631A8A4-F3D3-8D30-1E31-F2D70A83DE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58682" y="1547364"/>
            <a:ext cx="952801" cy="676682"/>
          </a:xfrm>
          <a:prstGeom prst="rect">
            <a:avLst/>
          </a:prstGeom>
        </p:spPr>
      </p:pic>
      <p:pic>
        <p:nvPicPr>
          <p:cNvPr id="66" name="Graphic 65" descr="Arrow Right with solid fill">
            <a:extLst>
              <a:ext uri="{FF2B5EF4-FFF2-40B4-BE49-F238E27FC236}">
                <a16:creationId xmlns:a16="http://schemas.microsoft.com/office/drawing/2014/main" id="{ECBBF5A9-536D-D761-14D8-2C4AD9470E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9602" y="1547364"/>
            <a:ext cx="952801" cy="676682"/>
          </a:xfrm>
          <a:prstGeom prst="rect">
            <a:avLst/>
          </a:prstGeom>
        </p:spPr>
      </p:pic>
      <p:pic>
        <p:nvPicPr>
          <p:cNvPr id="67" name="Graphic 66" descr="Arrow Right with solid fill">
            <a:extLst>
              <a:ext uri="{FF2B5EF4-FFF2-40B4-BE49-F238E27FC236}">
                <a16:creationId xmlns:a16="http://schemas.microsoft.com/office/drawing/2014/main" id="{95CAFF39-1343-C8A5-C9CE-6DB7B62BD6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32142" y="1519804"/>
            <a:ext cx="952801" cy="676682"/>
          </a:xfrm>
          <a:prstGeom prst="rect">
            <a:avLst/>
          </a:prstGeom>
        </p:spPr>
      </p:pic>
      <p:pic>
        <p:nvPicPr>
          <p:cNvPr id="68" name="Graphic 67" descr="Arrow Right with solid fill">
            <a:extLst>
              <a:ext uri="{FF2B5EF4-FFF2-40B4-BE49-F238E27FC236}">
                <a16:creationId xmlns:a16="http://schemas.microsoft.com/office/drawing/2014/main" id="{8CA16565-18C2-FAD4-AE67-42A9154E39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6917" y="1519804"/>
            <a:ext cx="952801" cy="676682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F06F4068-EE7A-A204-A430-5A7BB534C2B6}"/>
              </a:ext>
            </a:extLst>
          </p:cNvPr>
          <p:cNvSpPr txBox="1"/>
          <p:nvPr/>
        </p:nvSpPr>
        <p:spPr>
          <a:xfrm>
            <a:off x="1127609" y="2442706"/>
            <a:ext cx="75193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Signal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D121C9E-A047-FF45-F15F-B6610ADE6354}"/>
              </a:ext>
            </a:extLst>
          </p:cNvPr>
          <p:cNvSpPr txBox="1"/>
          <p:nvPr/>
        </p:nvSpPr>
        <p:spPr>
          <a:xfrm>
            <a:off x="3502852" y="2386815"/>
            <a:ext cx="98922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MCU Pin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02CAD49-2418-0004-EFB9-671B2F909399}"/>
              </a:ext>
            </a:extLst>
          </p:cNvPr>
          <p:cNvSpPr txBox="1"/>
          <p:nvPr/>
        </p:nvSpPr>
        <p:spPr>
          <a:xfrm>
            <a:off x="5810508" y="2374749"/>
            <a:ext cx="153200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Input Buffer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09C623B-889A-772A-C70E-F478C6F024F4}"/>
              </a:ext>
            </a:extLst>
          </p:cNvPr>
          <p:cNvSpPr txBox="1"/>
          <p:nvPr/>
        </p:nvSpPr>
        <p:spPr>
          <a:xfrm>
            <a:off x="7969976" y="2374748"/>
            <a:ext cx="163113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Input Register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BFA3CB9-82C5-1FBC-D62E-14A8A090B798}"/>
              </a:ext>
            </a:extLst>
          </p:cNvPr>
          <p:cNvSpPr txBox="1"/>
          <p:nvPr/>
        </p:nvSpPr>
        <p:spPr>
          <a:xfrm>
            <a:off x="10076777" y="2386814"/>
            <a:ext cx="17351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Software Value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54427C-104C-E6C3-E63C-292D472A90EA}"/>
              </a:ext>
            </a:extLst>
          </p:cNvPr>
          <p:cNvSpPr txBox="1"/>
          <p:nvPr/>
        </p:nvSpPr>
        <p:spPr>
          <a:xfrm>
            <a:off x="379585" y="776848"/>
            <a:ext cx="1120298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Digital Input – a pin becomes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C5FE6F-B152-A16A-DE34-3B6BCF5879B0}"/>
              </a:ext>
            </a:extLst>
          </p:cNvPr>
          <p:cNvSpPr txBox="1"/>
          <p:nvPr/>
        </p:nvSpPr>
        <p:spPr>
          <a:xfrm>
            <a:off x="376375" y="3369344"/>
            <a:ext cx="5783266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Basic Configuration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b="1"/>
              <a:t>Direction</a:t>
            </a:r>
            <a:endParaRPr lang="en-US"/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b="1"/>
              <a:t>Pull </a:t>
            </a:r>
            <a:r>
              <a:rPr lang="en-US"/>
              <a:t>device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b="1"/>
              <a:t>Polarity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668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80D80-C679-15E4-42BF-80C9BCFB2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38E6E-AD31-699C-44D1-F2309F821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Digital Input/</a:t>
            </a:r>
            <a:r>
              <a:rPr lang="en-US" err="1"/>
              <a:t>Ouput</a:t>
            </a:r>
            <a:r>
              <a:rPr lang="en-US"/>
              <a:t> – The basics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CA96C4-C39E-E188-D1A0-63042D43E21E}"/>
              </a:ext>
            </a:extLst>
          </p:cNvPr>
          <p:cNvSpPr txBox="1"/>
          <p:nvPr/>
        </p:nvSpPr>
        <p:spPr>
          <a:xfrm>
            <a:off x="379411" y="777252"/>
            <a:ext cx="1120298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/>
              <a:t>Pull-Up</a:t>
            </a:r>
            <a:r>
              <a:rPr lang="en-US"/>
              <a:t> vs </a:t>
            </a:r>
            <a:r>
              <a:rPr lang="en-US" b="1"/>
              <a:t>Pull-Down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A9931A-E347-AC2C-2921-BF57B8BE0324}"/>
              </a:ext>
            </a:extLst>
          </p:cNvPr>
          <p:cNvSpPr txBox="1"/>
          <p:nvPr/>
        </p:nvSpPr>
        <p:spPr>
          <a:xfrm>
            <a:off x="904875" y="1314450"/>
            <a:ext cx="4400550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>
                <a:solidFill>
                  <a:schemeClr val="accent3"/>
                </a:solidFill>
              </a:rPr>
              <a:t>Pull-Up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Default state – logic 1 when input is inactive or open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Active state – connects the pin to GND to read logic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297613-2569-6B48-BA32-A8AC445C5A13}"/>
              </a:ext>
            </a:extLst>
          </p:cNvPr>
          <p:cNvSpPr txBox="1"/>
          <p:nvPr/>
        </p:nvSpPr>
        <p:spPr>
          <a:xfrm>
            <a:off x="6619875" y="1295400"/>
            <a:ext cx="4400550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>
                <a:solidFill>
                  <a:schemeClr val="accent4"/>
                </a:solidFill>
              </a:rPr>
              <a:t>Pull-Down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Default state – logic 0 when input is inactive or open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Active state – connects the pin to VCC to read logic 1</a:t>
            </a:r>
          </a:p>
        </p:txBody>
      </p:sp>
      <p:pic>
        <p:nvPicPr>
          <p:cNvPr id="8" name="Picture 7" descr="pull up and pull down resistor circuit | Next Electronics">
            <a:extLst>
              <a:ext uri="{FF2B5EF4-FFF2-40B4-BE49-F238E27FC236}">
                <a16:creationId xmlns:a16="http://schemas.microsoft.com/office/drawing/2014/main" id="{08E2935E-2C80-10C2-340F-5FE97DD8F0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444"/>
          <a:stretch>
            <a:fillRect/>
          </a:stretch>
        </p:blipFill>
        <p:spPr>
          <a:xfrm>
            <a:off x="904875" y="2959644"/>
            <a:ext cx="3964404" cy="2924175"/>
          </a:xfrm>
          <a:prstGeom prst="rect">
            <a:avLst/>
          </a:prstGeom>
        </p:spPr>
      </p:pic>
      <p:pic>
        <p:nvPicPr>
          <p:cNvPr id="9" name="Picture 8" descr="pull up and pull down resistor circuit | Next Electronics">
            <a:extLst>
              <a:ext uri="{FF2B5EF4-FFF2-40B4-BE49-F238E27FC236}">
                <a16:creationId xmlns:a16="http://schemas.microsoft.com/office/drawing/2014/main" id="{592F77B8-5106-C4D9-21CE-49862DA8F8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1481"/>
          <a:stretch>
            <a:fillRect/>
          </a:stretch>
        </p:blipFill>
        <p:spPr>
          <a:xfrm>
            <a:off x="6619875" y="2812919"/>
            <a:ext cx="4215396" cy="29260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47951E-7DA7-A62B-B27C-8015121F32A1}"/>
              </a:ext>
            </a:extLst>
          </p:cNvPr>
          <p:cNvSpPr txBox="1"/>
          <p:nvPr/>
        </p:nvSpPr>
        <p:spPr>
          <a:xfrm>
            <a:off x="904875" y="5738999"/>
            <a:ext cx="38100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/>
              <a:t>When to use? </a:t>
            </a:r>
            <a:r>
              <a:rPr lang="en-US"/>
              <a:t>A button connects the pin to GND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733E1C-3AC3-E073-D71B-924F1959DD24}"/>
              </a:ext>
            </a:extLst>
          </p:cNvPr>
          <p:cNvSpPr txBox="1"/>
          <p:nvPr/>
        </p:nvSpPr>
        <p:spPr>
          <a:xfrm>
            <a:off x="6705600" y="5738999"/>
            <a:ext cx="38100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/>
              <a:t>When to use? </a:t>
            </a:r>
            <a:r>
              <a:rPr lang="en-US"/>
              <a:t>A button connects the pin to VCC</a:t>
            </a:r>
          </a:p>
        </p:txBody>
      </p:sp>
    </p:spTree>
    <p:extLst>
      <p:ext uri="{BB962C8B-B14F-4D97-AF65-F5344CB8AC3E}">
        <p14:creationId xmlns:p14="http://schemas.microsoft.com/office/powerpoint/2010/main" val="1678381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631C22-655F-E191-F679-63438E0D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DIO in Simulink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802565-6682-3A27-E1BC-CBCAAE8304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Make your model interact with the Hardware</a:t>
            </a:r>
          </a:p>
        </p:txBody>
      </p:sp>
    </p:spTree>
    <p:extLst>
      <p:ext uri="{BB962C8B-B14F-4D97-AF65-F5344CB8AC3E}">
        <p14:creationId xmlns:p14="http://schemas.microsoft.com/office/powerpoint/2010/main" val="829110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BD442AC-C0C6-9310-FC89-5F245DD25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Explore the Simulink Library Browser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B7327E-ED2E-D634-4172-3F0DF533AEC7}"/>
              </a:ext>
            </a:extLst>
          </p:cNvPr>
          <p:cNvSpPr txBox="1"/>
          <p:nvPr/>
        </p:nvSpPr>
        <p:spPr>
          <a:xfrm>
            <a:off x="379411" y="1054251"/>
            <a:ext cx="5373689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In any Simulink model, go to </a:t>
            </a:r>
            <a:r>
              <a:rPr lang="en-US" b="1"/>
              <a:t>SIMULATION</a:t>
            </a:r>
            <a:r>
              <a:rPr lang="en-US"/>
              <a:t> tab and open the </a:t>
            </a:r>
            <a:r>
              <a:rPr lang="en-US" b="1"/>
              <a:t>Library Browser</a:t>
            </a:r>
            <a:r>
              <a:rPr lang="en-US"/>
              <a:t>.</a:t>
            </a:r>
          </a:p>
          <a:p>
            <a:pPr algn="l"/>
            <a:endParaRPr lang="en-US"/>
          </a:p>
          <a:p>
            <a:r>
              <a:rPr lang="en-US"/>
              <a:t>Expand the </a:t>
            </a:r>
            <a:r>
              <a:rPr lang="en-US" b="1"/>
              <a:t>NXP Model-Based Design Toolbox for S32K3 </a:t>
            </a:r>
            <a:r>
              <a:rPr lang="en-US"/>
              <a:t>and open the </a:t>
            </a:r>
            <a:r>
              <a:rPr lang="en-US" b="1"/>
              <a:t>S32K3 Core, System, Peripherals and Utilities</a:t>
            </a:r>
            <a:r>
              <a:rPr lang="en-US"/>
              <a:t> library</a:t>
            </a:r>
          </a:p>
          <a:p>
            <a:endParaRPr lang="en-US"/>
          </a:p>
          <a:p>
            <a:r>
              <a:rPr lang="en-US"/>
              <a:t>Expand the </a:t>
            </a:r>
            <a:r>
              <a:rPr lang="en-US" b="1"/>
              <a:t>IO Blocks </a:t>
            </a:r>
            <a:r>
              <a:rPr lang="en-US"/>
              <a:t>that includes Dio, </a:t>
            </a:r>
            <a:r>
              <a:rPr lang="en-US" err="1"/>
              <a:t>Adc</a:t>
            </a:r>
            <a:r>
              <a:rPr lang="en-US"/>
              <a:t>, </a:t>
            </a:r>
            <a:r>
              <a:rPr lang="en-US" err="1"/>
              <a:t>Icu</a:t>
            </a:r>
            <a:r>
              <a:rPr lang="en-US"/>
              <a:t> and </a:t>
            </a:r>
            <a:r>
              <a:rPr lang="en-US" err="1"/>
              <a:t>Pwm</a:t>
            </a:r>
            <a:r>
              <a:rPr lang="en-US"/>
              <a:t> NXP blocks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0F9F7E-323E-0D44-B209-543837EE2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975" y="686810"/>
            <a:ext cx="6172862" cy="3867336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BAF601D-27BB-F585-EEFE-FC7B8103E5E2}"/>
              </a:ext>
            </a:extLst>
          </p:cNvPr>
          <p:cNvSpPr/>
          <p:nvPr/>
        </p:nvSpPr>
        <p:spPr>
          <a:xfrm>
            <a:off x="5895975" y="866775"/>
            <a:ext cx="666750" cy="18747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7B8CB89-B8B0-70D2-0EF2-B38D9A88DB92}"/>
              </a:ext>
            </a:extLst>
          </p:cNvPr>
          <p:cNvSpPr/>
          <p:nvPr/>
        </p:nvSpPr>
        <p:spPr>
          <a:xfrm>
            <a:off x="6705599" y="1054251"/>
            <a:ext cx="476251" cy="5935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46981C5-8745-02D8-7048-86D3F5746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975" y="2095752"/>
            <a:ext cx="6162546" cy="4449020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3DFD3FA-FBC9-D720-53A2-052EB56E7ED0}"/>
              </a:ext>
            </a:extLst>
          </p:cNvPr>
          <p:cNvSpPr/>
          <p:nvPr/>
        </p:nvSpPr>
        <p:spPr>
          <a:xfrm>
            <a:off x="8500997" y="3848100"/>
            <a:ext cx="1805053" cy="1016336"/>
          </a:xfrm>
          <a:prstGeom prst="roundRect">
            <a:avLst>
              <a:gd name="adj" fmla="val 917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638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DAD85-6780-025D-C1BE-930DF8C1C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DIO Block – Basic Configuration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0FF683-0DA3-97B7-71DA-D0EFE9081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6877" y="715385"/>
            <a:ext cx="3324689" cy="17242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564D01-7A55-9875-3B40-9A8769B1D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125" y="2939174"/>
            <a:ext cx="4301765" cy="32034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72278F-1599-1FE4-D495-A2D0BF4C2031}"/>
              </a:ext>
            </a:extLst>
          </p:cNvPr>
          <p:cNvSpPr txBox="1"/>
          <p:nvPr/>
        </p:nvSpPr>
        <p:spPr>
          <a:xfrm>
            <a:off x="379411" y="1190625"/>
            <a:ext cx="5716589" cy="47089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When double-clicking on a block, a window will pop-up with blocks configuration</a:t>
            </a:r>
          </a:p>
          <a:p>
            <a:pPr algn="l"/>
            <a:endParaRPr lang="en-US"/>
          </a:p>
          <a:p>
            <a:pPr algn="l"/>
            <a:r>
              <a:rPr lang="en-US"/>
              <a:t>Function parameter let the user to choose the equivalent </a:t>
            </a:r>
            <a:r>
              <a:rPr lang="en-US" b="1"/>
              <a:t>RTD-based </a:t>
            </a:r>
            <a:r>
              <a:rPr lang="en-US"/>
              <a:t>API function that will be called at code generation phase</a:t>
            </a:r>
          </a:p>
          <a:p>
            <a:pPr algn="l"/>
            <a:endParaRPr lang="en-US"/>
          </a:p>
          <a:p>
            <a:pPr algn="l"/>
            <a:r>
              <a:rPr lang="en-US"/>
              <a:t>Based on the chosen function, other block’s parameter will be available</a:t>
            </a:r>
          </a:p>
          <a:p>
            <a:pPr algn="l"/>
            <a:endParaRPr lang="en-US"/>
          </a:p>
          <a:p>
            <a:pPr algn="l"/>
            <a:r>
              <a:rPr lang="en-US"/>
              <a:t>For example, when we choose the </a:t>
            </a:r>
            <a:r>
              <a:rPr lang="en-US" b="1" err="1"/>
              <a:t>Dio_ReadChannel</a:t>
            </a:r>
            <a:r>
              <a:rPr lang="en-US" b="1"/>
              <a:t> </a:t>
            </a:r>
            <a:r>
              <a:rPr lang="en-US"/>
              <a:t>Function, the </a:t>
            </a:r>
            <a:r>
              <a:rPr lang="en-US" b="1"/>
              <a:t>Channel</a:t>
            </a:r>
            <a:r>
              <a:rPr lang="en-US"/>
              <a:t> parameter is available.</a:t>
            </a:r>
          </a:p>
          <a:p>
            <a:pPr algn="l"/>
            <a:endParaRPr lang="en-US"/>
          </a:p>
          <a:p>
            <a:pPr algn="l"/>
            <a:r>
              <a:rPr lang="en-US"/>
              <a:t>You can choose which channel to use when reading the state. The available channels are configured externally via S32CT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31FB186-AE0F-58AB-79BB-CFC78DC6505F}"/>
              </a:ext>
            </a:extLst>
          </p:cNvPr>
          <p:cNvSpPr/>
          <p:nvPr/>
        </p:nvSpPr>
        <p:spPr>
          <a:xfrm>
            <a:off x="7115175" y="3876674"/>
            <a:ext cx="4019550" cy="247651"/>
          </a:xfrm>
          <a:prstGeom prst="roundRect">
            <a:avLst>
              <a:gd name="adj" fmla="val 917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67D427E-23F5-8E54-8D6D-00B0F13BAF9D}"/>
              </a:ext>
            </a:extLst>
          </p:cNvPr>
          <p:cNvSpPr/>
          <p:nvPr/>
        </p:nvSpPr>
        <p:spPr>
          <a:xfrm>
            <a:off x="7115175" y="4124325"/>
            <a:ext cx="4019550" cy="247651"/>
          </a:xfrm>
          <a:prstGeom prst="roundRect">
            <a:avLst>
              <a:gd name="adj" fmla="val 917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363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95F4B-3D54-70B7-C8A5-F8FD9D659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832EF-F79D-4EF6-9974-2DA3FB66C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DIO Block – Basic Configuration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5B7250-C15F-2AA3-7578-128A5B3A90A3}"/>
              </a:ext>
            </a:extLst>
          </p:cNvPr>
          <p:cNvSpPr txBox="1"/>
          <p:nvPr/>
        </p:nvSpPr>
        <p:spPr>
          <a:xfrm>
            <a:off x="379411" y="1190625"/>
            <a:ext cx="5716589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Now, you can observe that we changed the Function to </a:t>
            </a:r>
            <a:r>
              <a:rPr lang="en-US" b="1" err="1"/>
              <a:t>Dio_WriteChannel</a:t>
            </a:r>
            <a:endParaRPr lang="en-US" b="1"/>
          </a:p>
          <a:p>
            <a:pPr algn="l"/>
            <a:endParaRPr lang="en-US"/>
          </a:p>
          <a:p>
            <a:pPr algn="l"/>
            <a:r>
              <a:rPr lang="en-US"/>
              <a:t>The block has changed its output port to a input port</a:t>
            </a:r>
          </a:p>
          <a:p>
            <a:pPr algn="l"/>
            <a:endParaRPr lang="en-US"/>
          </a:p>
          <a:p>
            <a:pPr algn="l"/>
            <a:r>
              <a:rPr lang="en-US"/>
              <a:t>This means that we need to provide a value to the block and it will update the state of the selected channel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FBAEFA-14DD-E84B-6AE3-A4BBC6CFA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488" y="2939173"/>
            <a:ext cx="4301765" cy="32034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69CB36-E885-E873-8E2C-81367ADC1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738" y="705860"/>
            <a:ext cx="3391373" cy="1714739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00F38D4-C0DC-D40C-4057-8E6DE45A6E01}"/>
              </a:ext>
            </a:extLst>
          </p:cNvPr>
          <p:cNvSpPr/>
          <p:nvPr/>
        </p:nvSpPr>
        <p:spPr>
          <a:xfrm>
            <a:off x="7115175" y="3876674"/>
            <a:ext cx="4019550" cy="247651"/>
          </a:xfrm>
          <a:prstGeom prst="roundRect">
            <a:avLst>
              <a:gd name="adj" fmla="val 917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BE2F402-EA2E-912E-632C-E9E61045F123}"/>
              </a:ext>
            </a:extLst>
          </p:cNvPr>
          <p:cNvSpPr/>
          <p:nvPr/>
        </p:nvSpPr>
        <p:spPr>
          <a:xfrm>
            <a:off x="7115175" y="4124325"/>
            <a:ext cx="4019550" cy="247651"/>
          </a:xfrm>
          <a:prstGeom prst="roundRect">
            <a:avLst>
              <a:gd name="adj" fmla="val 917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229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5AB6FB-09EF-8F79-9A0F-55E5B0110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412" y="1828800"/>
            <a:ext cx="4745038" cy="2374900"/>
          </a:xfrm>
        </p:spPr>
        <p:txBody>
          <a:bodyPr/>
          <a:lstStyle/>
          <a:p>
            <a:r>
              <a:rPr lang="en-US"/>
              <a:t>Actuate a fan with a switch using DIO in Simulink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0F4BFE-9CAA-F699-186F-B0B1F53063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3809836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AF168C3-3D13-37C0-6BA3-2D12E0BC1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 want to achieve?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1AEDF-D7AA-AC53-CB0F-FD8167624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24" y="2337979"/>
            <a:ext cx="1200436" cy="17480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51442D-F862-828D-7909-3999607FB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588" y="2337979"/>
            <a:ext cx="4820388" cy="19455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BD0978-1866-D9BF-7C32-423984150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7404" y="2328526"/>
            <a:ext cx="2934596" cy="22009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AD7C70B-3491-44B2-5491-8C89243596F5}"/>
              </a:ext>
            </a:extLst>
          </p:cNvPr>
          <p:cNvSpPr txBox="1"/>
          <p:nvPr/>
        </p:nvSpPr>
        <p:spPr>
          <a:xfrm>
            <a:off x="309274" y="4390972"/>
            <a:ext cx="16764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Button Switch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182EDD-C0E6-941A-279B-6336EFEF0DA3}"/>
              </a:ext>
            </a:extLst>
          </p:cNvPr>
          <p:cNvSpPr txBox="1"/>
          <p:nvPr/>
        </p:nvSpPr>
        <p:spPr>
          <a:xfrm>
            <a:off x="4692931" y="4390972"/>
            <a:ext cx="215770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FRDM-A-S32K344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5DC72C-0ED3-6E42-282D-F11C9587171E}"/>
              </a:ext>
            </a:extLst>
          </p:cNvPr>
          <p:cNvSpPr txBox="1"/>
          <p:nvPr/>
        </p:nvSpPr>
        <p:spPr>
          <a:xfrm>
            <a:off x="9979674" y="4390971"/>
            <a:ext cx="149005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Cooling Fan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7CEA57D-3323-6077-F502-BE7C249464FD}"/>
              </a:ext>
            </a:extLst>
          </p:cNvPr>
          <p:cNvCxnSpPr>
            <a:cxnSpLocks/>
          </p:cNvCxnSpPr>
          <p:nvPr/>
        </p:nvCxnSpPr>
        <p:spPr>
          <a:xfrm flipV="1">
            <a:off x="1567035" y="3211979"/>
            <a:ext cx="1708828" cy="1"/>
          </a:xfrm>
          <a:prstGeom prst="line">
            <a:avLst/>
          </a:prstGeom>
          <a:ln w="38100">
            <a:round/>
            <a:headEnd type="oval"/>
            <a:tailEnd type="oval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E0C995B-A825-88AD-6F1A-E0A7F12DB2B6}"/>
              </a:ext>
            </a:extLst>
          </p:cNvPr>
          <p:cNvCxnSpPr>
            <a:cxnSpLocks/>
          </p:cNvCxnSpPr>
          <p:nvPr/>
        </p:nvCxnSpPr>
        <p:spPr>
          <a:xfrm>
            <a:off x="8267701" y="3259603"/>
            <a:ext cx="1623103" cy="0"/>
          </a:xfrm>
          <a:prstGeom prst="line">
            <a:avLst/>
          </a:prstGeom>
          <a:ln w="38100">
            <a:solidFill>
              <a:srgbClr val="FF0000"/>
            </a:solidFill>
            <a:round/>
            <a:headEnd type="oval"/>
            <a:tailEnd type="oval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783127F-879C-1E26-38EF-F3B9A66608D6}"/>
              </a:ext>
            </a:extLst>
          </p:cNvPr>
          <p:cNvSpPr/>
          <p:nvPr/>
        </p:nvSpPr>
        <p:spPr>
          <a:xfrm>
            <a:off x="2090909" y="3067050"/>
            <a:ext cx="676562" cy="266685"/>
          </a:xfrm>
          <a:prstGeom prst="roundRect">
            <a:avLst>
              <a:gd name="adj" fmla="val 2023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ctr"/>
            <a:endParaRPr lang="en-US" sz="120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D7486-0AB7-289C-3EE2-A5A999CF0A0D}"/>
              </a:ext>
            </a:extLst>
          </p:cNvPr>
          <p:cNvSpPr txBox="1"/>
          <p:nvPr/>
        </p:nvSpPr>
        <p:spPr>
          <a:xfrm>
            <a:off x="2133600" y="3067049"/>
            <a:ext cx="59458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</a:rPr>
              <a:t>PTE11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2E7875A-E468-2955-29C5-322699AB9E88}"/>
              </a:ext>
            </a:extLst>
          </p:cNvPr>
          <p:cNvSpPr/>
          <p:nvPr/>
        </p:nvSpPr>
        <p:spPr>
          <a:xfrm>
            <a:off x="8772685" y="3121104"/>
            <a:ext cx="676562" cy="266685"/>
          </a:xfrm>
          <a:prstGeom prst="roundRect">
            <a:avLst>
              <a:gd name="adj" fmla="val 2023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ctr"/>
            <a:endParaRPr lang="en-US" sz="120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0B0323-142A-2D9F-A235-D93578E4A9A5}"/>
              </a:ext>
            </a:extLst>
          </p:cNvPr>
          <p:cNvSpPr txBox="1"/>
          <p:nvPr/>
        </p:nvSpPr>
        <p:spPr>
          <a:xfrm>
            <a:off x="8815376" y="3151881"/>
            <a:ext cx="59458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b="1">
                <a:solidFill>
                  <a:schemeClr val="bg1"/>
                </a:solidFill>
              </a:rPr>
              <a:t>PTC23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AFD24A-BB80-2D4A-F406-61DF2DA1E15A}"/>
              </a:ext>
            </a:extLst>
          </p:cNvPr>
          <p:cNvSpPr txBox="1"/>
          <p:nvPr/>
        </p:nvSpPr>
        <p:spPr>
          <a:xfrm>
            <a:off x="379411" y="881988"/>
            <a:ext cx="685006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Turn on the cooling fan when the switch is in ON position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Turn off the cooling fan when the switch is in OFF position</a:t>
            </a:r>
          </a:p>
        </p:txBody>
      </p:sp>
    </p:spTree>
    <p:extLst>
      <p:ext uri="{BB962C8B-B14F-4D97-AF65-F5344CB8AC3E}">
        <p14:creationId xmlns:p14="http://schemas.microsoft.com/office/powerpoint/2010/main" val="3904664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A9E85-87A0-54AA-5B7B-30C658D5C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DIO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ABA521-9558-DA0E-8257-E513F1D0DA67}"/>
              </a:ext>
            </a:extLst>
          </p:cNvPr>
          <p:cNvSpPr txBox="1"/>
          <p:nvPr/>
        </p:nvSpPr>
        <p:spPr>
          <a:xfrm>
            <a:off x="379411" y="1368576"/>
            <a:ext cx="1172686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A DIO block for continuously reading the state of the </a:t>
            </a:r>
            <a:r>
              <a:rPr lang="en-US" b="1"/>
              <a:t>PTE11</a:t>
            </a:r>
            <a:r>
              <a:rPr lang="en-US"/>
              <a:t> pin to know in which position is the switch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A DIO block to output the corresponding state of the </a:t>
            </a:r>
            <a:r>
              <a:rPr lang="en-US" b="1"/>
              <a:t>PTC23</a:t>
            </a:r>
            <a:r>
              <a:rPr lang="en-US"/>
              <a:t> pin to actuate the fan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E4B5A1-BDAB-BA05-92BB-F2582924F075}"/>
              </a:ext>
            </a:extLst>
          </p:cNvPr>
          <p:cNvSpPr txBox="1"/>
          <p:nvPr/>
        </p:nvSpPr>
        <p:spPr>
          <a:xfrm>
            <a:off x="379411" y="934414"/>
            <a:ext cx="299085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What we need?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428D66-6B6D-C161-76D0-19F917B3BEC7}"/>
              </a:ext>
            </a:extLst>
          </p:cNvPr>
          <p:cNvSpPr txBox="1"/>
          <p:nvPr/>
        </p:nvSpPr>
        <p:spPr>
          <a:xfrm>
            <a:off x="379412" y="2181225"/>
            <a:ext cx="5059364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/>
              <a:t>Create a new Simulink model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/>
              <a:t>Set the </a:t>
            </a:r>
            <a:r>
              <a:rPr lang="en-US" b="1"/>
              <a:t>Hardware Board </a:t>
            </a:r>
            <a:r>
              <a:rPr lang="en-US"/>
              <a:t>to </a:t>
            </a:r>
            <a:r>
              <a:rPr lang="en-US" b="1"/>
              <a:t>NXP S32K3xx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/>
              <a:t>By default, the selected </a:t>
            </a:r>
            <a:r>
              <a:rPr lang="en-US" b="1"/>
              <a:t>Hardware Part </a:t>
            </a:r>
            <a:r>
              <a:rPr lang="en-US"/>
              <a:t>is </a:t>
            </a:r>
            <a:r>
              <a:rPr lang="en-US" b="1"/>
              <a:t>S32K344-Q257</a:t>
            </a:r>
            <a:r>
              <a:rPr lang="en-US"/>
              <a:t> with </a:t>
            </a:r>
            <a:r>
              <a:rPr lang="en-US" b="1"/>
              <a:t>S32 Configuration Tool </a:t>
            </a:r>
            <a:r>
              <a:rPr lang="en-US"/>
              <a:t>as external configurator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/>
              <a:t>Enable </a:t>
            </a:r>
            <a:r>
              <a:rPr lang="en-US" b="1"/>
              <a:t>Use a Custom Project Template </a:t>
            </a:r>
            <a:r>
              <a:rPr lang="en-US"/>
              <a:t>and </a:t>
            </a:r>
            <a:r>
              <a:rPr lang="en-US" b="1"/>
              <a:t>Browse</a:t>
            </a:r>
            <a:r>
              <a:rPr lang="en-US"/>
              <a:t> for the .</a:t>
            </a:r>
            <a:r>
              <a:rPr lang="en-US" err="1"/>
              <a:t>mex</a:t>
            </a:r>
            <a:r>
              <a:rPr lang="en-US"/>
              <a:t> file provided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F515DB-07E7-7A08-09B3-0E6A89627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261" y="2079736"/>
            <a:ext cx="6617034" cy="413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775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420D1-9084-B4C6-3A67-116648B46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DIO Practice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17D0B0-0418-647A-3A22-1AB60C047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10" y="966606"/>
            <a:ext cx="6519885" cy="40532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03357E-8898-07C2-B43B-F8DAA97A70F8}"/>
              </a:ext>
            </a:extLst>
          </p:cNvPr>
          <p:cNvSpPr txBox="1"/>
          <p:nvPr/>
        </p:nvSpPr>
        <p:spPr>
          <a:xfrm>
            <a:off x="379411" y="1054251"/>
            <a:ext cx="4630739" cy="38779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b="1"/>
              <a:t>Drag &amp; Drop </a:t>
            </a:r>
            <a:r>
              <a:rPr lang="en-US"/>
              <a:t>two DIO Blocks from NXP MBDT library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/>
              <a:t>For the first block, double-click on it and select the </a:t>
            </a:r>
            <a:r>
              <a:rPr lang="en-US" b="1" err="1"/>
              <a:t>Dio_ReadChannel</a:t>
            </a:r>
            <a:r>
              <a:rPr lang="en-US" b="1"/>
              <a:t> </a:t>
            </a:r>
            <a:r>
              <a:rPr lang="en-US"/>
              <a:t>function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/>
              <a:t>Select as the </a:t>
            </a:r>
            <a:r>
              <a:rPr lang="en-US" b="1"/>
              <a:t>Channel </a:t>
            </a:r>
            <a:r>
              <a:rPr lang="en-US"/>
              <a:t>parameter the </a:t>
            </a:r>
            <a:r>
              <a:rPr lang="en-US" b="1"/>
              <a:t>SWITCH_1</a:t>
            </a:r>
            <a:r>
              <a:rPr lang="en-US"/>
              <a:t> which corresponds to </a:t>
            </a:r>
            <a:r>
              <a:rPr lang="en-US" b="1"/>
              <a:t>PTE11</a:t>
            </a:r>
            <a:r>
              <a:rPr lang="en-US"/>
              <a:t> pin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/>
              <a:t>For the second block, double-click on it and select the </a:t>
            </a:r>
            <a:r>
              <a:rPr lang="en-US" b="1" err="1"/>
              <a:t>Dio_WriteChannel</a:t>
            </a:r>
            <a:r>
              <a:rPr lang="en-US" b="1"/>
              <a:t> </a:t>
            </a:r>
            <a:r>
              <a:rPr lang="en-US"/>
              <a:t>function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/>
              <a:t>Select as the </a:t>
            </a:r>
            <a:r>
              <a:rPr lang="en-US" b="1"/>
              <a:t>Channel </a:t>
            </a:r>
            <a:r>
              <a:rPr lang="en-US"/>
              <a:t>parameter the </a:t>
            </a:r>
            <a:r>
              <a:rPr lang="en-US" b="1"/>
              <a:t>FAN</a:t>
            </a:r>
            <a:r>
              <a:rPr lang="en-US"/>
              <a:t> which corresponds to </a:t>
            </a:r>
            <a:r>
              <a:rPr lang="en-US" b="1"/>
              <a:t>PTC23</a:t>
            </a:r>
            <a:r>
              <a:rPr lang="en-US"/>
              <a:t> pin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/>
              <a:t>Connect the 2 blocks</a:t>
            </a:r>
          </a:p>
        </p:txBody>
      </p:sp>
    </p:spTree>
    <p:extLst>
      <p:ext uri="{BB962C8B-B14F-4D97-AF65-F5344CB8AC3E}">
        <p14:creationId xmlns:p14="http://schemas.microsoft.com/office/powerpoint/2010/main" val="3365002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7E655-4F3B-1730-0521-E066C1F76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DIO Practice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E14324-BF81-48C9-9481-D48659380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527" y="1199905"/>
            <a:ext cx="7295673" cy="55533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402683-08DC-C346-5E2A-493090BD4106}"/>
              </a:ext>
            </a:extLst>
          </p:cNvPr>
          <p:cNvSpPr txBox="1"/>
          <p:nvPr/>
        </p:nvSpPr>
        <p:spPr>
          <a:xfrm>
            <a:off x="304800" y="1199905"/>
            <a:ext cx="4076700" cy="3046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Press the </a:t>
            </a:r>
            <a:r>
              <a:rPr lang="en-US" b="1"/>
              <a:t>Build, Deploy &amp; Start </a:t>
            </a:r>
            <a:r>
              <a:rPr lang="en-US"/>
              <a:t>button.</a:t>
            </a:r>
          </a:p>
          <a:p>
            <a:pPr algn="l"/>
            <a:endParaRPr lang="en-US"/>
          </a:p>
          <a:p>
            <a:pPr algn="l"/>
            <a:r>
              <a:rPr lang="en-US"/>
              <a:t>After the code generation and build process is done, the application should be deployed on the target</a:t>
            </a:r>
          </a:p>
          <a:p>
            <a:pPr algn="l"/>
            <a:endParaRPr lang="en-US"/>
          </a:p>
          <a:p>
            <a:pPr algn="l"/>
            <a:r>
              <a:rPr lang="en-US"/>
              <a:t>You can test the logic of your application by changing the switch position and to check if the fan will spin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DC9C24-234C-B38E-28A7-19D9A0E2705D}"/>
              </a:ext>
            </a:extLst>
          </p:cNvPr>
          <p:cNvSpPr txBox="1"/>
          <p:nvPr/>
        </p:nvSpPr>
        <p:spPr>
          <a:xfrm>
            <a:off x="304800" y="4933950"/>
            <a:ext cx="390525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/>
              <a:t>Q: </a:t>
            </a:r>
            <a:r>
              <a:rPr lang="en-US"/>
              <a:t>How can we control how fast the fan spins? </a:t>
            </a:r>
          </a:p>
        </p:txBody>
      </p:sp>
    </p:spTree>
    <p:extLst>
      <p:ext uri="{BB962C8B-B14F-4D97-AF65-F5344CB8AC3E}">
        <p14:creationId xmlns:p14="http://schemas.microsoft.com/office/powerpoint/2010/main" val="297202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0A02D4-8DF4-D800-2423-FE493E4BF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Analog to Digital Converter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92E20-3747-65C3-C3F8-186ECD2DC4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9412" y="4504637"/>
            <a:ext cx="4564063" cy="847619"/>
          </a:xfrm>
        </p:spPr>
        <p:txBody>
          <a:bodyPr/>
          <a:lstStyle/>
          <a:p>
            <a:r>
              <a:rPr lang="en-US"/>
              <a:t>Measuring the Analog World</a:t>
            </a:r>
          </a:p>
        </p:txBody>
      </p:sp>
    </p:spTree>
    <p:extLst>
      <p:ext uri="{BB962C8B-B14F-4D97-AF65-F5344CB8AC3E}">
        <p14:creationId xmlns:p14="http://schemas.microsoft.com/office/powerpoint/2010/main" val="1968782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49405A6-59ED-1273-BABA-A6A834158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Analog to Digital Conversion - in a “nutshell”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8828AD-1569-519A-22EB-F58734422C1E}"/>
              </a:ext>
            </a:extLst>
          </p:cNvPr>
          <p:cNvSpPr txBox="1"/>
          <p:nvPr/>
        </p:nvSpPr>
        <p:spPr>
          <a:xfrm>
            <a:off x="379411" y="769619"/>
            <a:ext cx="88629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An MCU works in digital domain, but physical world works in analog domain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6E2ABB-27A0-075D-4AF2-6A5A0EF9623B}"/>
              </a:ext>
            </a:extLst>
          </p:cNvPr>
          <p:cNvSpPr txBox="1"/>
          <p:nvPr/>
        </p:nvSpPr>
        <p:spPr>
          <a:xfrm>
            <a:off x="379410" y="1220176"/>
            <a:ext cx="11212821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/>
              <a:t>What is an ADC?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MCU peripheral that translates an analog signal to a digital signal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An ADC periodically measures an analog voltage input and maps it to one of a finite number of digital output code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44B29E9-1BDF-B2C5-2EF6-471DC8500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10" y="2822575"/>
            <a:ext cx="4010025" cy="26733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B9DFCE-9477-F59E-0DEB-1A5C9E96A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575" y="2822575"/>
            <a:ext cx="4005072" cy="26700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BB1081E-F81F-8DEE-5F92-91C0ABB58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8342" y="3130550"/>
            <a:ext cx="3362325" cy="224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355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87B9D-623D-9BF5-A4EA-AEF496CD5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Analog to Digital Conversion - in a “nutshell”</a:t>
            </a:r>
          </a:p>
        </p:txBody>
      </p:sp>
      <p:pic>
        <p:nvPicPr>
          <p:cNvPr id="3" name="Picture 2" descr="ANALOG TO DIGITAL CONVERTER - how ADC works?">
            <a:extLst>
              <a:ext uri="{FF2B5EF4-FFF2-40B4-BE49-F238E27FC236}">
                <a16:creationId xmlns:a16="http://schemas.microsoft.com/office/drawing/2014/main" id="{C4A26B4C-C8DA-560D-B140-17DDB1CC2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350" y="2364764"/>
            <a:ext cx="5226050" cy="19574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89F87A-8EBF-B0C9-1706-E5B7AC61970F}"/>
              </a:ext>
            </a:extLst>
          </p:cNvPr>
          <p:cNvSpPr txBox="1"/>
          <p:nvPr/>
        </p:nvSpPr>
        <p:spPr>
          <a:xfrm>
            <a:off x="379411" y="769619"/>
            <a:ext cx="88629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Conversion Process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9EEAD3-99D5-AA09-2C4B-186FA7472AE2}"/>
              </a:ext>
            </a:extLst>
          </p:cNvPr>
          <p:cNvSpPr txBox="1"/>
          <p:nvPr/>
        </p:nvSpPr>
        <p:spPr>
          <a:xfrm>
            <a:off x="379411" y="1362075"/>
            <a:ext cx="5716589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b="1"/>
              <a:t>Sampling</a:t>
            </a:r>
            <a:r>
              <a:rPr lang="en-US"/>
              <a:t> – captures the analog signal at discrete time intervals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b="1"/>
              <a:t>Quantization </a:t>
            </a:r>
            <a:r>
              <a:rPr lang="en-US"/>
              <a:t>– each sampled value is rounded to the nearest available ADC level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b="1"/>
              <a:t>Encoding</a:t>
            </a:r>
            <a:r>
              <a:rPr lang="en-US"/>
              <a:t> – the quantized value is converted into a binary number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C56DE1-B14B-35B7-6791-030DB7B395AC}"/>
              </a:ext>
            </a:extLst>
          </p:cNvPr>
          <p:cNvSpPr txBox="1"/>
          <p:nvPr/>
        </p:nvSpPr>
        <p:spPr>
          <a:xfrm>
            <a:off x="379411" y="3205010"/>
            <a:ext cx="88629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Key Parameters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417E1B-881E-10D5-D8FE-27BD5FEE51BC}"/>
              </a:ext>
            </a:extLst>
          </p:cNvPr>
          <p:cNvSpPr txBox="1"/>
          <p:nvPr/>
        </p:nvSpPr>
        <p:spPr>
          <a:xfrm>
            <a:off x="379064" y="3662951"/>
            <a:ext cx="5716589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b="1"/>
              <a:t>Resolution – </a:t>
            </a:r>
            <a:r>
              <a:rPr lang="en-US"/>
              <a:t>number of bits for representation(2</a:t>
            </a:r>
            <a:r>
              <a:rPr lang="en-US" baseline="30000"/>
              <a:t>n</a:t>
            </a:r>
            <a:r>
              <a:rPr lang="en-US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8-bit (256 levels)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10-bit (1024 levels)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12-bit (4096 levels)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b="1"/>
              <a:t>Reference Voltage (</a:t>
            </a:r>
            <a:r>
              <a:rPr lang="en-US" b="1" err="1"/>
              <a:t>Vref</a:t>
            </a:r>
            <a:r>
              <a:rPr lang="en-US" b="1"/>
              <a:t>) </a:t>
            </a:r>
            <a:r>
              <a:rPr lang="en-US"/>
              <a:t>– full measurement range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b="1"/>
              <a:t>Sampling Rate </a:t>
            </a:r>
            <a:r>
              <a:rPr lang="en-US"/>
              <a:t>– how fast the ADC takes measurement</a:t>
            </a:r>
          </a:p>
        </p:txBody>
      </p:sp>
    </p:spTree>
    <p:extLst>
      <p:ext uri="{BB962C8B-B14F-4D97-AF65-F5344CB8AC3E}">
        <p14:creationId xmlns:p14="http://schemas.microsoft.com/office/powerpoint/2010/main" val="41035466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73607-CDA2-FFA9-2589-BC2E3AB07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Analog to Digital Conversion - in a “nutshell”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199083-380A-4661-A8B8-54CDDC19076B}"/>
              </a:ext>
            </a:extLst>
          </p:cNvPr>
          <p:cNvSpPr txBox="1"/>
          <p:nvPr/>
        </p:nvSpPr>
        <p:spPr>
          <a:xfrm>
            <a:off x="379411" y="769619"/>
            <a:ext cx="88629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Common ADC Types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75FBF5-E297-31E3-59E1-37E833E92812}"/>
              </a:ext>
            </a:extLst>
          </p:cNvPr>
          <p:cNvGrpSpPr/>
          <p:nvPr/>
        </p:nvGrpSpPr>
        <p:grpSpPr>
          <a:xfrm>
            <a:off x="647700" y="1571625"/>
            <a:ext cx="2867025" cy="1857375"/>
            <a:chOff x="457200" y="1571625"/>
            <a:chExt cx="2867025" cy="1857375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AEF248D-15C6-2772-752A-3E633914E5D0}"/>
                </a:ext>
              </a:extLst>
            </p:cNvPr>
            <p:cNvSpPr/>
            <p:nvPr/>
          </p:nvSpPr>
          <p:spPr>
            <a:xfrm>
              <a:off x="457200" y="1571625"/>
              <a:ext cx="2867025" cy="1857375"/>
            </a:xfrm>
            <a:prstGeom prst="roundRect">
              <a:avLst>
                <a:gd name="adj" fmla="val 2049"/>
              </a:avLst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21B6738-4091-739E-4BBC-B2B149A15326}"/>
                </a:ext>
              </a:extLst>
            </p:cNvPr>
            <p:cNvSpPr/>
            <p:nvPr/>
          </p:nvSpPr>
          <p:spPr>
            <a:xfrm>
              <a:off x="457200" y="1581151"/>
              <a:ext cx="2867025" cy="447674"/>
            </a:xfrm>
            <a:prstGeom prst="roundRect">
              <a:avLst>
                <a:gd name="adj" fmla="val 1002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ctr"/>
              <a:r>
                <a:rPr lang="en-US">
                  <a:latin typeface="Poppins SemiBold" panose="00000700000000000000" pitchFamily="2" charset="0"/>
                  <a:cs typeface="Poppins SemiBold" panose="00000700000000000000" pitchFamily="2" charset="0"/>
                </a:rPr>
                <a:t>SAR-ADC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6B01A53-5A7D-FE0B-A98B-4B7E7AEDA108}"/>
                </a:ext>
              </a:extLst>
            </p:cNvPr>
            <p:cNvSpPr txBox="1"/>
            <p:nvPr/>
          </p:nvSpPr>
          <p:spPr>
            <a:xfrm>
              <a:off x="552450" y="2209800"/>
              <a:ext cx="2657475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400"/>
                <a:t>Successive Approximation Register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400"/>
                <a:t>Good accuracy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400"/>
                <a:t>Moderate Speed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400"/>
                <a:t>Low power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33B091D-CA4B-ABAC-4549-CB2AA163EFC9}"/>
              </a:ext>
            </a:extLst>
          </p:cNvPr>
          <p:cNvGrpSpPr/>
          <p:nvPr/>
        </p:nvGrpSpPr>
        <p:grpSpPr>
          <a:xfrm>
            <a:off x="4662488" y="1581151"/>
            <a:ext cx="2867025" cy="1857375"/>
            <a:chOff x="457200" y="1571625"/>
            <a:chExt cx="2867025" cy="185737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E22117C-CA72-92CC-5B8E-AA9A187F99BD}"/>
                </a:ext>
              </a:extLst>
            </p:cNvPr>
            <p:cNvSpPr/>
            <p:nvPr/>
          </p:nvSpPr>
          <p:spPr>
            <a:xfrm>
              <a:off x="457200" y="1571625"/>
              <a:ext cx="2867025" cy="1857375"/>
            </a:xfrm>
            <a:prstGeom prst="roundRect">
              <a:avLst>
                <a:gd name="adj" fmla="val 2049"/>
              </a:avLst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D3B3481-46E4-8182-2A8A-C2714A11A1A0}"/>
                </a:ext>
              </a:extLst>
            </p:cNvPr>
            <p:cNvSpPr/>
            <p:nvPr/>
          </p:nvSpPr>
          <p:spPr>
            <a:xfrm>
              <a:off x="457200" y="1581151"/>
              <a:ext cx="2867025" cy="447674"/>
            </a:xfrm>
            <a:prstGeom prst="roundRect">
              <a:avLst>
                <a:gd name="adj" fmla="val 10022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ctr"/>
              <a:r>
                <a:rPr lang="en-US">
                  <a:latin typeface="Poppins SemiBold" panose="00000700000000000000" pitchFamily="2" charset="0"/>
                  <a:cs typeface="Poppins SemiBold" panose="00000700000000000000" pitchFamily="2" charset="0"/>
                </a:rPr>
                <a:t>Sigma-Delta ADC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CDE2B2B-726C-6F63-0E7D-20E2A96CC532}"/>
                </a:ext>
              </a:extLst>
            </p:cNvPr>
            <p:cNvSpPr txBox="1"/>
            <p:nvPr/>
          </p:nvSpPr>
          <p:spPr>
            <a:xfrm>
              <a:off x="552450" y="2209800"/>
              <a:ext cx="2657475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400"/>
                <a:t>Current Sensing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400"/>
                <a:t>Resolver interfaces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400"/>
                <a:t>High precision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400"/>
                <a:t>Very high resolution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B3E540E-6550-A06B-B5B7-16BC3BFCBC58}"/>
              </a:ext>
            </a:extLst>
          </p:cNvPr>
          <p:cNvGrpSpPr/>
          <p:nvPr/>
        </p:nvGrpSpPr>
        <p:grpSpPr>
          <a:xfrm>
            <a:off x="8677275" y="1590677"/>
            <a:ext cx="2867025" cy="1857375"/>
            <a:chOff x="457200" y="1571625"/>
            <a:chExt cx="2867025" cy="1857375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C1F0B6A2-D1FF-76C1-F548-0D08F1B0A5B3}"/>
                </a:ext>
              </a:extLst>
            </p:cNvPr>
            <p:cNvSpPr/>
            <p:nvPr/>
          </p:nvSpPr>
          <p:spPr>
            <a:xfrm>
              <a:off x="457200" y="1571625"/>
              <a:ext cx="2867025" cy="1857375"/>
            </a:xfrm>
            <a:prstGeom prst="roundRect">
              <a:avLst>
                <a:gd name="adj" fmla="val 2049"/>
              </a:avLst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48BB9D10-5C38-301C-006C-E61673849BFF}"/>
                </a:ext>
              </a:extLst>
            </p:cNvPr>
            <p:cNvSpPr/>
            <p:nvPr/>
          </p:nvSpPr>
          <p:spPr>
            <a:xfrm>
              <a:off x="457200" y="1581151"/>
              <a:ext cx="2867025" cy="447674"/>
            </a:xfrm>
            <a:prstGeom prst="roundRect">
              <a:avLst>
                <a:gd name="adj" fmla="val 10022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ctr"/>
              <a:r>
                <a:rPr lang="en-US">
                  <a:latin typeface="Poppins SemiBold" panose="00000700000000000000" pitchFamily="2" charset="0"/>
                  <a:cs typeface="Poppins SemiBold" panose="00000700000000000000" pitchFamily="2" charset="0"/>
                </a:rPr>
                <a:t>Flash ADC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FB57F34-397D-38E3-8D47-A7E152CF80BF}"/>
                </a:ext>
              </a:extLst>
            </p:cNvPr>
            <p:cNvSpPr txBox="1"/>
            <p:nvPr/>
          </p:nvSpPr>
          <p:spPr>
            <a:xfrm>
              <a:off x="552450" y="2209800"/>
              <a:ext cx="2657475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400"/>
                <a:t>Extremely fast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400"/>
                <a:t>Higher cost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400"/>
                <a:t>High power consumption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0576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3E8DC-8D58-6E11-6D53-D095677B2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Analog to Digital Conversion - in a “nutshell”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8698E8-FFC5-5128-E646-FB4C356EAFCA}"/>
              </a:ext>
            </a:extLst>
          </p:cNvPr>
          <p:cNvSpPr txBox="1"/>
          <p:nvPr/>
        </p:nvSpPr>
        <p:spPr>
          <a:xfrm>
            <a:off x="379411" y="769619"/>
            <a:ext cx="88629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Examples of ADC Applications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E46BAC0-94C6-F996-96D3-CAF262CDC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610" y="1054251"/>
            <a:ext cx="8252085" cy="55013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D0BC057-5316-AAA0-68A1-1ED31A9CD7CC}"/>
              </a:ext>
            </a:extLst>
          </p:cNvPr>
          <p:cNvSpPr txBox="1"/>
          <p:nvPr/>
        </p:nvSpPr>
        <p:spPr>
          <a:xfrm>
            <a:off x="142874" y="1533525"/>
            <a:ext cx="18267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>
                <a:solidFill>
                  <a:schemeClr val="accent1"/>
                </a:solidFill>
              </a:rPr>
              <a:t>Temperature Measurement</a:t>
            </a:r>
          </a:p>
          <a:p>
            <a:pPr algn="l"/>
            <a:r>
              <a:rPr lang="en-US" sz="1000"/>
              <a:t>NTC, thermocouple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2A4DC5-6022-E7C6-948A-01DF302763BB}"/>
              </a:ext>
            </a:extLst>
          </p:cNvPr>
          <p:cNvSpPr txBox="1"/>
          <p:nvPr/>
        </p:nvSpPr>
        <p:spPr>
          <a:xfrm>
            <a:off x="142874" y="3343280"/>
            <a:ext cx="1826735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>
                <a:solidFill>
                  <a:srgbClr val="7030A0"/>
                </a:solidFill>
              </a:rPr>
              <a:t>Battery Monitoring</a:t>
            </a:r>
          </a:p>
          <a:p>
            <a:pPr algn="l"/>
            <a:r>
              <a:rPr lang="en-US" sz="1000"/>
              <a:t>Measure battery voltage and current (BMS)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F12739-0F48-F645-20B5-6CF9C97BA48D}"/>
              </a:ext>
            </a:extLst>
          </p:cNvPr>
          <p:cNvSpPr txBox="1"/>
          <p:nvPr/>
        </p:nvSpPr>
        <p:spPr>
          <a:xfrm>
            <a:off x="142873" y="5016699"/>
            <a:ext cx="18267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>
                <a:solidFill>
                  <a:schemeClr val="accent2"/>
                </a:solidFill>
              </a:rPr>
              <a:t>Audio Signal Processing</a:t>
            </a:r>
          </a:p>
          <a:p>
            <a:pPr algn="l"/>
            <a:r>
              <a:rPr lang="en-US" sz="1000"/>
              <a:t>Converts analog audio signal to digital for processing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30F4A2-9EBD-B400-4875-DD7EE7E56C8A}"/>
              </a:ext>
            </a:extLst>
          </p:cNvPr>
          <p:cNvSpPr txBox="1"/>
          <p:nvPr/>
        </p:nvSpPr>
        <p:spPr>
          <a:xfrm>
            <a:off x="10365265" y="1533525"/>
            <a:ext cx="18267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>
                <a:solidFill>
                  <a:schemeClr val="accent3"/>
                </a:solidFill>
              </a:rPr>
              <a:t>Motor Control</a:t>
            </a:r>
          </a:p>
          <a:p>
            <a:pPr algn="l"/>
            <a:r>
              <a:rPr lang="en-US" sz="1000"/>
              <a:t>Measures phase currents and voltages for precise control of motors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38DBE8-4FCF-8CA9-9D76-BB284DF0DD6C}"/>
              </a:ext>
            </a:extLst>
          </p:cNvPr>
          <p:cNvSpPr txBox="1"/>
          <p:nvPr/>
        </p:nvSpPr>
        <p:spPr>
          <a:xfrm>
            <a:off x="10365265" y="3266335"/>
            <a:ext cx="18267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>
                <a:solidFill>
                  <a:schemeClr val="accent4"/>
                </a:solidFill>
              </a:rPr>
              <a:t>Sensor Interfacing</a:t>
            </a:r>
          </a:p>
          <a:p>
            <a:pPr algn="l"/>
            <a:r>
              <a:rPr lang="en-US" sz="1000"/>
              <a:t>Interfaces with analog sensors like pressure, position, light, etc.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CE980A-F382-5241-40A2-45AFD6E53CED}"/>
              </a:ext>
            </a:extLst>
          </p:cNvPr>
          <p:cNvSpPr txBox="1"/>
          <p:nvPr/>
        </p:nvSpPr>
        <p:spPr>
          <a:xfrm>
            <a:off x="10365265" y="5016698"/>
            <a:ext cx="1826735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>
                <a:solidFill>
                  <a:srgbClr val="E1199A"/>
                </a:solidFill>
              </a:rPr>
              <a:t>Data Acquisition</a:t>
            </a:r>
          </a:p>
          <a:p>
            <a:pPr algn="l"/>
            <a:r>
              <a:rPr lang="en-US" sz="1000"/>
              <a:t>Used in measurement systems to capture real data for analysis and logging</a:t>
            </a:r>
          </a:p>
        </p:txBody>
      </p:sp>
    </p:spTree>
    <p:extLst>
      <p:ext uri="{BB962C8B-B14F-4D97-AF65-F5344CB8AC3E}">
        <p14:creationId xmlns:p14="http://schemas.microsoft.com/office/powerpoint/2010/main" val="3425606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B2106-F371-3EF9-8A46-377A496D3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Analog to Digital Conversion - in a “nutshell”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7AFBEF-5D8D-8C32-EC72-EDFBBB1C7C0E}"/>
              </a:ext>
            </a:extLst>
          </p:cNvPr>
          <p:cNvSpPr txBox="1"/>
          <p:nvPr/>
        </p:nvSpPr>
        <p:spPr>
          <a:xfrm>
            <a:off x="379411" y="769619"/>
            <a:ext cx="365918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Analog Voltage -&gt; Digital Code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43E335-44CA-E7B8-7E81-810C0A9E455C}"/>
                  </a:ext>
                </a:extLst>
              </p:cNvPr>
              <p:cNvSpPr txBox="1"/>
              <p:nvPr/>
            </p:nvSpPr>
            <p:spPr>
              <a:xfrm>
                <a:off x="750892" y="1390943"/>
                <a:ext cx="3767763" cy="7561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𝑎𝑑𝑐𝐶𝑜𝑑𝑒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𝑉𝑖𝑛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𝑉𝑟𝑒𝑓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43E335-44CA-E7B8-7E81-810C0A9E4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92" y="1390943"/>
                <a:ext cx="3767763" cy="7561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1ACAA61-AF0B-E385-F445-62DDE6966F0B}"/>
              </a:ext>
            </a:extLst>
          </p:cNvPr>
          <p:cNvSpPr txBox="1"/>
          <p:nvPr/>
        </p:nvSpPr>
        <p:spPr>
          <a:xfrm>
            <a:off x="4128740" y="5255701"/>
            <a:ext cx="3933825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/>
              <a:t>Vin</a:t>
            </a:r>
            <a:r>
              <a:rPr lang="en-US" sz="1600"/>
              <a:t> – measured analog voltage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err="1"/>
              <a:t>Vref</a:t>
            </a:r>
            <a:r>
              <a:rPr lang="en-US" sz="1600"/>
              <a:t> – ADC reference voltage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/>
              <a:t>N</a:t>
            </a:r>
            <a:r>
              <a:rPr lang="en-US" sz="1600"/>
              <a:t> – ADC resolution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err="1"/>
              <a:t>adcCode</a:t>
            </a:r>
            <a:r>
              <a:rPr lang="en-US" sz="1600"/>
              <a:t> – digital output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7FF43C-4D0E-C6C5-665D-BC2F9D4EA603}"/>
                  </a:ext>
                </a:extLst>
              </p:cNvPr>
              <p:cNvSpPr txBox="1"/>
              <p:nvPr/>
            </p:nvSpPr>
            <p:spPr>
              <a:xfrm>
                <a:off x="619125" y="3812167"/>
                <a:ext cx="4106637" cy="701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𝑎𝑑𝑐𝐶𝑜𝑑𝑒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2.5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∙4095≈2048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7FF43C-4D0E-C6C5-665D-BC2F9D4EA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25" y="3812167"/>
                <a:ext cx="4106637" cy="7013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583369A-5445-0AEB-42C9-E0014756D5AA}"/>
              </a:ext>
            </a:extLst>
          </p:cNvPr>
          <p:cNvSpPr txBox="1"/>
          <p:nvPr/>
        </p:nvSpPr>
        <p:spPr>
          <a:xfrm>
            <a:off x="619125" y="2552163"/>
            <a:ext cx="3090846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/>
              <a:t>Example</a:t>
            </a:r>
            <a:r>
              <a:rPr lang="en-US"/>
              <a:t> (12-bit ADC)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err="1"/>
              <a:t>Vref</a:t>
            </a:r>
            <a:r>
              <a:rPr lang="en-US"/>
              <a:t> = 5V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Vin = 2.5V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N = 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B637CB-A73D-138D-A678-14079A7CAC9E}"/>
              </a:ext>
            </a:extLst>
          </p:cNvPr>
          <p:cNvSpPr txBox="1"/>
          <p:nvPr/>
        </p:nvSpPr>
        <p:spPr>
          <a:xfrm>
            <a:off x="7018336" y="777252"/>
            <a:ext cx="365918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Digital Code -&gt; Analog Voltage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85AB47-FA84-4114-64B2-5608E7027FE0}"/>
                  </a:ext>
                </a:extLst>
              </p:cNvPr>
              <p:cNvSpPr txBox="1"/>
              <p:nvPr/>
            </p:nvSpPr>
            <p:spPr>
              <a:xfrm>
                <a:off x="7179508" y="1360884"/>
                <a:ext cx="3089179" cy="698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𝑉𝑖𝑛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𝑎𝑑𝑐𝐶𝑜𝑑𝑒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𝑉𝑟𝑒𝑓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85AB47-FA84-4114-64B2-5608E7027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9508" y="1360884"/>
                <a:ext cx="3089179" cy="6988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409A0EF-E470-7359-D885-00D0D83ACD79}"/>
              </a:ext>
            </a:extLst>
          </p:cNvPr>
          <p:cNvSpPr txBox="1"/>
          <p:nvPr/>
        </p:nvSpPr>
        <p:spPr>
          <a:xfrm>
            <a:off x="7018336" y="2518050"/>
            <a:ext cx="3090846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/>
              <a:t>Example</a:t>
            </a:r>
            <a:r>
              <a:rPr lang="en-US"/>
              <a:t> (12-bit ADC)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err="1"/>
              <a:t>adcCode</a:t>
            </a:r>
            <a:r>
              <a:rPr lang="en-US"/>
              <a:t> = 2048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err="1"/>
              <a:t>Vref</a:t>
            </a:r>
            <a:r>
              <a:rPr lang="en-US"/>
              <a:t> = 5V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N = 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5589ADB-D151-89FB-4197-6E67060191DB}"/>
                  </a:ext>
                </a:extLst>
              </p:cNvPr>
              <p:cNvSpPr txBox="1"/>
              <p:nvPr/>
            </p:nvSpPr>
            <p:spPr>
              <a:xfrm>
                <a:off x="6919918" y="3843841"/>
                <a:ext cx="3608360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𝑉𝑖𝑛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2048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4095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∙5=2.5006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5589ADB-D151-89FB-4197-6E6706019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9918" y="3843841"/>
                <a:ext cx="3608360" cy="6938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16118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F89281C-64FA-9E86-E901-F896F340F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ADC in Simulink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E9EF97-7D08-81EF-9A59-96344935BB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Bringing real-world signals into your model</a:t>
            </a:r>
          </a:p>
        </p:txBody>
      </p:sp>
    </p:spTree>
    <p:extLst>
      <p:ext uri="{BB962C8B-B14F-4D97-AF65-F5344CB8AC3E}">
        <p14:creationId xmlns:p14="http://schemas.microsoft.com/office/powerpoint/2010/main" val="20958299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B856179-B78B-8E2F-B962-90F22E72E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Explore the Simulink Library Browser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6A1BBB-F895-7730-DADA-E33BA5C72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975" y="686810"/>
            <a:ext cx="6172862" cy="3867336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5F98126-4943-B975-E1C0-112294EEC99B}"/>
              </a:ext>
            </a:extLst>
          </p:cNvPr>
          <p:cNvSpPr/>
          <p:nvPr/>
        </p:nvSpPr>
        <p:spPr>
          <a:xfrm>
            <a:off x="5895975" y="866775"/>
            <a:ext cx="666750" cy="18747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057F76C-96E9-CB7F-1A56-BF0B9C38C641}"/>
              </a:ext>
            </a:extLst>
          </p:cNvPr>
          <p:cNvSpPr/>
          <p:nvPr/>
        </p:nvSpPr>
        <p:spPr>
          <a:xfrm>
            <a:off x="6705599" y="1054251"/>
            <a:ext cx="476251" cy="5935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EA5FEA5-9B6E-F49B-63AA-DF2B7E5E4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975" y="2095752"/>
            <a:ext cx="6162546" cy="4449020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C81C472-1C26-52FE-E900-925D692F3ABA}"/>
              </a:ext>
            </a:extLst>
          </p:cNvPr>
          <p:cNvSpPr/>
          <p:nvPr/>
        </p:nvSpPr>
        <p:spPr>
          <a:xfrm>
            <a:off x="8500997" y="2752725"/>
            <a:ext cx="1805053" cy="1123950"/>
          </a:xfrm>
          <a:prstGeom prst="roundRect">
            <a:avLst>
              <a:gd name="adj" fmla="val 917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948CEB-DFF0-76B9-0F8E-0E42BAF0A2AD}"/>
              </a:ext>
            </a:extLst>
          </p:cNvPr>
          <p:cNvSpPr txBox="1"/>
          <p:nvPr/>
        </p:nvSpPr>
        <p:spPr>
          <a:xfrm>
            <a:off x="379411" y="1054251"/>
            <a:ext cx="5373689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In any Simulink model, go to </a:t>
            </a:r>
            <a:r>
              <a:rPr lang="en-US" b="1"/>
              <a:t>SIMULATION</a:t>
            </a:r>
            <a:r>
              <a:rPr lang="en-US"/>
              <a:t> tab and open the </a:t>
            </a:r>
            <a:r>
              <a:rPr lang="en-US" b="1"/>
              <a:t>Library Browser</a:t>
            </a:r>
            <a:r>
              <a:rPr lang="en-US"/>
              <a:t>.</a:t>
            </a:r>
          </a:p>
          <a:p>
            <a:pPr algn="l"/>
            <a:endParaRPr lang="en-US"/>
          </a:p>
          <a:p>
            <a:r>
              <a:rPr lang="en-US"/>
              <a:t>Expand the </a:t>
            </a:r>
            <a:r>
              <a:rPr lang="en-US" b="1"/>
              <a:t>NXP Model-Based Design Toolbox for S32K3 </a:t>
            </a:r>
            <a:r>
              <a:rPr lang="en-US"/>
              <a:t>and open the </a:t>
            </a:r>
            <a:r>
              <a:rPr lang="en-US" b="1"/>
              <a:t>S32K3 Core, System, Peripherals and Utilities</a:t>
            </a:r>
            <a:r>
              <a:rPr lang="en-US"/>
              <a:t> library</a:t>
            </a:r>
          </a:p>
          <a:p>
            <a:endParaRPr lang="en-US"/>
          </a:p>
          <a:p>
            <a:r>
              <a:rPr lang="en-US"/>
              <a:t>Expand the </a:t>
            </a:r>
            <a:r>
              <a:rPr lang="en-US" b="1"/>
              <a:t>IO Blocks </a:t>
            </a:r>
            <a:r>
              <a:rPr lang="en-US"/>
              <a:t>that includes Dio, </a:t>
            </a:r>
            <a:r>
              <a:rPr lang="en-US" err="1"/>
              <a:t>Adc</a:t>
            </a:r>
            <a:r>
              <a:rPr lang="en-US"/>
              <a:t>, </a:t>
            </a:r>
            <a:r>
              <a:rPr lang="en-US" err="1"/>
              <a:t>Icu</a:t>
            </a:r>
            <a:r>
              <a:rPr lang="en-US"/>
              <a:t> and </a:t>
            </a:r>
            <a:r>
              <a:rPr lang="en-US" err="1"/>
              <a:t>Pwm</a:t>
            </a:r>
            <a:r>
              <a:rPr lang="en-US"/>
              <a:t> NXP blocks</a:t>
            </a:r>
          </a:p>
        </p:txBody>
      </p:sp>
    </p:spTree>
    <p:extLst>
      <p:ext uri="{BB962C8B-B14F-4D97-AF65-F5344CB8AC3E}">
        <p14:creationId xmlns:p14="http://schemas.microsoft.com/office/powerpoint/2010/main" val="961872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67B55-E2CE-0677-3E3D-EAB3692C5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1026A-31C1-CB55-31F9-BBFCCB13F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ADC Block – Triggering a measurement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286B29-D2F4-EFDD-96FE-45A294287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561" y="534410"/>
            <a:ext cx="3410426" cy="18671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2B2510-2B77-21C6-0E69-664D1A8B5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928" y="2652430"/>
            <a:ext cx="5315692" cy="40486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22C906-9ACA-921E-59EB-4DEBE1541F17}"/>
              </a:ext>
            </a:extLst>
          </p:cNvPr>
          <p:cNvSpPr txBox="1"/>
          <p:nvPr/>
        </p:nvSpPr>
        <p:spPr>
          <a:xfrm>
            <a:off x="379411" y="777252"/>
            <a:ext cx="678315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Imagine taking a photo with a camera. </a:t>
            </a:r>
            <a:r>
              <a:rPr lang="en-US" b="1" err="1"/>
              <a:t>Adc_StartGroupConversion</a:t>
            </a:r>
            <a:r>
              <a:rPr lang="en-US" b="1"/>
              <a:t> </a:t>
            </a:r>
            <a:r>
              <a:rPr lang="en-US"/>
              <a:t>is pressing the shutter button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77FC3C-B6CC-D4A5-FD38-D89A3CEDF868}"/>
              </a:ext>
            </a:extLst>
          </p:cNvPr>
          <p:cNvSpPr txBox="1"/>
          <p:nvPr/>
        </p:nvSpPr>
        <p:spPr>
          <a:xfrm>
            <a:off x="379411" y="2743200"/>
            <a:ext cx="5602662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Starts an ADC conversion on a configured Group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Does not return a measurement value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Triggers the ADC hardware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Can convert one or multiple channels in a group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Usually called periodically, on demand, before reading ADC results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1F30C6-D027-294F-391F-5A9E27429BD1}"/>
              </a:ext>
            </a:extLst>
          </p:cNvPr>
          <p:cNvSpPr txBox="1"/>
          <p:nvPr/>
        </p:nvSpPr>
        <p:spPr>
          <a:xfrm>
            <a:off x="379411" y="1589411"/>
            <a:ext cx="678315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This function tells the ADC peripheral to start converting one ore more configured channels</a:t>
            </a:r>
          </a:p>
        </p:txBody>
      </p:sp>
    </p:spTree>
    <p:extLst>
      <p:ext uri="{BB962C8B-B14F-4D97-AF65-F5344CB8AC3E}">
        <p14:creationId xmlns:p14="http://schemas.microsoft.com/office/powerpoint/2010/main" val="14058543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38C28-EF7D-0E79-36D7-0E2B0411D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ADC Block – Retrieving the Conversion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01F521-6BA5-6476-0AE5-B22FAF882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455" y="553460"/>
            <a:ext cx="3486637" cy="18195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CA11B8-3B0C-459B-3B9E-AD36FFD50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928" y="2652430"/>
            <a:ext cx="5315692" cy="40486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9463D6-CF82-B6B1-4BEA-8F5E3CF66F92}"/>
              </a:ext>
            </a:extLst>
          </p:cNvPr>
          <p:cNvSpPr txBox="1"/>
          <p:nvPr/>
        </p:nvSpPr>
        <p:spPr>
          <a:xfrm>
            <a:off x="379411" y="777252"/>
            <a:ext cx="678315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 err="1"/>
              <a:t>Adc_ReadGroup</a:t>
            </a:r>
            <a:r>
              <a:rPr lang="en-US" b="1"/>
              <a:t> </a:t>
            </a:r>
            <a:r>
              <a:rPr lang="en-US"/>
              <a:t>is opening the gallery and viewing the photo after captured 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91BDE8-E007-5DBF-B0BA-C825366B1A14}"/>
              </a:ext>
            </a:extLst>
          </p:cNvPr>
          <p:cNvSpPr txBox="1"/>
          <p:nvPr/>
        </p:nvSpPr>
        <p:spPr>
          <a:xfrm>
            <a:off x="379411" y="1610691"/>
            <a:ext cx="678315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This function reads the digital values generated by ADC conversion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951E2B-C4AF-8544-495F-587E0FA43D37}"/>
              </a:ext>
            </a:extLst>
          </p:cNvPr>
          <p:cNvSpPr txBox="1"/>
          <p:nvPr/>
        </p:nvSpPr>
        <p:spPr>
          <a:xfrm>
            <a:off x="379411" y="2743200"/>
            <a:ext cx="5602662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Reads converted ADC samples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Returns digital values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Reads all channels belonging to a group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Output can be voltage measurement, potentiometer position, temperature sensor value, current sensor value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Data returned ready for further processing</a:t>
            </a:r>
          </a:p>
        </p:txBody>
      </p:sp>
    </p:spTree>
    <p:extLst>
      <p:ext uri="{BB962C8B-B14F-4D97-AF65-F5344CB8AC3E}">
        <p14:creationId xmlns:p14="http://schemas.microsoft.com/office/powerpoint/2010/main" val="8657941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A63D1-C0B8-826D-71D8-A54DDBD9B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ADC Interrupts – Get notified when an ADC Group conversion is complete</a:t>
            </a:r>
          </a:p>
        </p:txBody>
      </p:sp>
      <p:pic>
        <p:nvPicPr>
          <p:cNvPr id="3" name="Picture 2" descr="/mnt/data/da45acb244.png">
            <a:extLst>
              <a:ext uri="{FF2B5EF4-FFF2-40B4-BE49-F238E27FC236}">
                <a16:creationId xmlns:a16="http://schemas.microsoft.com/office/drawing/2014/main" id="{720B4C91-FE5F-59FD-8A9B-9AD0CA45D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876" y="743101"/>
            <a:ext cx="4828949" cy="32192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03B33B-2879-BC4A-2B4D-E04D14948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562" y="4214531"/>
            <a:ext cx="5645438" cy="226695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C00B39-FA72-3899-94EF-0897F710C266}"/>
              </a:ext>
            </a:extLst>
          </p:cNvPr>
          <p:cNvSpPr/>
          <p:nvPr/>
        </p:nvSpPr>
        <p:spPr>
          <a:xfrm>
            <a:off x="379411" y="1123950"/>
            <a:ext cx="1239839" cy="1028700"/>
          </a:xfrm>
          <a:prstGeom prst="roundRect">
            <a:avLst>
              <a:gd name="adj" fmla="val 8334"/>
            </a:avLst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FD6E98-0619-EFC8-E81F-2480247247B7}"/>
              </a:ext>
            </a:extLst>
          </p:cNvPr>
          <p:cNvSpPr/>
          <p:nvPr/>
        </p:nvSpPr>
        <p:spPr>
          <a:xfrm>
            <a:off x="1846261" y="1123950"/>
            <a:ext cx="1239839" cy="1028700"/>
          </a:xfrm>
          <a:prstGeom prst="roundRect">
            <a:avLst>
              <a:gd name="adj" fmla="val 8334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4ACF9EE-D91F-CB6D-7A94-4FD786B01FDC}"/>
              </a:ext>
            </a:extLst>
          </p:cNvPr>
          <p:cNvSpPr/>
          <p:nvPr/>
        </p:nvSpPr>
        <p:spPr>
          <a:xfrm>
            <a:off x="3313111" y="1123950"/>
            <a:ext cx="1239839" cy="1028700"/>
          </a:xfrm>
          <a:prstGeom prst="roundRect">
            <a:avLst>
              <a:gd name="adj" fmla="val 8334"/>
            </a:avLst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3AF522-5E80-AC8D-B855-6A2F57331B8D}"/>
              </a:ext>
            </a:extLst>
          </p:cNvPr>
          <p:cNvSpPr/>
          <p:nvPr/>
        </p:nvSpPr>
        <p:spPr>
          <a:xfrm>
            <a:off x="4779961" y="1123950"/>
            <a:ext cx="1239839" cy="1028700"/>
          </a:xfrm>
          <a:prstGeom prst="roundRect">
            <a:avLst>
              <a:gd name="adj" fmla="val 8334"/>
            </a:avLst>
          </a:prstGeom>
          <a:noFill/>
          <a:ln w="38100">
            <a:solidFill>
              <a:srgbClr val="E119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CE19ED-5E08-5911-78E7-C29724C4861C}"/>
              </a:ext>
            </a:extLst>
          </p:cNvPr>
          <p:cNvSpPr txBox="1"/>
          <p:nvPr/>
        </p:nvSpPr>
        <p:spPr>
          <a:xfrm>
            <a:off x="556417" y="1202293"/>
            <a:ext cx="88582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/>
              <a:t>Enable</a:t>
            </a:r>
            <a:r>
              <a:rPr lang="en-US" sz="1200"/>
              <a:t> Notification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B2EE27-F012-81D7-38BF-0B8B94661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809" y="1649968"/>
            <a:ext cx="1105039" cy="43564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A25A791-CAD3-75E2-44B5-2B57C852DAAA}"/>
              </a:ext>
            </a:extLst>
          </p:cNvPr>
          <p:cNvSpPr txBox="1"/>
          <p:nvPr/>
        </p:nvSpPr>
        <p:spPr>
          <a:xfrm>
            <a:off x="1997471" y="1202293"/>
            <a:ext cx="93741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/>
              <a:t>Start </a:t>
            </a:r>
            <a:r>
              <a:rPr lang="en-US" sz="1200"/>
              <a:t>Conversion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2C57208-A366-5379-C68F-3DD8AEC7D2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5855" y="1638300"/>
            <a:ext cx="1100648" cy="4392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3B7006D-8300-EDFA-E565-3DAB06CC7A67}"/>
              </a:ext>
            </a:extLst>
          </p:cNvPr>
          <p:cNvSpPr txBox="1"/>
          <p:nvPr/>
        </p:nvSpPr>
        <p:spPr>
          <a:xfrm>
            <a:off x="3464321" y="1202293"/>
            <a:ext cx="93741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/>
              <a:t>ADC </a:t>
            </a:r>
            <a:r>
              <a:rPr lang="en-US" sz="1200"/>
              <a:t>Converts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C75691-5FAF-803C-70A0-F1A0D522E599}"/>
              </a:ext>
            </a:extLst>
          </p:cNvPr>
          <p:cNvSpPr txBox="1"/>
          <p:nvPr/>
        </p:nvSpPr>
        <p:spPr>
          <a:xfrm>
            <a:off x="4931171" y="1202293"/>
            <a:ext cx="93741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/>
              <a:t>Callback </a:t>
            </a:r>
            <a:r>
              <a:rPr lang="en-US" sz="1200"/>
              <a:t>Runs</a:t>
            </a:r>
          </a:p>
        </p:txBody>
      </p:sp>
      <p:pic>
        <p:nvPicPr>
          <p:cNvPr id="23" name="Picture 22" descr="Refresh - Free arrows icons">
            <a:extLst>
              <a:ext uri="{FF2B5EF4-FFF2-40B4-BE49-F238E27FC236}">
                <a16:creationId xmlns:a16="http://schemas.microsoft.com/office/drawing/2014/main" id="{08D13F65-6CA7-3107-CBDE-824EB7361A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3682951" y="1606021"/>
            <a:ext cx="471479" cy="471479"/>
          </a:xfrm>
          <a:prstGeom prst="rect">
            <a:avLst/>
          </a:prstGeom>
        </p:spPr>
      </p:pic>
      <p:pic>
        <p:nvPicPr>
          <p:cNvPr id="24" name="Picture 23" descr="Ring bell - Free music and multimedia icons">
            <a:extLst>
              <a:ext uri="{FF2B5EF4-FFF2-40B4-BE49-F238E27FC236}">
                <a16:creationId xmlns:a16="http://schemas.microsoft.com/office/drawing/2014/main" id="{FB0764C0-82E3-4837-8AE4-E6FE4E2379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1013" y="1511711"/>
            <a:ext cx="677732" cy="677732"/>
          </a:xfrm>
          <a:prstGeom prst="rect">
            <a:avLst/>
          </a:prstGeom>
        </p:spPr>
      </p:pic>
      <p:pic>
        <p:nvPicPr>
          <p:cNvPr id="26" name="Graphic 25" descr="Arrow: Straight with solid fill">
            <a:extLst>
              <a:ext uri="{FF2B5EF4-FFF2-40B4-BE49-F238E27FC236}">
                <a16:creationId xmlns:a16="http://schemas.microsoft.com/office/drawing/2014/main" id="{2F798E02-EEE2-DD3C-3CE6-BF3FC9DC0C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1540435" y="1443853"/>
            <a:ext cx="381000" cy="381000"/>
          </a:xfrm>
          <a:prstGeom prst="rect">
            <a:avLst/>
          </a:prstGeom>
        </p:spPr>
      </p:pic>
      <p:pic>
        <p:nvPicPr>
          <p:cNvPr id="27" name="Graphic 26" descr="Arrow: Straight with solid fill">
            <a:extLst>
              <a:ext uri="{FF2B5EF4-FFF2-40B4-BE49-F238E27FC236}">
                <a16:creationId xmlns:a16="http://schemas.microsoft.com/office/drawing/2014/main" id="{9893EE76-5E7A-B567-2D7C-7F252C451E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2997946" y="1447800"/>
            <a:ext cx="381000" cy="381000"/>
          </a:xfrm>
          <a:prstGeom prst="rect">
            <a:avLst/>
          </a:prstGeom>
        </p:spPr>
      </p:pic>
      <p:pic>
        <p:nvPicPr>
          <p:cNvPr id="28" name="Graphic 27" descr="Arrow: Straight with solid fill">
            <a:extLst>
              <a:ext uri="{FF2B5EF4-FFF2-40B4-BE49-F238E27FC236}">
                <a16:creationId xmlns:a16="http://schemas.microsoft.com/office/drawing/2014/main" id="{2D9CB485-1812-4A90-87B5-BD43141A63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4475925" y="1443854"/>
            <a:ext cx="381000" cy="381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02AA16D-AD68-A00A-1B51-89CF9E7056DC}"/>
              </a:ext>
            </a:extLst>
          </p:cNvPr>
          <p:cNvSpPr txBox="1"/>
          <p:nvPr/>
        </p:nvSpPr>
        <p:spPr>
          <a:xfrm>
            <a:off x="446809" y="2505075"/>
            <a:ext cx="564543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b="1"/>
              <a:t>Per-group control</a:t>
            </a:r>
          </a:p>
          <a:p>
            <a:pPr algn="l"/>
            <a:r>
              <a:rPr lang="en-US" sz="1200"/>
              <a:t>The notification mechanism is enabled only for selected ADC group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0EC57D-1E94-0525-E350-A4E4AF6B7695}"/>
              </a:ext>
            </a:extLst>
          </p:cNvPr>
          <p:cNvSpPr txBox="1"/>
          <p:nvPr/>
        </p:nvSpPr>
        <p:spPr>
          <a:xfrm>
            <a:off x="446809" y="3074767"/>
            <a:ext cx="564543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b="1"/>
              <a:t>Completion callback</a:t>
            </a:r>
          </a:p>
          <a:p>
            <a:pPr algn="l"/>
            <a:r>
              <a:rPr lang="en-US" sz="1200"/>
              <a:t>The configured group callback is called when conversion completes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A6611C-6787-9507-FBCB-ADDEBA73C6BA}"/>
              </a:ext>
            </a:extLst>
          </p:cNvPr>
          <p:cNvSpPr txBox="1"/>
          <p:nvPr/>
        </p:nvSpPr>
        <p:spPr>
          <a:xfrm>
            <a:off x="446809" y="3640267"/>
            <a:ext cx="564543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b="1"/>
              <a:t>CPU efficiency</a:t>
            </a:r>
          </a:p>
          <a:p>
            <a:pPr algn="l"/>
            <a:r>
              <a:rPr lang="en-US" sz="1200"/>
              <a:t>The application can continue other work instead of repeatedly polling ADC status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616DBB4-A114-5820-31ED-FBB4DA843467}"/>
              </a:ext>
            </a:extLst>
          </p:cNvPr>
          <p:cNvSpPr/>
          <p:nvPr/>
        </p:nvSpPr>
        <p:spPr>
          <a:xfrm>
            <a:off x="446809" y="4610100"/>
            <a:ext cx="5572991" cy="1495425"/>
          </a:xfrm>
          <a:prstGeom prst="roundRect">
            <a:avLst>
              <a:gd name="adj" fmla="val 9024"/>
            </a:avLst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9A4D87-B9CC-87EB-2762-C5D4B0241379}"/>
              </a:ext>
            </a:extLst>
          </p:cNvPr>
          <p:cNvSpPr txBox="1"/>
          <p:nvPr/>
        </p:nvSpPr>
        <p:spPr>
          <a:xfrm>
            <a:off x="944526" y="4810125"/>
            <a:ext cx="99543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>
                <a:solidFill>
                  <a:schemeClr val="accent4"/>
                </a:solidFill>
              </a:rPr>
              <a:t>POLLING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7A928F-B990-E577-1DE8-A8F4A7D1BE1F}"/>
              </a:ext>
            </a:extLst>
          </p:cNvPr>
          <p:cNvSpPr txBox="1"/>
          <p:nvPr/>
        </p:nvSpPr>
        <p:spPr>
          <a:xfrm>
            <a:off x="2394273" y="4810124"/>
            <a:ext cx="156776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>
                <a:solidFill>
                  <a:schemeClr val="accent3"/>
                </a:solidFill>
              </a:rPr>
              <a:t>NOTIFICATION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D97C6E-6B96-0C1E-D67E-3FB2DB3455F8}"/>
              </a:ext>
            </a:extLst>
          </p:cNvPr>
          <p:cNvSpPr txBox="1"/>
          <p:nvPr/>
        </p:nvSpPr>
        <p:spPr>
          <a:xfrm>
            <a:off x="4277131" y="4810124"/>
            <a:ext cx="156776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WHEN TO USE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F714F4-EB18-404E-0754-F6AEC4EF8C55}"/>
              </a:ext>
            </a:extLst>
          </p:cNvPr>
          <p:cNvSpPr txBox="1"/>
          <p:nvPr/>
        </p:nvSpPr>
        <p:spPr>
          <a:xfrm>
            <a:off x="944526" y="5287149"/>
            <a:ext cx="112117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/>
              <a:t>CPU keep asking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D74AFC-2112-C75E-AA25-E2C24AB81A84}"/>
              </a:ext>
            </a:extLst>
          </p:cNvPr>
          <p:cNvSpPr txBox="1"/>
          <p:nvPr/>
        </p:nvSpPr>
        <p:spPr>
          <a:xfrm>
            <a:off x="2394273" y="5303163"/>
            <a:ext cx="1567763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/>
              <a:t>ADC tells the CPU when conversion complete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BBC98B-B234-DF2B-EAA9-8E4F9AA013EC}"/>
              </a:ext>
            </a:extLst>
          </p:cNvPr>
          <p:cNvSpPr txBox="1"/>
          <p:nvPr/>
        </p:nvSpPr>
        <p:spPr>
          <a:xfrm>
            <a:off x="4277131" y="5273158"/>
            <a:ext cx="156776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/>
              <a:t>Interrupt-driven acquisition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10BA25-B36D-6B35-D2B3-67EB6FB86E2B}"/>
              </a:ext>
            </a:extLst>
          </p:cNvPr>
          <p:cNvSpPr txBox="1"/>
          <p:nvPr/>
        </p:nvSpPr>
        <p:spPr>
          <a:xfrm>
            <a:off x="1978674" y="5165436"/>
            <a:ext cx="30443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>
                <a:solidFill>
                  <a:srgbClr val="7030A0"/>
                </a:solidFill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28832327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AE4DD2-F71A-C878-1063-5AD3F67623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B84B97-9F2D-EF1D-E885-9F38623FB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412" y="1828800"/>
            <a:ext cx="5059363" cy="2374900"/>
          </a:xfrm>
        </p:spPr>
        <p:txBody>
          <a:bodyPr/>
          <a:lstStyle/>
          <a:p>
            <a:r>
              <a:rPr lang="en-US"/>
              <a:t>Read a Potentiometer value in Simulink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995C36-2948-DCEC-6041-1700A0CA7A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686096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6FBFEB-F8B1-1244-4AE4-CE1FAFE21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 want to achieve?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78B95A-BC4C-5083-8CCF-7BE7A53A3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413" y="2248756"/>
            <a:ext cx="4820388" cy="19455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939DA9-68A1-D17A-E71E-967EA3C139E3}"/>
              </a:ext>
            </a:extLst>
          </p:cNvPr>
          <p:cNvSpPr txBox="1"/>
          <p:nvPr/>
        </p:nvSpPr>
        <p:spPr>
          <a:xfrm>
            <a:off x="5571756" y="4241854"/>
            <a:ext cx="215770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>
                <a:latin typeface="+mj-lt"/>
              </a:rPr>
              <a:t>FRDM-A-S32K344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C748E8-F4C2-19ED-DB8D-46F4E353F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18" y="2629107"/>
            <a:ext cx="1614782" cy="1363270"/>
          </a:xfrm>
          <a:prstGeom prst="rect">
            <a:avLst/>
          </a:prstGeom>
        </p:spPr>
      </p:pic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EF96376A-C157-214B-F0B9-329FF0CB0C65}"/>
              </a:ext>
            </a:extLst>
          </p:cNvPr>
          <p:cNvCxnSpPr/>
          <p:nvPr/>
        </p:nvCxnSpPr>
        <p:spPr>
          <a:xfrm rot="5400000" flipH="1" flipV="1">
            <a:off x="1945293" y="2302573"/>
            <a:ext cx="933450" cy="428625"/>
          </a:xfrm>
          <a:prstGeom prst="bentConnector3">
            <a:avLst/>
          </a:prstGeom>
          <a:ln w="3810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FA679D8-4323-F97B-62FE-F3F46881D111}"/>
              </a:ext>
            </a:extLst>
          </p:cNvPr>
          <p:cNvSpPr txBox="1"/>
          <p:nvPr/>
        </p:nvSpPr>
        <p:spPr>
          <a:xfrm>
            <a:off x="2667000" y="1809750"/>
            <a:ext cx="466725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500">
                <a:solidFill>
                  <a:srgbClr val="FF0000"/>
                </a:solidFill>
                <a:latin typeface="+mj-lt"/>
              </a:rPr>
              <a:t>VCC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746FB7E-FFC8-E275-FAE0-A18D3103A95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59351" y="3473826"/>
            <a:ext cx="860278" cy="383569"/>
          </a:xfrm>
          <a:prstGeom prst="bentConnector3">
            <a:avLst/>
          </a:prstGeom>
          <a:ln w="381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ABE1659-FCA3-EF73-E3AF-B9BB644B552A}"/>
              </a:ext>
            </a:extLst>
          </p:cNvPr>
          <p:cNvSpPr txBox="1"/>
          <p:nvPr/>
        </p:nvSpPr>
        <p:spPr>
          <a:xfrm>
            <a:off x="2581275" y="4160140"/>
            <a:ext cx="466725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500">
                <a:latin typeface="+mj-lt"/>
              </a:rPr>
              <a:t>GND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E98C495-5AD8-7F0C-049D-7B2856B40BBB}"/>
              </a:ext>
            </a:extLst>
          </p:cNvPr>
          <p:cNvCxnSpPr>
            <a:cxnSpLocks/>
          </p:cNvCxnSpPr>
          <p:nvPr/>
        </p:nvCxnSpPr>
        <p:spPr>
          <a:xfrm>
            <a:off x="2197705" y="3105150"/>
            <a:ext cx="1898045" cy="0"/>
          </a:xfrm>
          <a:prstGeom prst="line">
            <a:avLst/>
          </a:prstGeom>
          <a:ln w="38100">
            <a:solidFill>
              <a:schemeClr val="accent3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FE1469B-163E-F3B9-D0DC-94DFD3F428CA}"/>
              </a:ext>
            </a:extLst>
          </p:cNvPr>
          <p:cNvSpPr/>
          <p:nvPr/>
        </p:nvSpPr>
        <p:spPr>
          <a:xfrm>
            <a:off x="2833544" y="2954834"/>
            <a:ext cx="676562" cy="266685"/>
          </a:xfrm>
          <a:prstGeom prst="roundRect">
            <a:avLst>
              <a:gd name="adj" fmla="val 20238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ctr"/>
            <a:endParaRPr lang="en-US" sz="120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380DC9-014C-89A1-0416-B9CACF784B4C}"/>
              </a:ext>
            </a:extLst>
          </p:cNvPr>
          <p:cNvSpPr txBox="1"/>
          <p:nvPr/>
        </p:nvSpPr>
        <p:spPr>
          <a:xfrm>
            <a:off x="2946862" y="2980454"/>
            <a:ext cx="59458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b="1">
                <a:solidFill>
                  <a:schemeClr val="bg1"/>
                </a:solidFill>
              </a:rPr>
              <a:t>PTA7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6E0C4B2-D171-CBB9-222D-6BFF318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6836" y="4416024"/>
            <a:ext cx="3380280" cy="194552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0A82254-644F-6356-4358-DD1A51002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851" y="4490202"/>
            <a:ext cx="2597412" cy="1616475"/>
          </a:xfrm>
          <a:prstGeom prst="rect">
            <a:avLst/>
          </a:prstGeom>
        </p:spPr>
      </p:pic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CB62B25D-626A-C56F-D769-61216BBBCBF1}"/>
              </a:ext>
            </a:extLst>
          </p:cNvPr>
          <p:cNvCxnSpPr>
            <a:stCxn id="10" idx="2"/>
            <a:endCxn id="31" idx="1"/>
          </p:cNvCxnSpPr>
          <p:nvPr/>
        </p:nvCxnSpPr>
        <p:spPr>
          <a:xfrm rot="16200000" flipH="1">
            <a:off x="7228754" y="3940705"/>
            <a:ext cx="869934" cy="2026229"/>
          </a:xfrm>
          <a:prstGeom prst="bentConnector2">
            <a:avLst/>
          </a:prstGeom>
          <a:ln w="38100">
            <a:headEnd type="oval"/>
            <a:tailEnd type="oval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3721271-4F3F-82E1-A953-FEF10271962E}"/>
              </a:ext>
            </a:extLst>
          </p:cNvPr>
          <p:cNvSpPr/>
          <p:nvPr/>
        </p:nvSpPr>
        <p:spPr>
          <a:xfrm>
            <a:off x="7141618" y="5255445"/>
            <a:ext cx="676562" cy="266685"/>
          </a:xfrm>
          <a:prstGeom prst="roundRect">
            <a:avLst>
              <a:gd name="adj" fmla="val 2023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ctr"/>
            <a:endParaRPr lang="en-US" sz="120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177B68-4D2B-4613-81C3-CFCD93175042}"/>
              </a:ext>
            </a:extLst>
          </p:cNvPr>
          <p:cNvSpPr txBox="1"/>
          <p:nvPr/>
        </p:nvSpPr>
        <p:spPr>
          <a:xfrm>
            <a:off x="7258188" y="5284956"/>
            <a:ext cx="59458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b="1">
                <a:solidFill>
                  <a:schemeClr val="bg1"/>
                </a:solidFill>
              </a:rPr>
              <a:t>UART</a:t>
            </a:r>
          </a:p>
        </p:txBody>
      </p:sp>
      <p:sp>
        <p:nvSpPr>
          <p:cNvPr id="38" name="TextBox 16">
            <a:extLst>
              <a:ext uri="{FF2B5EF4-FFF2-40B4-BE49-F238E27FC236}">
                <a16:creationId xmlns:a16="http://schemas.microsoft.com/office/drawing/2014/main" id="{650364AE-3551-DA53-9349-9B1CC5134951}"/>
              </a:ext>
            </a:extLst>
          </p:cNvPr>
          <p:cNvSpPr txBox="1"/>
          <p:nvPr/>
        </p:nvSpPr>
        <p:spPr>
          <a:xfrm>
            <a:off x="9079851" y="4131466"/>
            <a:ext cx="2661788" cy="288179"/>
          </a:xfrm>
          <a:prstGeom prst="rect">
            <a:avLst/>
          </a:prstGeom>
          <a:noFill/>
        </p:spPr>
        <p:txBody>
          <a:bodyPr wrap="none" lIns="91440" tIns="45720" rIns="9144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Poppins SemiBold"/>
                <a:ea typeface="+mn-ea"/>
                <a:cs typeface="Arial" panose="020B0604020202020204" pitchFamily="34" charset="0"/>
              </a:rPr>
              <a:t>FreeMASTER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Poppins SemiBold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2403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D0A95-7759-2332-9AE1-2868F9326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ADC Practice – Enable Group Notification &amp; Start Group Conversion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261DBD-EE66-4912-F7F3-E52B62E677F6}"/>
              </a:ext>
            </a:extLst>
          </p:cNvPr>
          <p:cNvSpPr txBox="1"/>
          <p:nvPr/>
        </p:nvSpPr>
        <p:spPr>
          <a:xfrm>
            <a:off x="379411" y="1054251"/>
            <a:ext cx="4935539" cy="38779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In a Simulink model already configured for S32K3 hardware, add an ADC block from NXP MBDT library.</a:t>
            </a:r>
          </a:p>
          <a:p>
            <a:pPr algn="l"/>
            <a:endParaRPr lang="en-US"/>
          </a:p>
          <a:p>
            <a:pPr algn="l"/>
            <a:r>
              <a:rPr lang="en-US"/>
              <a:t>Select </a:t>
            </a:r>
            <a:r>
              <a:rPr lang="en-US" b="1" err="1"/>
              <a:t>Adc_StartGroupConversion</a:t>
            </a:r>
            <a:r>
              <a:rPr lang="en-US" b="1"/>
              <a:t> </a:t>
            </a:r>
            <a:r>
              <a:rPr lang="en-US"/>
              <a:t>function and select as Group parameter the </a:t>
            </a:r>
            <a:r>
              <a:rPr lang="en-US" b="1"/>
              <a:t>AdcGroup_0</a:t>
            </a:r>
            <a:r>
              <a:rPr lang="en-US"/>
              <a:t> which is already pre-configured with </a:t>
            </a:r>
            <a:r>
              <a:rPr lang="en-US" b="1"/>
              <a:t>PTA7</a:t>
            </a:r>
            <a:r>
              <a:rPr lang="en-US"/>
              <a:t> as ADC channel input.</a:t>
            </a:r>
          </a:p>
          <a:p>
            <a:pPr algn="l"/>
            <a:endParaRPr lang="en-US"/>
          </a:p>
          <a:p>
            <a:pPr algn="l"/>
            <a:r>
              <a:rPr lang="en-US"/>
              <a:t>In an </a:t>
            </a:r>
            <a:r>
              <a:rPr lang="en-US" b="1"/>
              <a:t>Initialize</a:t>
            </a:r>
            <a:r>
              <a:rPr lang="en-US"/>
              <a:t> subsystem add another ADC block and select </a:t>
            </a:r>
            <a:r>
              <a:rPr lang="en-US" b="1" err="1"/>
              <a:t>Adc_EnableGroupNotification</a:t>
            </a:r>
            <a:r>
              <a:rPr lang="en-US" b="1"/>
              <a:t> </a:t>
            </a:r>
            <a:r>
              <a:rPr lang="en-US"/>
              <a:t>function. Choose the same </a:t>
            </a:r>
            <a:r>
              <a:rPr lang="en-US" b="1"/>
              <a:t>AdcGroup_0 </a:t>
            </a:r>
            <a:r>
              <a:rPr lang="en-US"/>
              <a:t>group.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9A03A4-7D11-DC6E-A6BD-6897E3452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041" y="1393485"/>
            <a:ext cx="2629363" cy="14259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DCD872-14E6-BCA2-24A7-CE737C449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6805" y="675844"/>
            <a:ext cx="2471975" cy="220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6166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687B-B25F-0709-CD72-8D09A036D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ADC Practice – Data Acquisition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2F3B0F-C2D1-6F9B-7418-093B38520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042" y="794953"/>
            <a:ext cx="4458233" cy="321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236793-8CE2-9C4F-8C53-D080B60FA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859" y="2306439"/>
            <a:ext cx="4458234" cy="18777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39A562-99A2-2541-E378-BEE6F3499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336" y="4319004"/>
            <a:ext cx="4496427" cy="21624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4A2A93-D7DE-AA6F-012C-983ED27D4FC4}"/>
              </a:ext>
            </a:extLst>
          </p:cNvPr>
          <p:cNvSpPr txBox="1"/>
          <p:nvPr/>
        </p:nvSpPr>
        <p:spPr>
          <a:xfrm>
            <a:off x="379411" y="1054251"/>
            <a:ext cx="4496427" cy="52629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From Library Browser, drag &amp; drop the NXP </a:t>
            </a:r>
            <a:r>
              <a:rPr lang="en-US" b="1"/>
              <a:t>ISR Block</a:t>
            </a:r>
            <a:r>
              <a:rPr lang="en-US"/>
              <a:t>.</a:t>
            </a:r>
          </a:p>
          <a:p>
            <a:pPr algn="l"/>
            <a:endParaRPr lang="en-US"/>
          </a:p>
          <a:p>
            <a:pPr algn="l"/>
            <a:r>
              <a:rPr lang="en-US"/>
              <a:t>Select the </a:t>
            </a:r>
            <a:r>
              <a:rPr lang="en-US" err="1"/>
              <a:t>Adc</a:t>
            </a:r>
            <a:r>
              <a:rPr lang="en-US"/>
              <a:t> as Peripheral and </a:t>
            </a:r>
            <a:r>
              <a:rPr lang="en-US" b="1"/>
              <a:t>Adc_Adc0Group0Notification </a:t>
            </a:r>
            <a:r>
              <a:rPr lang="en-US"/>
              <a:t>as Interrupt.</a:t>
            </a:r>
          </a:p>
          <a:p>
            <a:pPr algn="l"/>
            <a:endParaRPr lang="en-US"/>
          </a:p>
          <a:p>
            <a:pPr algn="l"/>
            <a:r>
              <a:rPr lang="en-US"/>
              <a:t>Connect this block to a function call subsystem.</a:t>
            </a:r>
          </a:p>
          <a:p>
            <a:pPr algn="l"/>
            <a:endParaRPr lang="en-US"/>
          </a:p>
          <a:p>
            <a:pPr algn="l"/>
            <a:r>
              <a:rPr lang="en-US"/>
              <a:t>Add an </a:t>
            </a:r>
            <a:r>
              <a:rPr lang="en-US" b="1"/>
              <a:t>ADC</a:t>
            </a:r>
            <a:r>
              <a:rPr lang="en-US"/>
              <a:t> </a:t>
            </a:r>
            <a:r>
              <a:rPr lang="en-US" b="1"/>
              <a:t>block</a:t>
            </a:r>
            <a:r>
              <a:rPr lang="en-US"/>
              <a:t> within the newly created function call subsystem and select the </a:t>
            </a:r>
            <a:r>
              <a:rPr lang="en-US" b="1" err="1"/>
              <a:t>Adc_ReadGroup</a:t>
            </a:r>
            <a:r>
              <a:rPr lang="en-US" b="1"/>
              <a:t> </a:t>
            </a:r>
            <a:r>
              <a:rPr lang="en-US"/>
              <a:t>function and the </a:t>
            </a:r>
            <a:r>
              <a:rPr lang="en-US" b="1"/>
              <a:t>AdcGroup_0</a:t>
            </a:r>
            <a:r>
              <a:rPr lang="en-US"/>
              <a:t> group used for gathering the data from potentiometer.</a:t>
            </a:r>
          </a:p>
          <a:p>
            <a:pPr algn="l"/>
            <a:endParaRPr lang="en-US"/>
          </a:p>
          <a:p>
            <a:pPr algn="l"/>
            <a:r>
              <a:rPr lang="en-US"/>
              <a:t>Route the output from this block to a data store memory.</a:t>
            </a:r>
          </a:p>
        </p:txBody>
      </p:sp>
    </p:spTree>
    <p:extLst>
      <p:ext uri="{BB962C8B-B14F-4D97-AF65-F5344CB8AC3E}">
        <p14:creationId xmlns:p14="http://schemas.microsoft.com/office/powerpoint/2010/main" val="33383162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7A29D-9F52-6E4C-B53E-C51991157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ADC Practice – </a:t>
            </a:r>
            <a:r>
              <a:rPr lang="en-US" err="1"/>
              <a:t>FreeMASTER</a:t>
            </a:r>
            <a:r>
              <a:rPr lang="en-US"/>
              <a:t> Configuration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B859A5-2E28-D8AF-E220-261E1D5FC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942" y="833052"/>
            <a:ext cx="5640765" cy="40723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285A78-873A-6124-16FE-4B55A6817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87" y="2434709"/>
            <a:ext cx="3605109" cy="33945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34ED15-AAB9-D43A-444B-147ABEEAA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730" y="4943351"/>
            <a:ext cx="3277057" cy="17718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826DC0-389B-1DF2-969E-3C68E0DF99E8}"/>
              </a:ext>
            </a:extLst>
          </p:cNvPr>
          <p:cNvSpPr txBox="1"/>
          <p:nvPr/>
        </p:nvSpPr>
        <p:spPr>
          <a:xfrm>
            <a:off x="379411" y="1054251"/>
            <a:ext cx="4496427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From Library Browser, drag &amp; drop the NXP </a:t>
            </a:r>
            <a:r>
              <a:rPr lang="en-US" b="1" err="1"/>
              <a:t>FreeMASTER</a:t>
            </a:r>
            <a:r>
              <a:rPr lang="en-US" b="1"/>
              <a:t> Config </a:t>
            </a:r>
            <a:r>
              <a:rPr lang="en-US"/>
              <a:t>block from </a:t>
            </a:r>
            <a:r>
              <a:rPr lang="en-US" b="1"/>
              <a:t>Utility Library.</a:t>
            </a:r>
          </a:p>
          <a:p>
            <a:pPr algn="l"/>
            <a:endParaRPr lang="en-US" b="1"/>
          </a:p>
          <a:p>
            <a:pPr algn="l"/>
            <a:r>
              <a:rPr lang="en-US"/>
              <a:t>You can let the default configuration parameters as they are</a:t>
            </a:r>
          </a:p>
        </p:txBody>
      </p:sp>
    </p:spTree>
    <p:extLst>
      <p:ext uri="{BB962C8B-B14F-4D97-AF65-F5344CB8AC3E}">
        <p14:creationId xmlns:p14="http://schemas.microsoft.com/office/powerpoint/2010/main" val="20882883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9A87249-75CA-3E0E-6E68-85D5943A3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154" y="5128372"/>
            <a:ext cx="5696541" cy="17665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801188-2A20-4AAC-57BA-9F8784BC1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074" y="1332730"/>
            <a:ext cx="4656920" cy="37092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F512F5-18F2-D114-A498-CD1F9AA0E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400" y="264166"/>
            <a:ext cx="4979626" cy="8733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4EF912-5A8B-8ABC-4A92-A3F115762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ADC Practice – </a:t>
            </a:r>
            <a:r>
              <a:rPr lang="en-US" err="1"/>
              <a:t>FreeMASTER</a:t>
            </a:r>
            <a:r>
              <a:rPr lang="en-US"/>
              <a:t> Configuration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592-FEC6-CF36-0E8C-5A2B71C7F369}"/>
              </a:ext>
            </a:extLst>
          </p:cNvPr>
          <p:cNvSpPr txBox="1"/>
          <p:nvPr/>
        </p:nvSpPr>
        <p:spPr>
          <a:xfrm>
            <a:off x="379411" y="1358531"/>
            <a:ext cx="507011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From the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APPS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tab open the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Embedded Coder</a:t>
            </a:r>
            <a:r>
              <a:rPr lang="en-US" b="1">
                <a:solidFill>
                  <a:srgbClr val="000000"/>
                </a:solidFill>
                <a:latin typeface="Poppins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in the “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C CODE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” tab open the “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Code Mappings – Component Interface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”.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Select the “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Data Stores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” tab in the Code Mappings interface.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Change the storage class of your data store to 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ExportedGlobal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.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406815-EA89-D346-DED9-AE3ACEFFBC5B}"/>
              </a:ext>
            </a:extLst>
          </p:cNvPr>
          <p:cNvSpPr/>
          <p:nvPr/>
        </p:nvSpPr>
        <p:spPr>
          <a:xfrm>
            <a:off x="9435859" y="447316"/>
            <a:ext cx="564848" cy="1605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D24A4F-4250-718A-2E5E-2F15DE2F7CE7}"/>
              </a:ext>
            </a:extLst>
          </p:cNvPr>
          <p:cNvSpPr/>
          <p:nvPr/>
        </p:nvSpPr>
        <p:spPr>
          <a:xfrm>
            <a:off x="9123635" y="654998"/>
            <a:ext cx="477565" cy="36133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6EF994-4606-FB33-0209-770D01B3BA40}"/>
              </a:ext>
            </a:extLst>
          </p:cNvPr>
          <p:cNvSpPr/>
          <p:nvPr/>
        </p:nvSpPr>
        <p:spPr>
          <a:xfrm>
            <a:off x="6789274" y="4787621"/>
            <a:ext cx="1166151" cy="1253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174789-756B-4D0A-A70B-B53C092CDC3D}"/>
              </a:ext>
            </a:extLst>
          </p:cNvPr>
          <p:cNvSpPr/>
          <p:nvPr/>
        </p:nvSpPr>
        <p:spPr>
          <a:xfrm>
            <a:off x="8902119" y="3573740"/>
            <a:ext cx="406787" cy="1537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1398BC1-0B0A-F816-E24D-B5A3E7D65296}"/>
              </a:ext>
            </a:extLst>
          </p:cNvPr>
          <p:cNvSpPr/>
          <p:nvPr/>
        </p:nvSpPr>
        <p:spPr>
          <a:xfrm rot="2266368">
            <a:off x="9318922" y="1218829"/>
            <a:ext cx="487331" cy="14910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6720FD-41D7-1CA1-E058-D0FDAF3476DD}"/>
              </a:ext>
            </a:extLst>
          </p:cNvPr>
          <p:cNvSpPr/>
          <p:nvPr/>
        </p:nvSpPr>
        <p:spPr>
          <a:xfrm>
            <a:off x="9435859" y="1501565"/>
            <a:ext cx="525545" cy="1719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74E62B-ABD2-D8DB-39FA-401D0EDE6CC3}"/>
              </a:ext>
            </a:extLst>
          </p:cNvPr>
          <p:cNvSpPr/>
          <p:nvPr/>
        </p:nvSpPr>
        <p:spPr>
          <a:xfrm>
            <a:off x="6896100" y="6096663"/>
            <a:ext cx="1895476" cy="1898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5064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AB591E3-018A-6010-544E-37E9D5A5A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858" y="1951671"/>
            <a:ext cx="6178038" cy="1375459"/>
          </a:xfrm>
          <a:prstGeom prst="rect">
            <a:avLst/>
          </a:prstGeom>
          <a:effectLst>
            <a:outerShdw blurRad="292100" dist="139700" dir="2700000" algn="ctr" rotWithShape="0">
              <a:srgbClr val="000000">
                <a:alpha val="64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ABD34B-B2D9-8933-8974-844821E623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635" b="23358"/>
          <a:stretch>
            <a:fillRect/>
          </a:stretch>
        </p:blipFill>
        <p:spPr>
          <a:xfrm>
            <a:off x="6507324" y="28436"/>
            <a:ext cx="2981741" cy="16573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BF8D79F-2FE1-051A-16ED-A2CD7830A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0890" y="4116917"/>
            <a:ext cx="2862677" cy="21970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C229C7-0416-DB12-4CA2-6CBD8330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ADC Practice – </a:t>
            </a:r>
            <a:r>
              <a:rPr lang="en-US" err="1"/>
              <a:t>FreeMASTER</a:t>
            </a:r>
            <a:r>
              <a:rPr lang="en-US"/>
              <a:t> Configuration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02DB94-6EC3-FCEE-3B3B-F040A709E879}"/>
              </a:ext>
            </a:extLst>
          </p:cNvPr>
          <p:cNvSpPr txBox="1"/>
          <p:nvPr/>
        </p:nvSpPr>
        <p:spPr>
          <a:xfrm>
            <a:off x="379411" y="1144679"/>
            <a:ext cx="5070118" cy="2684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After a successful build of the model and the elf being downloaded to the EVB, we can monitor the execution on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FreeMASTER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Open The 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FreeMASTER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 application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In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Tools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 select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connection wizard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Follow the step to set the COM port of the board and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baudrate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 at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115200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8C51187-D804-1B30-B69E-E10CBCAB4B3E}"/>
              </a:ext>
            </a:extLst>
          </p:cNvPr>
          <p:cNvSpPr/>
          <p:nvPr/>
        </p:nvSpPr>
        <p:spPr>
          <a:xfrm rot="5400000">
            <a:off x="8411496" y="1563030"/>
            <a:ext cx="512621" cy="19122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95BE36A-883C-DD21-3D9A-BDAD985893AC}"/>
              </a:ext>
            </a:extLst>
          </p:cNvPr>
          <p:cNvGrpSpPr/>
          <p:nvPr/>
        </p:nvGrpSpPr>
        <p:grpSpPr>
          <a:xfrm>
            <a:off x="228433" y="4064179"/>
            <a:ext cx="5710653" cy="2161613"/>
            <a:chOff x="2049859" y="4123172"/>
            <a:chExt cx="5710653" cy="216161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2F263AD-CEF7-E87E-98CA-E2A4574A4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49859" y="4123172"/>
              <a:ext cx="2743366" cy="216161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09D4D9B-81EA-C7B7-8E98-FC49A67BB804}"/>
                </a:ext>
              </a:extLst>
            </p:cNvPr>
            <p:cNvSpPr/>
            <p:nvPr/>
          </p:nvSpPr>
          <p:spPr>
            <a:xfrm>
              <a:off x="3819832" y="6083707"/>
              <a:ext cx="486697" cy="16223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013EB52-D1AE-5D83-2992-6FFCD9114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83760" y="4123172"/>
              <a:ext cx="2776752" cy="2161613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E7CCB05-73F1-C787-B7B8-7FB7DFD3B67A}"/>
                </a:ext>
              </a:extLst>
            </p:cNvPr>
            <p:cNvSpPr/>
            <p:nvPr/>
          </p:nvSpPr>
          <p:spPr>
            <a:xfrm>
              <a:off x="5161936" y="4559857"/>
              <a:ext cx="1327355" cy="11061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66EB9A0-479C-FC34-ED33-88F7628DD194}"/>
                </a:ext>
              </a:extLst>
            </p:cNvPr>
            <p:cNvSpPr/>
            <p:nvPr/>
          </p:nvSpPr>
          <p:spPr>
            <a:xfrm>
              <a:off x="6821128" y="6105830"/>
              <a:ext cx="449826" cy="14748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FFCA6C6F-D6E7-D9FE-B8FF-A88DFB88FE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4716" y="4042057"/>
            <a:ext cx="2898058" cy="2271935"/>
          </a:xfrm>
          <a:prstGeom prst="rect">
            <a:avLst/>
          </a:prstGeom>
        </p:spPr>
      </p:pic>
      <p:sp>
        <p:nvSpPr>
          <p:cNvPr id="25" name="Arrow: Right 24">
            <a:extLst>
              <a:ext uri="{FF2B5EF4-FFF2-40B4-BE49-F238E27FC236}">
                <a16:creationId xmlns:a16="http://schemas.microsoft.com/office/drawing/2014/main" id="{92FACA4D-7A68-AD16-59E9-1F2A215A9D6D}"/>
              </a:ext>
            </a:extLst>
          </p:cNvPr>
          <p:cNvSpPr/>
          <p:nvPr/>
        </p:nvSpPr>
        <p:spPr>
          <a:xfrm>
            <a:off x="2761924" y="5713321"/>
            <a:ext cx="419750" cy="19122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A8C5E6B2-2340-5514-A0A5-695EE83E17DA}"/>
              </a:ext>
            </a:extLst>
          </p:cNvPr>
          <p:cNvSpPr/>
          <p:nvPr/>
        </p:nvSpPr>
        <p:spPr>
          <a:xfrm>
            <a:off x="5729211" y="5670799"/>
            <a:ext cx="419750" cy="19122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AF95F9-5D65-513A-8F2D-FEE3BA22CBA4}"/>
              </a:ext>
            </a:extLst>
          </p:cNvPr>
          <p:cNvSpPr/>
          <p:nvPr/>
        </p:nvSpPr>
        <p:spPr>
          <a:xfrm>
            <a:off x="6095653" y="4911361"/>
            <a:ext cx="1327355" cy="11061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1637D1-60E5-7C4D-2D87-1D3105B12239}"/>
              </a:ext>
            </a:extLst>
          </p:cNvPr>
          <p:cNvSpPr/>
          <p:nvPr/>
        </p:nvSpPr>
        <p:spPr>
          <a:xfrm>
            <a:off x="7998195" y="5021974"/>
            <a:ext cx="573998" cy="11061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961E3180-7947-61DD-5E97-A1ED6693AA4E}"/>
              </a:ext>
            </a:extLst>
          </p:cNvPr>
          <p:cNvSpPr/>
          <p:nvPr/>
        </p:nvSpPr>
        <p:spPr>
          <a:xfrm>
            <a:off x="8807111" y="5670799"/>
            <a:ext cx="419750" cy="19122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5D09B0B-A26E-DD2A-DEFF-013E8D741A6C}"/>
              </a:ext>
            </a:extLst>
          </p:cNvPr>
          <p:cNvSpPr/>
          <p:nvPr/>
        </p:nvSpPr>
        <p:spPr>
          <a:xfrm>
            <a:off x="9303427" y="4821027"/>
            <a:ext cx="2104450" cy="1659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8B9212E-D91C-2B3D-0C4D-917015AFA53E}"/>
              </a:ext>
            </a:extLst>
          </p:cNvPr>
          <p:cNvSpPr/>
          <p:nvPr/>
        </p:nvSpPr>
        <p:spPr>
          <a:xfrm>
            <a:off x="7850711" y="6086202"/>
            <a:ext cx="573998" cy="20148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04B785A-9969-32E3-402B-C41FA53E6119}"/>
              </a:ext>
            </a:extLst>
          </p:cNvPr>
          <p:cNvSpPr/>
          <p:nvPr/>
        </p:nvSpPr>
        <p:spPr>
          <a:xfrm>
            <a:off x="10896253" y="6104219"/>
            <a:ext cx="573998" cy="20148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0719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27A5D-EB1F-0FA2-9C22-01C5A04C7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ADC Practice – </a:t>
            </a:r>
            <a:r>
              <a:rPr lang="en-US" err="1"/>
              <a:t>FreeMASTER</a:t>
            </a:r>
            <a:r>
              <a:rPr lang="en-US"/>
              <a:t> Configuration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2F78DD-548D-690C-FA6F-FE105309B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364" y="363592"/>
            <a:ext cx="3810532" cy="13813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0A49BC-EC06-5F96-94BB-07EC517AC38B}"/>
              </a:ext>
            </a:extLst>
          </p:cNvPr>
          <p:cNvSpPr txBox="1"/>
          <p:nvPr/>
        </p:nvSpPr>
        <p:spPr>
          <a:xfrm>
            <a:off x="379410" y="1144679"/>
            <a:ext cx="6928415" cy="254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After successfully connecting the board, the elf file needs to be added to the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FreeMASTER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 configuration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Click on YES on the pop up window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Provide path to elf file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Check that the board is properly connected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9A7568-E9CA-1BC6-3C8F-21B71F4C0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932" y="2043804"/>
            <a:ext cx="4021396" cy="30031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2ABC22-D7BF-E342-92CB-3917484A783C}"/>
              </a:ext>
            </a:extLst>
          </p:cNvPr>
          <p:cNvSpPr/>
          <p:nvPr/>
        </p:nvSpPr>
        <p:spPr>
          <a:xfrm>
            <a:off x="10098013" y="1442628"/>
            <a:ext cx="813966" cy="2482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1DFAEF-CEDE-8E49-E2CF-5F804FE5621F}"/>
              </a:ext>
            </a:extLst>
          </p:cNvPr>
          <p:cNvSpPr/>
          <p:nvPr/>
        </p:nvSpPr>
        <p:spPr>
          <a:xfrm>
            <a:off x="8758194" y="2568387"/>
            <a:ext cx="2679637" cy="265472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rPr>
              <a:t>PATH to elf file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CF07F1-AC84-07FD-7DFF-7BA27AAB357B}"/>
              </a:ext>
            </a:extLst>
          </p:cNvPr>
          <p:cNvSpPr/>
          <p:nvPr/>
        </p:nvSpPr>
        <p:spPr>
          <a:xfrm>
            <a:off x="9813224" y="4810141"/>
            <a:ext cx="707923" cy="21067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C445A0-5857-C2AE-A7BF-F7EE1ED932B1}"/>
              </a:ext>
            </a:extLst>
          </p:cNvPr>
          <p:cNvSpPr/>
          <p:nvPr/>
        </p:nvSpPr>
        <p:spPr>
          <a:xfrm>
            <a:off x="11501915" y="2595783"/>
            <a:ext cx="309981" cy="21067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93E6626-6A49-98C6-635D-CC380624B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0203" y="3331081"/>
            <a:ext cx="4353618" cy="29581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13511CA-9ADD-9925-BA21-DB16D510189F}"/>
              </a:ext>
            </a:extLst>
          </p:cNvPr>
          <p:cNvSpPr/>
          <p:nvPr/>
        </p:nvSpPr>
        <p:spPr>
          <a:xfrm>
            <a:off x="4444811" y="6205984"/>
            <a:ext cx="953099" cy="1053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0160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90049-4744-2B13-3CE4-97EEC27E1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ADC Practice – </a:t>
            </a:r>
            <a:r>
              <a:rPr lang="en-US" err="1"/>
              <a:t>FreeMASTER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0CBE2A-87A2-7A11-0772-EAF0031A6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781" y="376519"/>
            <a:ext cx="2013110" cy="23871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95064D-E1EA-871B-2536-6ADC4669E5A9}"/>
              </a:ext>
            </a:extLst>
          </p:cNvPr>
          <p:cNvSpPr txBox="1"/>
          <p:nvPr/>
        </p:nvSpPr>
        <p:spPr>
          <a:xfrm>
            <a:off x="379410" y="1144679"/>
            <a:ext cx="5055371" cy="406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Right Click on New Project then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Create Oscilloscope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Select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Variables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 view then click on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Add Variable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Click on the 3 dots button to create a new variable to Variables List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Click on New and type the name of the data store memory and in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Address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select the name of </a:t>
            </a:r>
            <a:r>
              <a:rPr lang="en-US">
                <a:solidFill>
                  <a:srgbClr val="000000"/>
                </a:solidFill>
                <a:latin typeface="Poppins"/>
              </a:rPr>
              <a:t>your created variable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then click OK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8CBAAD-AED4-951D-D2AB-0E7208AA9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1351" y="376519"/>
            <a:ext cx="4041494" cy="255673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B3A78CE-32BF-0FD9-D145-A06F1C4D048A}"/>
              </a:ext>
            </a:extLst>
          </p:cNvPr>
          <p:cNvSpPr/>
          <p:nvPr/>
        </p:nvSpPr>
        <p:spPr>
          <a:xfrm>
            <a:off x="5737122" y="915110"/>
            <a:ext cx="1519083" cy="18435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05A3B4-029F-7C13-F3CE-AB5B8EAF13FE}"/>
              </a:ext>
            </a:extLst>
          </p:cNvPr>
          <p:cNvSpPr/>
          <p:nvPr/>
        </p:nvSpPr>
        <p:spPr>
          <a:xfrm>
            <a:off x="8155859" y="553637"/>
            <a:ext cx="361336" cy="1911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A41ADA-FFAB-F6DC-D34D-7853028B5A22}"/>
              </a:ext>
            </a:extLst>
          </p:cNvPr>
          <p:cNvSpPr/>
          <p:nvPr/>
        </p:nvSpPr>
        <p:spPr>
          <a:xfrm>
            <a:off x="8155859" y="1898175"/>
            <a:ext cx="508818" cy="159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182B5A-C7A6-C120-EA55-819420EBFFBD}"/>
              </a:ext>
            </a:extLst>
          </p:cNvPr>
          <p:cNvSpPr/>
          <p:nvPr/>
        </p:nvSpPr>
        <p:spPr>
          <a:xfrm>
            <a:off x="7750232" y="985454"/>
            <a:ext cx="1533878" cy="11401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B98862-FC56-EAFD-D843-F32503B08BF5}"/>
              </a:ext>
            </a:extLst>
          </p:cNvPr>
          <p:cNvSpPr/>
          <p:nvPr/>
        </p:nvSpPr>
        <p:spPr>
          <a:xfrm>
            <a:off x="9202993" y="2156272"/>
            <a:ext cx="191729" cy="17397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A5D9DAA-5B50-77C0-7A4C-9A96F26D51EB}"/>
              </a:ext>
            </a:extLst>
          </p:cNvPr>
          <p:cNvSpPr/>
          <p:nvPr/>
        </p:nvSpPr>
        <p:spPr>
          <a:xfrm rot="5400000">
            <a:off x="8959665" y="2573572"/>
            <a:ext cx="677884" cy="19122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930AEB4-E3E1-7CA2-D23F-3AE763BCE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4781" y="2936408"/>
            <a:ext cx="3667637" cy="182905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8B1ABBF-E01F-7D85-2829-AE1B5095FC6C}"/>
              </a:ext>
            </a:extLst>
          </p:cNvPr>
          <p:cNvSpPr txBox="1"/>
          <p:nvPr/>
        </p:nvSpPr>
        <p:spPr>
          <a:xfrm>
            <a:off x="5569478" y="867679"/>
            <a:ext cx="1218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1.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A1EAF7-1956-DBFB-6A3F-DCC4208FAAD7}"/>
              </a:ext>
            </a:extLst>
          </p:cNvPr>
          <p:cNvSpPr txBox="1"/>
          <p:nvPr/>
        </p:nvSpPr>
        <p:spPr>
          <a:xfrm>
            <a:off x="7942399" y="415137"/>
            <a:ext cx="18114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2.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F8206F-2710-DAC5-BB94-2A70DC1AD44B}"/>
              </a:ext>
            </a:extLst>
          </p:cNvPr>
          <p:cNvSpPr txBox="1"/>
          <p:nvPr/>
        </p:nvSpPr>
        <p:spPr>
          <a:xfrm>
            <a:off x="7942399" y="1663186"/>
            <a:ext cx="18434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3.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F43D9F-8FDB-26BB-9313-3C1F4C63D7C9}"/>
              </a:ext>
            </a:extLst>
          </p:cNvPr>
          <p:cNvSpPr txBox="1"/>
          <p:nvPr/>
        </p:nvSpPr>
        <p:spPr>
          <a:xfrm>
            <a:off x="7536772" y="867680"/>
            <a:ext cx="19396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4.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69E5DA-2166-8DB9-C93B-1BA18D04D842}"/>
              </a:ext>
            </a:extLst>
          </p:cNvPr>
          <p:cNvSpPr txBox="1"/>
          <p:nvPr/>
        </p:nvSpPr>
        <p:spPr>
          <a:xfrm>
            <a:off x="8901581" y="2110952"/>
            <a:ext cx="19236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5.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45A62E-51B8-FE7D-B7A4-1B3A736EE715}"/>
              </a:ext>
            </a:extLst>
          </p:cNvPr>
          <p:cNvSpPr/>
          <p:nvPr/>
        </p:nvSpPr>
        <p:spPr>
          <a:xfrm>
            <a:off x="8301237" y="3368970"/>
            <a:ext cx="801181" cy="2479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4CE03C-51F7-86EA-808D-96F56A55FEED}"/>
              </a:ext>
            </a:extLst>
          </p:cNvPr>
          <p:cNvSpPr txBox="1"/>
          <p:nvPr/>
        </p:nvSpPr>
        <p:spPr>
          <a:xfrm>
            <a:off x="8007200" y="3355192"/>
            <a:ext cx="19396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6.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F6666C-AAEE-D1FA-936F-959C1BAD82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9231" y="3924744"/>
            <a:ext cx="4046335" cy="270662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3AAE081F-297F-1979-6749-DF27C5A04AD1}"/>
              </a:ext>
            </a:extLst>
          </p:cNvPr>
          <p:cNvSpPr/>
          <p:nvPr/>
        </p:nvSpPr>
        <p:spPr>
          <a:xfrm>
            <a:off x="6517705" y="4343400"/>
            <a:ext cx="1143646" cy="228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955A1D-1A7A-E37A-0380-21BDEA393289}"/>
              </a:ext>
            </a:extLst>
          </p:cNvPr>
          <p:cNvSpPr/>
          <p:nvPr/>
        </p:nvSpPr>
        <p:spPr>
          <a:xfrm>
            <a:off x="6419424" y="4704904"/>
            <a:ext cx="1143646" cy="15755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CE924C7-CA41-C6B2-986D-EA950CB7F0A2}"/>
              </a:ext>
            </a:extLst>
          </p:cNvPr>
          <p:cNvSpPr/>
          <p:nvPr/>
        </p:nvSpPr>
        <p:spPr>
          <a:xfrm>
            <a:off x="8310716" y="6316233"/>
            <a:ext cx="523434" cy="2769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7EB0278-BFA8-DD65-234B-64D791227B1B}"/>
              </a:ext>
            </a:extLst>
          </p:cNvPr>
          <p:cNvSpPr txBox="1"/>
          <p:nvPr/>
        </p:nvSpPr>
        <p:spPr>
          <a:xfrm>
            <a:off x="8058877" y="6304363"/>
            <a:ext cx="19396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9.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F228B6-37DF-28BC-BAC7-E7D56B17B2C6}"/>
              </a:ext>
            </a:extLst>
          </p:cNvPr>
          <p:cNvSpPr txBox="1"/>
          <p:nvPr/>
        </p:nvSpPr>
        <p:spPr>
          <a:xfrm>
            <a:off x="5893222" y="4278417"/>
            <a:ext cx="1747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7.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5ED921-4DC3-CA80-ECE2-FE677A6B0934}"/>
              </a:ext>
            </a:extLst>
          </p:cNvPr>
          <p:cNvSpPr txBox="1"/>
          <p:nvPr/>
        </p:nvSpPr>
        <p:spPr>
          <a:xfrm>
            <a:off x="5881315" y="4626963"/>
            <a:ext cx="19396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8.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A575D317-89DD-08EE-5E53-DEE5E90F5621}"/>
              </a:ext>
            </a:extLst>
          </p:cNvPr>
          <p:cNvSpPr/>
          <p:nvPr/>
        </p:nvSpPr>
        <p:spPr>
          <a:xfrm rot="9411738">
            <a:off x="7650701" y="3678038"/>
            <a:ext cx="677884" cy="19122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CC76614-79C6-C425-6D12-865E5B6026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8841" y="3616953"/>
            <a:ext cx="2023077" cy="1746504"/>
          </a:xfrm>
          <a:prstGeom prst="rect">
            <a:avLst/>
          </a:prstGeom>
        </p:spPr>
      </p:pic>
      <p:sp>
        <p:nvSpPr>
          <p:cNvPr id="33" name="Arrow: Right 32">
            <a:extLst>
              <a:ext uri="{FF2B5EF4-FFF2-40B4-BE49-F238E27FC236}">
                <a16:creationId xmlns:a16="http://schemas.microsoft.com/office/drawing/2014/main" id="{79B9AACB-FF0E-8B1F-4B83-74D81305F3F7}"/>
              </a:ext>
            </a:extLst>
          </p:cNvPr>
          <p:cNvSpPr/>
          <p:nvPr/>
        </p:nvSpPr>
        <p:spPr>
          <a:xfrm>
            <a:off x="9682098" y="4152171"/>
            <a:ext cx="677884" cy="19122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31E770-4D7D-938F-6258-F03A990F1607}"/>
              </a:ext>
            </a:extLst>
          </p:cNvPr>
          <p:cNvSpPr txBox="1"/>
          <p:nvPr/>
        </p:nvSpPr>
        <p:spPr>
          <a:xfrm>
            <a:off x="11392108" y="5103616"/>
            <a:ext cx="26609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10.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72F044F-68CA-5B80-5462-6373755917B8}"/>
              </a:ext>
            </a:extLst>
          </p:cNvPr>
          <p:cNvSpPr/>
          <p:nvPr/>
        </p:nvSpPr>
        <p:spPr>
          <a:xfrm>
            <a:off x="11702845" y="5126043"/>
            <a:ext cx="421868" cy="190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8395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9E0BA65C-182C-57D8-5CDD-DF9957F56F82}"/>
              </a:ext>
            </a:extLst>
          </p:cNvPr>
          <p:cNvSpPr/>
          <p:nvPr/>
        </p:nvSpPr>
        <p:spPr>
          <a:xfrm>
            <a:off x="4024585" y="5700512"/>
            <a:ext cx="321463" cy="146081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4C1B72D4-CF2E-D858-4A42-195170113039}"/>
              </a:ext>
            </a:extLst>
          </p:cNvPr>
          <p:cNvSpPr/>
          <p:nvPr/>
        </p:nvSpPr>
        <p:spPr>
          <a:xfrm>
            <a:off x="3721958" y="5967166"/>
            <a:ext cx="321463" cy="14608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757F17-728A-491F-2D5A-A82F5D65F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Schematics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95ED4F-7C64-0B8F-817E-2037264A0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8" y="3196863"/>
            <a:ext cx="6170391" cy="2490392"/>
          </a:xfrm>
          <a:prstGeom prst="rect">
            <a:avLst/>
          </a:prstGeom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54C37DB9-CC00-C976-7CA4-74B0A60DDC3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69050" y="1878705"/>
            <a:ext cx="1558894" cy="1485902"/>
          </a:xfrm>
          <a:prstGeom prst="bentConnector3">
            <a:avLst>
              <a:gd name="adj1" fmla="val 20061"/>
            </a:avLst>
          </a:prstGeom>
          <a:ln w="19050"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A8487A9-FBEC-453E-AB75-B8319629830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845211" y="2021583"/>
            <a:ext cx="1558895" cy="1200146"/>
          </a:xfrm>
          <a:prstGeom prst="bentConnector3">
            <a:avLst>
              <a:gd name="adj1" fmla="val 30447"/>
            </a:avLst>
          </a:prstGeom>
          <a:ln w="19050">
            <a:solidFill>
              <a:srgbClr val="7030A0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429E2D50-A795-EF0F-CC6D-14DC83F9E96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614233" y="2157314"/>
            <a:ext cx="1558893" cy="928687"/>
          </a:xfrm>
          <a:prstGeom prst="bentConnector3">
            <a:avLst>
              <a:gd name="adj1" fmla="val 37474"/>
            </a:avLst>
          </a:prstGeom>
          <a:ln w="19050">
            <a:solidFill>
              <a:schemeClr val="accent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EB2E42AA-01F9-22D9-FFAF-303F0F8473A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395160" y="2281137"/>
            <a:ext cx="1558892" cy="681039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1420AA79-5FDD-2EDF-B138-0E90AB430BA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171612" y="2409439"/>
            <a:ext cx="1558891" cy="424436"/>
          </a:xfrm>
          <a:prstGeom prst="bentConnector3">
            <a:avLst>
              <a:gd name="adj1" fmla="val 71080"/>
            </a:avLst>
          </a:prstGeom>
          <a:ln w="19050">
            <a:solidFill>
              <a:srgbClr val="FFFF00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A273E43B-25AA-3C2B-D2CF-07F2D40EA65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513233" y="2621656"/>
            <a:ext cx="1558896" cy="1"/>
          </a:xfrm>
          <a:prstGeom prst="bentConnector3">
            <a:avLst>
              <a:gd name="adj1" fmla="val 50000"/>
            </a:avLst>
          </a:prstGeom>
          <a:ln w="19050">
            <a:solidFill>
              <a:srgbClr val="FFFF00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352F77D-A114-26F2-BCBB-9D6E2B9E8FFE}"/>
              </a:ext>
            </a:extLst>
          </p:cNvPr>
          <p:cNvSpPr/>
          <p:nvPr/>
        </p:nvSpPr>
        <p:spPr>
          <a:xfrm>
            <a:off x="5424371" y="1692965"/>
            <a:ext cx="321464" cy="14608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E7B691B-CB1C-561B-7DD6-8DA6C43623DA}"/>
              </a:ext>
            </a:extLst>
          </p:cNvPr>
          <p:cNvSpPr/>
          <p:nvPr/>
        </p:nvSpPr>
        <p:spPr>
          <a:xfrm>
            <a:off x="5056530" y="1696127"/>
            <a:ext cx="321463" cy="146081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4E4C154-397D-992F-67F9-7BEF636AB7BA}"/>
              </a:ext>
            </a:extLst>
          </p:cNvPr>
          <p:cNvSpPr/>
          <p:nvPr/>
        </p:nvSpPr>
        <p:spPr>
          <a:xfrm>
            <a:off x="4692950" y="1696127"/>
            <a:ext cx="321463" cy="14608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1DEEC6C2-A10A-A392-BB66-E27FAE1BBD9F}"/>
              </a:ext>
            </a:extLst>
          </p:cNvPr>
          <p:cNvSpPr/>
          <p:nvPr/>
        </p:nvSpPr>
        <p:spPr>
          <a:xfrm>
            <a:off x="4359569" y="1696126"/>
            <a:ext cx="321463" cy="146081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74C4837-7392-B3F8-D12E-454516174D69}"/>
              </a:ext>
            </a:extLst>
          </p:cNvPr>
          <p:cNvSpPr/>
          <p:nvPr/>
        </p:nvSpPr>
        <p:spPr>
          <a:xfrm>
            <a:off x="3989680" y="1696127"/>
            <a:ext cx="321463" cy="146081"/>
          </a:xfrm>
          <a:prstGeom prst="round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4E597D5-AA35-66DC-0729-BA82BADE4EAE}"/>
              </a:ext>
            </a:extLst>
          </p:cNvPr>
          <p:cNvSpPr/>
          <p:nvPr/>
        </p:nvSpPr>
        <p:spPr>
          <a:xfrm>
            <a:off x="3110451" y="1701431"/>
            <a:ext cx="321463" cy="146081"/>
          </a:xfrm>
          <a:prstGeom prst="round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DB2CFA-8D3A-C434-164F-4B9FFF1563C2}"/>
              </a:ext>
            </a:extLst>
          </p:cNvPr>
          <p:cNvSpPr txBox="1"/>
          <p:nvPr/>
        </p:nvSpPr>
        <p:spPr>
          <a:xfrm>
            <a:off x="5418062" y="1718158"/>
            <a:ext cx="321463" cy="923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PTA7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C95FCE8-6055-5E15-83B2-9A34C01DBA91}"/>
              </a:ext>
            </a:extLst>
          </p:cNvPr>
          <p:cNvSpPr txBox="1"/>
          <p:nvPr/>
        </p:nvSpPr>
        <p:spPr>
          <a:xfrm>
            <a:off x="5048413" y="1728307"/>
            <a:ext cx="32146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PTE10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51A92BF-5534-D7E4-6A3A-239CD452B594}"/>
              </a:ext>
            </a:extLst>
          </p:cNvPr>
          <p:cNvSpPr txBox="1"/>
          <p:nvPr/>
        </p:nvSpPr>
        <p:spPr>
          <a:xfrm>
            <a:off x="4692949" y="1718157"/>
            <a:ext cx="32146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PTE11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4A286CE-8FD5-76E3-E4BA-40A8068C4FA6}"/>
              </a:ext>
            </a:extLst>
          </p:cNvPr>
          <p:cNvSpPr txBox="1"/>
          <p:nvPr/>
        </p:nvSpPr>
        <p:spPr>
          <a:xfrm>
            <a:off x="4367686" y="1723773"/>
            <a:ext cx="32146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PTA17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F7CA3F9-7DA2-7AB1-B0EB-822A5625D136}"/>
              </a:ext>
            </a:extLst>
          </p:cNvPr>
          <p:cNvSpPr txBox="1"/>
          <p:nvPr/>
        </p:nvSpPr>
        <p:spPr>
          <a:xfrm>
            <a:off x="3999816" y="1723773"/>
            <a:ext cx="32146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PTC23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E6DC125-F0EF-AC39-321E-3022CCAEC552}"/>
              </a:ext>
            </a:extLst>
          </p:cNvPr>
          <p:cNvSpPr txBox="1"/>
          <p:nvPr/>
        </p:nvSpPr>
        <p:spPr>
          <a:xfrm>
            <a:off x="3131518" y="1736618"/>
            <a:ext cx="32146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PTA12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C22A0A-7A71-ADA6-CAAC-868125657F49}"/>
              </a:ext>
            </a:extLst>
          </p:cNvPr>
          <p:cNvSpPr txBox="1"/>
          <p:nvPr/>
        </p:nvSpPr>
        <p:spPr>
          <a:xfrm>
            <a:off x="3645517" y="3666305"/>
            <a:ext cx="51775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JA1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F96A50-B5CD-7AD7-13DA-44BDAAEB9ABD}"/>
              </a:ext>
            </a:extLst>
          </p:cNvPr>
          <p:cNvSpPr txBox="1"/>
          <p:nvPr/>
        </p:nvSpPr>
        <p:spPr>
          <a:xfrm>
            <a:off x="2743288" y="3666305"/>
            <a:ext cx="51775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J2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EBDB684-9925-872C-3837-305A7990DBFF}"/>
              </a:ext>
            </a:extLst>
          </p:cNvPr>
          <p:cNvSpPr txBox="1"/>
          <p:nvPr/>
        </p:nvSpPr>
        <p:spPr>
          <a:xfrm>
            <a:off x="7445829" y="844731"/>
            <a:ext cx="3631474" cy="3046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JA1[4] – PTA7 -&gt; KNOB_1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JA1[6] – PTE10 -&gt; KNOB_2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8D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JA1[8] – PTE11 -&gt; SWITCH_1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7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JA1[10] – PTA17 -&gt; SWITCH_2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JA1[12] – PTC23 -&gt; FAN (DIO)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J2[4] – PTA12 -&gt; FAN (PWM)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JA3[11] – VCC (5V)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7F5F1">
                    <a:lumMod val="25000"/>
                  </a:srgbClr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JA3[13] - GND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C93C991-D887-9366-1055-E1D150656E4E}"/>
              </a:ext>
            </a:extLst>
          </p:cNvPr>
          <p:cNvSpPr txBox="1"/>
          <p:nvPr/>
        </p:nvSpPr>
        <p:spPr>
          <a:xfrm>
            <a:off x="2841438" y="5607045"/>
            <a:ext cx="51775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JA3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98E0635D-0C58-E2F2-D8EA-E8C2BAAF9990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33270" y="5522812"/>
            <a:ext cx="705904" cy="328886"/>
          </a:xfrm>
          <a:prstGeom prst="bentConnector3">
            <a:avLst>
              <a:gd name="adj1" fmla="val 98576"/>
            </a:avLst>
          </a:prstGeom>
          <a:ln w="19050">
            <a:solidFill>
              <a:schemeClr val="bg2">
                <a:lumMod val="2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2DAE815-0931-8B8B-E2A2-B8B1973C4227}"/>
              </a:ext>
            </a:extLst>
          </p:cNvPr>
          <p:cNvSpPr txBox="1"/>
          <p:nvPr/>
        </p:nvSpPr>
        <p:spPr>
          <a:xfrm>
            <a:off x="3721957" y="5998514"/>
            <a:ext cx="32146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GND</a:t>
            </a:r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B6DF4EF4-B744-EB38-7C40-70CB07A46BC2}"/>
              </a:ext>
            </a:extLst>
          </p:cNvPr>
          <p:cNvCxnSpPr>
            <a:cxnSpLocks/>
            <a:endCxn id="72" idx="1"/>
          </p:cNvCxnSpPr>
          <p:nvPr/>
        </p:nvCxnSpPr>
        <p:spPr>
          <a:xfrm>
            <a:off x="3534366" y="5334303"/>
            <a:ext cx="490219" cy="439250"/>
          </a:xfrm>
          <a:prstGeom prst="bentConnector3">
            <a:avLst>
              <a:gd name="adj1" fmla="val 454"/>
            </a:avLst>
          </a:prstGeom>
          <a:ln w="19050">
            <a:solidFill>
              <a:srgbClr val="FF0000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BF1D6D0F-6258-A134-525B-D7B210D39E77}"/>
              </a:ext>
            </a:extLst>
          </p:cNvPr>
          <p:cNvSpPr txBox="1"/>
          <p:nvPr/>
        </p:nvSpPr>
        <p:spPr>
          <a:xfrm>
            <a:off x="4025698" y="5727385"/>
            <a:ext cx="32146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VCC</a:t>
            </a:r>
          </a:p>
        </p:txBody>
      </p:sp>
    </p:spTree>
    <p:extLst>
      <p:ext uri="{BB962C8B-B14F-4D97-AF65-F5344CB8AC3E}">
        <p14:creationId xmlns:p14="http://schemas.microsoft.com/office/powerpoint/2010/main" val="30595297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A7EE-192B-BA9D-B1A6-9EE14EF1A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75CC2-3F8C-DCCC-EC5D-61D66742DDA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2189AE-46E4-5F4A-94AE-7099BC6F8B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86101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mode | title + logo">
  <a:themeElements>
    <a:clrScheme name="NXP Brand Colors 2">
      <a:dk1>
        <a:srgbClr val="000000"/>
      </a:dk1>
      <a:lt1>
        <a:srgbClr val="FFFFFF"/>
      </a:lt1>
      <a:dk2>
        <a:srgbClr val="262626"/>
      </a:dk2>
      <a:lt2>
        <a:srgbClr val="F7F5F1"/>
      </a:lt2>
      <a:accent1>
        <a:srgbClr val="0EAFE0"/>
      </a:accent1>
      <a:accent2>
        <a:srgbClr val="0068DF"/>
      </a:accent2>
      <a:accent3>
        <a:srgbClr val="69CA00"/>
      </a:accent3>
      <a:accent4>
        <a:srgbClr val="F9B500"/>
      </a:accent4>
      <a:accent5>
        <a:srgbClr val="FF7400"/>
      </a:accent5>
      <a:accent6>
        <a:srgbClr val="00A700"/>
      </a:accent6>
      <a:hlink>
        <a:srgbClr val="0EAFE0"/>
      </a:hlink>
      <a:folHlink>
        <a:srgbClr val="0EAFE0"/>
      </a:folHlink>
    </a:clrScheme>
    <a:fontScheme name="NXP 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tIns="64008" bIns="64008" rtlCol="0" anchor="t"/>
      <a:lstStyle>
        <a:defPPr algn="l">
          <a:defRPr dirty="0" smtClean="0">
            <a:latin typeface="Poppins SemiBold" panose="00000700000000000000" pitchFamily="2" charset="0"/>
            <a:cs typeface="Poppins SemiBold" panose="000007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5" id="{FE54CBFF-16FD-4AC1-92AA-09DF3EA0D81E}" vid="{AFAB1013-C60B-4216-BEBE-F0C16B5372B6}"/>
    </a:ext>
  </a:extLst>
</a:theme>
</file>

<file path=ppt/theme/theme2.xml><?xml version="1.0" encoding="utf-8"?>
<a:theme xmlns:a="http://schemas.openxmlformats.org/drawingml/2006/main" name="Light mode | content layouts">
  <a:themeElements>
    <a:clrScheme name="NXP Brand Colors 2">
      <a:dk1>
        <a:srgbClr val="000000"/>
      </a:dk1>
      <a:lt1>
        <a:srgbClr val="FFFFFF"/>
      </a:lt1>
      <a:dk2>
        <a:srgbClr val="262626"/>
      </a:dk2>
      <a:lt2>
        <a:srgbClr val="F7F5F1"/>
      </a:lt2>
      <a:accent1>
        <a:srgbClr val="0EAFE0"/>
      </a:accent1>
      <a:accent2>
        <a:srgbClr val="0068DF"/>
      </a:accent2>
      <a:accent3>
        <a:srgbClr val="69CA00"/>
      </a:accent3>
      <a:accent4>
        <a:srgbClr val="F9B500"/>
      </a:accent4>
      <a:accent5>
        <a:srgbClr val="FF7400"/>
      </a:accent5>
      <a:accent6>
        <a:srgbClr val="00A700"/>
      </a:accent6>
      <a:hlink>
        <a:srgbClr val="0EAFE0"/>
      </a:hlink>
      <a:folHlink>
        <a:srgbClr val="0EAFE0"/>
      </a:folHlink>
    </a:clrScheme>
    <a:fontScheme name="NXP 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tIns="64008" bIns="64008" rtlCol="0" anchor="t"/>
      <a:lstStyle>
        <a:defPPr algn="l">
          <a:defRPr dirty="0" smtClean="0">
            <a:latin typeface="Poppins SemiBold" panose="00000700000000000000" pitchFamily="2" charset="0"/>
            <a:cs typeface="Poppins SemiBold" panose="000007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5" id="{FE54CBFF-16FD-4AC1-92AA-09DF3EA0D81E}" vid="{3BBE1573-1774-418F-AC92-45FB43825CAF}"/>
    </a:ext>
  </a:extLst>
</a:theme>
</file>

<file path=ppt/theme/theme3.xml><?xml version="1.0" encoding="utf-8"?>
<a:theme xmlns:a="http://schemas.openxmlformats.org/drawingml/2006/main" name="Dark mode | title + logo">
  <a:themeElements>
    <a:clrScheme name="NXP Brand Colors 2">
      <a:dk1>
        <a:srgbClr val="000000"/>
      </a:dk1>
      <a:lt1>
        <a:srgbClr val="FFFFFF"/>
      </a:lt1>
      <a:dk2>
        <a:srgbClr val="262626"/>
      </a:dk2>
      <a:lt2>
        <a:srgbClr val="F7F5F1"/>
      </a:lt2>
      <a:accent1>
        <a:srgbClr val="0EAFE0"/>
      </a:accent1>
      <a:accent2>
        <a:srgbClr val="0068DF"/>
      </a:accent2>
      <a:accent3>
        <a:srgbClr val="69CA00"/>
      </a:accent3>
      <a:accent4>
        <a:srgbClr val="F9B500"/>
      </a:accent4>
      <a:accent5>
        <a:srgbClr val="FF7400"/>
      </a:accent5>
      <a:accent6>
        <a:srgbClr val="00A700"/>
      </a:accent6>
      <a:hlink>
        <a:srgbClr val="0EAFE0"/>
      </a:hlink>
      <a:folHlink>
        <a:srgbClr val="0EAFE0"/>
      </a:folHlink>
    </a:clrScheme>
    <a:fontScheme name="NXP 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tIns="64008" bIns="64008" rtlCol="0" anchor="t"/>
      <a:lstStyle>
        <a:defPPr algn="l">
          <a:defRPr dirty="0">
            <a:latin typeface="Poppins SemiBold" panose="00000700000000000000" pitchFamily="2" charset="0"/>
            <a:cs typeface="Poppins SemiBold" panose="000007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5" id="{FE54CBFF-16FD-4AC1-92AA-09DF3EA0D81E}" vid="{94873D81-CC47-4644-9741-B518F63F615E}"/>
    </a:ext>
  </a:extLst>
</a:theme>
</file>

<file path=ppt/theme/theme4.xml><?xml version="1.0" encoding="utf-8"?>
<a:theme xmlns:a="http://schemas.openxmlformats.org/drawingml/2006/main" name="Dark mode | content layouts">
  <a:themeElements>
    <a:clrScheme name="NXP Brand Colors 2">
      <a:dk1>
        <a:srgbClr val="000000"/>
      </a:dk1>
      <a:lt1>
        <a:srgbClr val="FFFFFF"/>
      </a:lt1>
      <a:dk2>
        <a:srgbClr val="262626"/>
      </a:dk2>
      <a:lt2>
        <a:srgbClr val="F7F5F1"/>
      </a:lt2>
      <a:accent1>
        <a:srgbClr val="0EAFE0"/>
      </a:accent1>
      <a:accent2>
        <a:srgbClr val="0068DF"/>
      </a:accent2>
      <a:accent3>
        <a:srgbClr val="69CA00"/>
      </a:accent3>
      <a:accent4>
        <a:srgbClr val="F9B500"/>
      </a:accent4>
      <a:accent5>
        <a:srgbClr val="FF7400"/>
      </a:accent5>
      <a:accent6>
        <a:srgbClr val="00A700"/>
      </a:accent6>
      <a:hlink>
        <a:srgbClr val="0EAFE0"/>
      </a:hlink>
      <a:folHlink>
        <a:srgbClr val="0EAFE0"/>
      </a:folHlink>
    </a:clrScheme>
    <a:fontScheme name="NXP 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tIns="64008" bIns="64008" rtlCol="0" anchor="t"/>
      <a:lstStyle>
        <a:defPPr algn="l">
          <a:defRPr dirty="0">
            <a:latin typeface="Poppins SemiBold" panose="00000700000000000000" pitchFamily="2" charset="0"/>
            <a:cs typeface="Poppins SemiBold" panose="000007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5" id="{FE54CBFF-16FD-4AC1-92AA-09DF3EA0D81E}" vid="{1B83A3EE-B9FB-4E43-9AB1-9C1FEF2DF6DE}"/>
    </a:ext>
  </a:extLst>
</a:theme>
</file>

<file path=ppt/theme/theme5.xml><?xml version="1.0" encoding="utf-8"?>
<a:theme xmlns:a="http://schemas.openxmlformats.org/drawingml/2006/main" name="1_Light mode | title + logo">
  <a:themeElements>
    <a:clrScheme name="NXP Brand Colors 2">
      <a:dk1>
        <a:srgbClr val="000000"/>
      </a:dk1>
      <a:lt1>
        <a:srgbClr val="FFFFFF"/>
      </a:lt1>
      <a:dk2>
        <a:srgbClr val="262626"/>
      </a:dk2>
      <a:lt2>
        <a:srgbClr val="F7F5F1"/>
      </a:lt2>
      <a:accent1>
        <a:srgbClr val="0EAFE0"/>
      </a:accent1>
      <a:accent2>
        <a:srgbClr val="0068DF"/>
      </a:accent2>
      <a:accent3>
        <a:srgbClr val="69CA00"/>
      </a:accent3>
      <a:accent4>
        <a:srgbClr val="F9B500"/>
      </a:accent4>
      <a:accent5>
        <a:srgbClr val="FF7400"/>
      </a:accent5>
      <a:accent6>
        <a:srgbClr val="00A700"/>
      </a:accent6>
      <a:hlink>
        <a:srgbClr val="0EAFE0"/>
      </a:hlink>
      <a:folHlink>
        <a:srgbClr val="0EAFE0"/>
      </a:folHlink>
    </a:clrScheme>
    <a:fontScheme name="NXP 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tIns="64008" bIns="64008" rtlCol="0" anchor="t"/>
      <a:lstStyle>
        <a:defPPr algn="l">
          <a:defRPr dirty="0" smtClean="0">
            <a:latin typeface="Poppins SemiBold" panose="00000700000000000000" pitchFamily="2" charset="0"/>
            <a:cs typeface="Poppins SemiBold" panose="000007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5" id="{FE54CBFF-16FD-4AC1-92AA-09DF3EA0D81E}" vid="{AFAB1013-C60B-4216-BEBE-F0C16B5372B6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781ccd5-c3ad-4eb5-8473-f8ea5866fa6b">
      <Terms xmlns="http://schemas.microsoft.com/office/infopath/2007/PartnerControls"/>
    </lcf76f155ced4ddcb4097134ff3c332f>
    <TaxCatchAll xmlns="c4672b8b-43e2-4139-8cd1-27ad03f081e7" xsi:nil="true"/>
    <_Flow_SignoffStatus xmlns="c781ccd5-c3ad-4eb5-8473-f8ea5866fa6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BF446CE44CB442824CA052A2A4B4C5" ma:contentTypeVersion="26" ma:contentTypeDescription="Create a new document." ma:contentTypeScope="" ma:versionID="443d04e1ed1801dd29d6b49ac22c4f1a">
  <xsd:schema xmlns:xsd="http://www.w3.org/2001/XMLSchema" xmlns:xs="http://www.w3.org/2001/XMLSchema" xmlns:p="http://schemas.microsoft.com/office/2006/metadata/properties" xmlns:ns2="62c8b11a-bc3c-4677-9ebe-0b5b8d08d124" xmlns:ns3="c781ccd5-c3ad-4eb5-8473-f8ea5866fa6b" xmlns:ns4="c4672b8b-43e2-4139-8cd1-27ad03f081e7" targetNamespace="http://schemas.microsoft.com/office/2006/metadata/properties" ma:root="true" ma:fieldsID="8fa6bb0b11bf4d2c0bab57b16934adae" ns2:_="" ns3:_="" ns4:_="">
    <xsd:import namespace="62c8b11a-bc3c-4677-9ebe-0b5b8d08d124"/>
    <xsd:import namespace="c781ccd5-c3ad-4eb5-8473-f8ea5866fa6b"/>
    <xsd:import namespace="c4672b8b-43e2-4139-8cd1-27ad03f081e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_Flow_SignoffStatu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4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c8b11a-bc3c-4677-9ebe-0b5b8d08d12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81ccd5-c3ad-4eb5-8473-f8ea5866fa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description="" ma:internalName="MediaServiceAutoTags" ma:readOnly="true">
      <xsd:simpleType>
        <xsd:restriction base="dms:Text"/>
      </xsd:simpleType>
    </xsd:element>
    <xsd:element name="_Flow_SignoffStatus" ma:index="19" nillable="true" ma:displayName="Sign-off status" ma:internalName="_x0024_Resources_x003a_core_x002c_Signoff_Status_x003b_">
      <xsd:simpleType>
        <xsd:restriction base="dms:Text"/>
      </xsd:simpleType>
    </xsd:element>
    <xsd:element name="MediaServiceOCR" ma:index="2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5" nillable="true" ma:displayName="Location" ma:internalName="MediaServiceLocation" ma:readOnly="true">
      <xsd:simpleType>
        <xsd:restriction base="dms:Text"/>
      </xsd:simpleType>
    </xsd:element>
    <xsd:element name="MediaLengthInSeconds" ma:index="2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8" nillable="true" ma:taxonomy="true" ma:internalName="lcf76f155ced4ddcb4097134ff3c332f" ma:taxonomyFieldName="MediaServiceImageTags" ma:displayName="Image Tags" ma:readOnly="false" ma:fieldId="{5cf76f15-5ced-4ddc-b409-7134ff3c332f}" ma:taxonomyMulti="true" ma:sspId="7ae9cabe-f4d8-44ae-a6f0-8d11cb15c1a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3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672b8b-43e2-4139-8cd1-27ad03f081e7" elementFormDefault="qualified">
    <xsd:import namespace="http://schemas.microsoft.com/office/2006/documentManagement/types"/>
    <xsd:import namespace="http://schemas.microsoft.com/office/infopath/2007/PartnerControls"/>
    <xsd:element name="TaxCatchAll" ma:index="29" nillable="true" ma:displayName="Taxonomy Catch All Column" ma:hidden="true" ma:list="{665af966-ae45-4ec2-be19-249652d45639}" ma:internalName="TaxCatchAll" ma:showField="CatchAllData" ma:web="62c8b11a-bc3c-4677-9ebe-0b5b8d08d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01E3CB-59AA-4655-AF60-1C9DCD15A74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475A3F-5002-47C7-A11F-03A147EAB889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62c8b11a-bc3c-4677-9ebe-0b5b8d08d124"/>
    <ds:schemaRef ds:uri="http://purl.org/dc/terms/"/>
    <ds:schemaRef ds:uri="http://www.w3.org/XML/1998/namespace"/>
    <ds:schemaRef ds:uri="c781ccd5-c3ad-4eb5-8473-f8ea5866fa6b"/>
    <ds:schemaRef ds:uri="c4672b8b-43e2-4139-8cd1-27ad03f081e7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D427B127-29E9-4CDC-92B7-015F6845B755}">
  <ds:schemaRefs>
    <ds:schemaRef ds:uri="62c8b11a-bc3c-4677-9ebe-0b5b8d08d124"/>
    <ds:schemaRef ds:uri="c4672b8b-43e2-4139-8cd1-27ad03f081e7"/>
    <ds:schemaRef ds:uri="c781ccd5-c3ad-4eb5-8473-f8ea5866fa6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6375508-4f8d-4bf0-98ed-14865d40f2d8}" enabled="1" method="Privileged" siteId="{686ea1d3-bc2b-4c6f-a92c-d99c5c30163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NXP-Template-Light-Dark-Mode-Public</Template>
  <TotalTime>0</TotalTime>
  <Words>2025</Words>
  <Application>Microsoft Office PowerPoint</Application>
  <PresentationFormat>Widescreen</PresentationFormat>
  <Paragraphs>340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39</vt:i4>
      </vt:variant>
    </vt:vector>
  </HeadingPairs>
  <TitlesOfParts>
    <vt:vector size="51" baseType="lpstr">
      <vt:lpstr>Aptos</vt:lpstr>
      <vt:lpstr>Arial</vt:lpstr>
      <vt:lpstr>Cambria Math</vt:lpstr>
      <vt:lpstr>Poppins</vt:lpstr>
      <vt:lpstr>Poppins Light</vt:lpstr>
      <vt:lpstr>Poppins SemiBold</vt:lpstr>
      <vt:lpstr>Wingdings</vt:lpstr>
      <vt:lpstr>Light mode | title + logo</vt:lpstr>
      <vt:lpstr>Light mode | content layouts</vt:lpstr>
      <vt:lpstr>Dark mode | title + logo</vt:lpstr>
      <vt:lpstr>Dark mode | content layouts</vt:lpstr>
      <vt:lpstr>1_Light mode | title + logo</vt:lpstr>
      <vt:lpstr>Day 3 – NXP MBDT Bootcamp</vt:lpstr>
      <vt:lpstr>What you will learn</vt:lpstr>
      <vt:lpstr>Digital Input/Output</vt:lpstr>
      <vt:lpstr>Digital Input/Ouput – The basics</vt:lpstr>
      <vt:lpstr>Digital Input/Ouput – The basics</vt:lpstr>
      <vt:lpstr>Digital Input/Ouput – The basics</vt:lpstr>
      <vt:lpstr>Digital Input/Ouput – The basics</vt:lpstr>
      <vt:lpstr>Digital Input/Ouput – The basics</vt:lpstr>
      <vt:lpstr>DIO in Simulink</vt:lpstr>
      <vt:lpstr>Explore the Simulink Library Browser</vt:lpstr>
      <vt:lpstr>DIO Block – Basic Configuration</vt:lpstr>
      <vt:lpstr>DIO Block – Basic Configuration</vt:lpstr>
      <vt:lpstr>Actuate a fan with a switch using DIO in Simulink</vt:lpstr>
      <vt:lpstr>What we want to achieve?</vt:lpstr>
      <vt:lpstr>DIO Practice</vt:lpstr>
      <vt:lpstr>DIO Practice</vt:lpstr>
      <vt:lpstr>DIO Practice</vt:lpstr>
      <vt:lpstr>Analog to Digital Converter</vt:lpstr>
      <vt:lpstr>Analog to Digital Conversion - in a “nutshell”</vt:lpstr>
      <vt:lpstr>Analog to Digital Conversion - in a “nutshell”</vt:lpstr>
      <vt:lpstr>Analog to Digital Conversion - in a “nutshell”</vt:lpstr>
      <vt:lpstr>Analog to Digital Conversion - in a “nutshell”</vt:lpstr>
      <vt:lpstr>Analog to Digital Conversion - in a “nutshell”</vt:lpstr>
      <vt:lpstr>ADC in Simulink</vt:lpstr>
      <vt:lpstr>Explore the Simulink Library Browser</vt:lpstr>
      <vt:lpstr>ADC Block – Triggering a measurement</vt:lpstr>
      <vt:lpstr>ADC Block – Retrieving the Conversion Results</vt:lpstr>
      <vt:lpstr>ADC Interrupts – Get notified when an ADC Group conversion is complete</vt:lpstr>
      <vt:lpstr>Read a Potentiometer value in Simulink</vt:lpstr>
      <vt:lpstr>What we want to achieve?</vt:lpstr>
      <vt:lpstr>ADC Practice – Enable Group Notification &amp; Start Group Conversion</vt:lpstr>
      <vt:lpstr>ADC Practice – Data Acquisition</vt:lpstr>
      <vt:lpstr>ADC Practice – FreeMASTER Configuration</vt:lpstr>
      <vt:lpstr>ADC Practice – FreeMASTER Configuration</vt:lpstr>
      <vt:lpstr>ADC Practice – FreeMASTER Configuration</vt:lpstr>
      <vt:lpstr>ADC Practice – FreeMASTER Configuration</vt:lpstr>
      <vt:lpstr>ADC Practice – FreeMASTER</vt:lpstr>
      <vt:lpstr>Schematics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Cristina-Geanina Grosu</dc:creator>
  <cp:lastModifiedBy>Cristina-Geanina Grosu</cp:lastModifiedBy>
  <cp:revision>2</cp:revision>
  <dcterms:created xsi:type="dcterms:W3CDTF">2026-09-02T07:24:32Z</dcterms:created>
  <dcterms:modified xsi:type="dcterms:W3CDTF">2026-09-23T08:18:57Z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0x0101003ABF446CE44CB442824CA052A2A4B4C5</vt:lpwstr>
  </property>
  <property fmtid="{D5CDD505-2E9C-101B-9397-08002B2CF9AE}" pid="3" name="ClassificationContentMarkingFooterLocations">
    <vt:lpwstr>Office Theme:8</vt:lpwstr>
  </property>
  <property fmtid="{D5CDD505-2E9C-101B-9397-08002B2CF9AE}" pid="4" name="ClassificationContentMarkingFooterText">
    <vt:lpwstr>NXP Public</vt:lpwstr>
  </property>
  <property fmtid="{D5CDD505-2E9C-101B-9397-08002B2CF9AE}" pid="5" name="MediaServiceImageTags">
    <vt:lpwstr/>
  </property>
</Properties>
</file>